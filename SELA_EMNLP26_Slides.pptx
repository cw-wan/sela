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12.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13.xml" ContentType="application/vnd.openxmlformats-officedocument.presentationml.notesSlide+xml"/>
  <Override PartName="/ppt/charts/chart5.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0" d="100"/>
          <a:sy n="150" d="100"/>
        </p:scale>
        <p:origin x="654" y="1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barChart>
        <c:barDir val="bar"/>
        <c:grouping val="clustered"/>
        <c:varyColors val="0"/>
        <c:ser>
          <c:idx val="0"/>
          <c:order val="0"/>
          <c:tx>
            <c:v>F1@0.5</c:v>
          </c:tx>
          <c:spPr>
            <a:solidFill>
              <a:srgbClr val="CADCE4"/>
            </a:solidFill>
          </c:spPr>
          <c:invertIfNegative val="0"/>
          <c:dPt>
            <c:idx val="0"/>
            <c:invertIfNegative val="0"/>
            <c:bubble3D val="0"/>
            <c:spPr>
              <a:solidFill>
                <a:srgbClr val="F8CEB8"/>
              </a:solidFill>
            </c:spPr>
            <c:extLst>
              <c:ext xmlns:c16="http://schemas.microsoft.com/office/drawing/2014/chart" uri="{C3380CC4-5D6E-409C-BE32-E72D297353CC}">
                <c16:uniqueId val="{00000001-7ADE-409B-ABA9-9124E09F244C}"/>
              </c:ext>
            </c:extLst>
          </c:dPt>
          <c:dPt>
            <c:idx val="1"/>
            <c:invertIfNegative val="0"/>
            <c:bubble3D val="0"/>
            <c:spPr>
              <a:solidFill>
                <a:srgbClr val="AECDDC"/>
              </a:solidFill>
            </c:spPr>
            <c:extLst>
              <c:ext xmlns:c16="http://schemas.microsoft.com/office/drawing/2014/chart" uri="{C3380CC4-5D6E-409C-BE32-E72D297353CC}">
                <c16:uniqueId val="{00000003-7ADE-409B-ABA9-9124E09F244C}"/>
              </c:ext>
            </c:extLst>
          </c:dPt>
          <c:dPt>
            <c:idx val="2"/>
            <c:invertIfNegative val="0"/>
            <c:bubble3D val="0"/>
            <c:spPr>
              <a:solidFill>
                <a:srgbClr val="AECDDC"/>
              </a:solidFill>
            </c:spPr>
            <c:extLst>
              <c:ext xmlns:c16="http://schemas.microsoft.com/office/drawing/2014/chart" uri="{C3380CC4-5D6E-409C-BE32-E72D297353CC}">
                <c16:uniqueId val="{00000005-7ADE-409B-ABA9-9124E09F244C}"/>
              </c:ext>
            </c:extLst>
          </c:dPt>
          <c:dPt>
            <c:idx val="3"/>
            <c:invertIfNegative val="0"/>
            <c:bubble3D val="0"/>
            <c:spPr>
              <a:solidFill>
                <a:srgbClr val="CEE1E9"/>
              </a:solidFill>
            </c:spPr>
            <c:extLst>
              <c:ext xmlns:c16="http://schemas.microsoft.com/office/drawing/2014/chart" uri="{C3380CC4-5D6E-409C-BE32-E72D297353CC}">
                <c16:uniqueId val="{00000007-7ADE-409B-ABA9-9124E09F244C}"/>
              </c:ext>
            </c:extLst>
          </c:dPt>
          <c:dPt>
            <c:idx val="4"/>
            <c:invertIfNegative val="0"/>
            <c:bubble3D val="0"/>
            <c:spPr>
              <a:solidFill>
                <a:srgbClr val="CEE1E9"/>
              </a:solidFill>
            </c:spPr>
            <c:extLst>
              <c:ext xmlns:c16="http://schemas.microsoft.com/office/drawing/2014/chart" uri="{C3380CC4-5D6E-409C-BE32-E72D297353CC}">
                <c16:uniqueId val="{00000009-7ADE-409B-ABA9-9124E09F244C}"/>
              </c:ext>
            </c:extLst>
          </c:dPt>
          <c:dPt>
            <c:idx val="5"/>
            <c:invertIfNegative val="0"/>
            <c:bubble3D val="0"/>
            <c:spPr>
              <a:solidFill>
                <a:srgbClr val="CEE1E9"/>
              </a:solidFill>
            </c:spPr>
            <c:extLst>
              <c:ext xmlns:c16="http://schemas.microsoft.com/office/drawing/2014/chart" uri="{C3380CC4-5D6E-409C-BE32-E72D297353CC}">
                <c16:uniqueId val="{0000000B-7ADE-409B-ABA9-9124E09F244C}"/>
              </c:ext>
            </c:extLst>
          </c:dPt>
          <c:dPt>
            <c:idx val="6"/>
            <c:invertIfNegative val="0"/>
            <c:bubble3D val="0"/>
            <c:spPr>
              <a:solidFill>
                <a:srgbClr val="CEE1E9"/>
              </a:solidFill>
            </c:spPr>
            <c:extLst>
              <c:ext xmlns:c16="http://schemas.microsoft.com/office/drawing/2014/chart" uri="{C3380CC4-5D6E-409C-BE32-E72D297353CC}">
                <c16:uniqueId val="{0000000D-7ADE-409B-ABA9-9124E09F244C}"/>
              </c:ext>
            </c:extLst>
          </c:dPt>
          <c:dPt>
            <c:idx val="7"/>
            <c:invertIfNegative val="0"/>
            <c:bubble3D val="0"/>
            <c:spPr>
              <a:solidFill>
                <a:srgbClr val="D6D6D6"/>
              </a:solidFill>
            </c:spPr>
            <c:extLst>
              <c:ext xmlns:c16="http://schemas.microsoft.com/office/drawing/2014/chart" uri="{C3380CC4-5D6E-409C-BE32-E72D297353CC}">
                <c16:uniqueId val="{0000000F-7ADE-409B-ABA9-9124E09F244C}"/>
              </c:ext>
            </c:extLst>
          </c:dPt>
          <c:dPt>
            <c:idx val="8"/>
            <c:invertIfNegative val="0"/>
            <c:bubble3D val="0"/>
            <c:spPr>
              <a:solidFill>
                <a:srgbClr val="D6D6D6"/>
              </a:solidFill>
            </c:spPr>
            <c:extLst>
              <c:ext xmlns:c16="http://schemas.microsoft.com/office/drawing/2014/chart" uri="{C3380CC4-5D6E-409C-BE32-E72D297353CC}">
                <c16:uniqueId val="{00000011-7ADE-409B-ABA9-9124E09F244C}"/>
              </c:ext>
            </c:extLst>
          </c:dPt>
          <c:dLbls>
            <c:dLbl>
              <c:idx val="0"/>
              <c:tx>
                <c:rich>
                  <a:bodyPr/>
                  <a:lstStyle/>
                  <a:p>
                    <a:r>
                      <a:rPr lang="en-US" altLang="zh-CN" sz="1425" b="1">
                        <a:solidFill>
                          <a:srgbClr val="222222"/>
                        </a:solidFill>
                        <a:latin typeface="Arial"/>
                        <a:ea typeface="Arial"/>
                        <a:cs typeface="Arial"/>
                      </a:rPr>
                      <a:t>66.8 ± 3.9 / 60.0 ± 3.6</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1-7ADE-409B-ABA9-9124E09F244C}"/>
                </c:ext>
              </c:extLst>
            </c:dLbl>
            <c:dLbl>
              <c:idx val="1"/>
              <c:tx>
                <c:rich>
                  <a:bodyPr/>
                  <a:lstStyle/>
                  <a:p>
                    <a:r>
                      <a:rPr lang="en-US" altLang="zh-CN" sz="1425" b="0">
                        <a:solidFill>
                          <a:srgbClr val="222222"/>
                        </a:solidFill>
                        <a:latin typeface="Arial"/>
                        <a:ea typeface="Arial"/>
                        <a:cs typeface="Arial"/>
                      </a:rPr>
                      <a:t>53.6 ± 3.2 / 46.0 ± 2.6</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3-7ADE-409B-ABA9-9124E09F244C}"/>
                </c:ext>
              </c:extLst>
            </c:dLbl>
            <c:dLbl>
              <c:idx val="2"/>
              <c:tx>
                <c:rich>
                  <a:bodyPr/>
                  <a:lstStyle/>
                  <a:p>
                    <a:r>
                      <a:rPr lang="en-US" altLang="zh-CN" sz="1425" b="0">
                        <a:solidFill>
                          <a:srgbClr val="222222"/>
                        </a:solidFill>
                        <a:latin typeface="Arial"/>
                        <a:ea typeface="Arial"/>
                        <a:cs typeface="Arial"/>
                      </a:rPr>
                      <a:t>57.8 ± 6.0 / 54.2 ± 3.1</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5-7ADE-409B-ABA9-9124E09F244C}"/>
                </c:ext>
              </c:extLst>
            </c:dLbl>
            <c:dLbl>
              <c:idx val="3"/>
              <c:tx>
                <c:rich>
                  <a:bodyPr/>
                  <a:lstStyle/>
                  <a:p>
                    <a:r>
                      <a:rPr lang="en-US" altLang="zh-CN" sz="1425" b="0">
                        <a:solidFill>
                          <a:srgbClr val="222222"/>
                        </a:solidFill>
                        <a:latin typeface="Arial"/>
                        <a:ea typeface="Arial"/>
                        <a:cs typeface="Arial"/>
                      </a:rPr>
                      <a:t>46.6 ± 6.1 / 3.9 ± 0.6</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7-7ADE-409B-ABA9-9124E09F244C}"/>
                </c:ext>
              </c:extLst>
            </c:dLbl>
            <c:dLbl>
              <c:idx val="4"/>
              <c:tx>
                <c:rich>
                  <a:bodyPr/>
                  <a:lstStyle/>
                  <a:p>
                    <a:r>
                      <a:rPr lang="en-US" altLang="zh-CN" sz="1425" b="0">
                        <a:solidFill>
                          <a:srgbClr val="222222"/>
                        </a:solidFill>
                        <a:latin typeface="Arial"/>
                        <a:ea typeface="Arial"/>
                        <a:cs typeface="Arial"/>
                      </a:rPr>
                      <a:t>43.4 ± 5.6 / 2.6 ± 0.5</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9-7ADE-409B-ABA9-9124E09F244C}"/>
                </c:ext>
              </c:extLst>
            </c:dLbl>
            <c:dLbl>
              <c:idx val="5"/>
              <c:tx>
                <c:rich>
                  <a:bodyPr/>
                  <a:lstStyle/>
                  <a:p>
                    <a:r>
                      <a:rPr lang="en-US" altLang="zh-CN" sz="1425" b="0">
                        <a:solidFill>
                          <a:srgbClr val="222222"/>
                        </a:solidFill>
                        <a:latin typeface="Arial"/>
                        <a:ea typeface="Arial"/>
                        <a:cs typeface="Arial"/>
                      </a:rPr>
                      <a:t>43.6 ± 5.4 / 3.6 ± 1.2</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B-7ADE-409B-ABA9-9124E09F244C}"/>
                </c:ext>
              </c:extLst>
            </c:dLbl>
            <c:dLbl>
              <c:idx val="6"/>
              <c:tx>
                <c:rich>
                  <a:bodyPr/>
                  <a:lstStyle/>
                  <a:p>
                    <a:r>
                      <a:rPr lang="en-US" altLang="zh-CN" sz="1425" b="0">
                        <a:solidFill>
                          <a:srgbClr val="222222"/>
                        </a:solidFill>
                        <a:latin typeface="Arial"/>
                        <a:ea typeface="Arial"/>
                        <a:cs typeface="Arial"/>
                      </a:rPr>
                      <a:t>32.0 ± 3.4 / 3.3 ± 0.4</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D-7ADE-409B-ABA9-9124E09F244C}"/>
                </c:ext>
              </c:extLst>
            </c:dLbl>
            <c:dLbl>
              <c:idx val="7"/>
              <c:tx>
                <c:rich>
                  <a:bodyPr/>
                  <a:lstStyle/>
                  <a:p>
                    <a:r>
                      <a:rPr lang="en-US" altLang="zh-CN" sz="1425" b="0">
                        <a:solidFill>
                          <a:srgbClr val="222222"/>
                        </a:solidFill>
                        <a:latin typeface="Arial"/>
                        <a:ea typeface="Arial"/>
                        <a:cs typeface="Arial"/>
                      </a:rPr>
                      <a:t>27.7 ± 2.1 / 17.7 ± 1.1</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F-7ADE-409B-ABA9-9124E09F244C}"/>
                </c:ext>
              </c:extLst>
            </c:dLbl>
            <c:dLbl>
              <c:idx val="8"/>
              <c:tx>
                <c:rich>
                  <a:bodyPr/>
                  <a:lstStyle/>
                  <a:p>
                    <a:r>
                      <a:rPr lang="en-US" altLang="zh-CN" sz="1425" b="0">
                        <a:solidFill>
                          <a:srgbClr val="222222"/>
                        </a:solidFill>
                        <a:latin typeface="Arial"/>
                        <a:ea typeface="Arial"/>
                        <a:cs typeface="Arial"/>
                      </a:rPr>
                      <a:t>38.6 ± 2.3 / 22.4 ± 2.5</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11-7ADE-409B-ABA9-9124E09F244C}"/>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Data'!$A$2:$A$10</c:f>
              <c:strCache>
                <c:ptCount val="9"/>
                <c:pt idx="0">
                  <c:v>SELA (ZS)</c:v>
                </c:pt>
                <c:pt idx="1">
                  <c:v>VL-Time (FS)</c:v>
                </c:pt>
                <c:pt idx="2">
                  <c:v>Numeric (FS)</c:v>
                </c:pt>
                <c:pt idx="3">
                  <c:v>TimesFM</c:v>
                </c:pt>
                <c:pt idx="4">
                  <c:v>Chronos</c:v>
                </c:pt>
                <c:pt idx="5">
                  <c:v>MOMENT</c:v>
                </c:pt>
                <c:pt idx="6">
                  <c:v>Timer</c:v>
                </c:pt>
                <c:pt idx="7">
                  <c:v>Transformer</c:v>
                </c:pt>
                <c:pt idx="8">
                  <c:v>CNN</c:v>
                </c:pt>
              </c:strCache>
            </c:strRef>
          </c:cat>
          <c:val>
            <c:numRef>
              <c:f>'Chart Data'!$B$2:$B$10</c:f>
              <c:numCache>
                <c:formatCode>0</c:formatCode>
                <c:ptCount val="9"/>
                <c:pt idx="0">
                  <c:v>66.8</c:v>
                </c:pt>
                <c:pt idx="1">
                  <c:v>53.6</c:v>
                </c:pt>
                <c:pt idx="2">
                  <c:v>57.8</c:v>
                </c:pt>
                <c:pt idx="3">
                  <c:v>46.6</c:v>
                </c:pt>
                <c:pt idx="4">
                  <c:v>43.4</c:v>
                </c:pt>
                <c:pt idx="5">
                  <c:v>43.6</c:v>
                </c:pt>
                <c:pt idx="6">
                  <c:v>32</c:v>
                </c:pt>
                <c:pt idx="7">
                  <c:v>27.7</c:v>
                </c:pt>
                <c:pt idx="8">
                  <c:v>38.6</c:v>
                </c:pt>
              </c:numCache>
            </c:numRef>
          </c:val>
          <c:extLst>
            <c:ext xmlns:c16="http://schemas.microsoft.com/office/drawing/2014/chart" uri="{C3380CC4-5D6E-409C-BE32-E72D297353CC}">
              <c16:uniqueId val="{00000012-7ADE-409B-ABA9-9124E09F244C}"/>
            </c:ext>
          </c:extLst>
        </c:ser>
        <c:dLbls>
          <c:showLegendKey val="0"/>
          <c:showVal val="0"/>
          <c:showCatName val="0"/>
          <c:showSerName val="0"/>
          <c:showPercent val="0"/>
          <c:showBubbleSize val="0"/>
        </c:dLbls>
        <c:gapWidth val="40"/>
        <c:axId val="48650112"/>
        <c:axId val="48672768"/>
      </c:barChart>
      <c:catAx>
        <c:axId val="48650112"/>
        <c:scaling>
          <c:orientation val="minMax"/>
        </c:scaling>
        <c:delete val="0"/>
        <c:axPos val="l"/>
        <c:numFmt formatCode="General" sourceLinked="1"/>
        <c:majorTickMark val="none"/>
        <c:minorTickMark val="none"/>
        <c:tickLblPos val="nextTo"/>
        <c:spPr>
          <a:ln w="0">
            <a:noFill/>
            <a:prstDash val="solid"/>
          </a:ln>
        </c:spPr>
        <c:txPr>
          <a:bodyPr anchorCtr="1"/>
          <a:lstStyle/>
          <a:p>
            <a:pPr>
              <a:defRPr sz="1725">
                <a:solidFill>
                  <a:srgbClr val="111111"/>
                </a:solidFill>
                <a:latin typeface="Arial"/>
                <a:ea typeface="Arial"/>
                <a:cs typeface="Arial"/>
              </a:defRPr>
            </a:pPr>
            <a:endParaRPr lang="zh-CN"/>
          </a:p>
        </c:txPr>
        <c:crossAx val="48672768"/>
        <c:crosses val="autoZero"/>
        <c:auto val="1"/>
        <c:lblAlgn val="ctr"/>
        <c:lblOffset val="100"/>
        <c:noMultiLvlLbl val="1"/>
      </c:catAx>
      <c:valAx>
        <c:axId val="48672768"/>
        <c:scaling>
          <c:orientation val="minMax"/>
          <c:max val="100"/>
          <c:min val="0"/>
        </c:scaling>
        <c:delete val="0"/>
        <c:axPos val="b"/>
        <c:majorGridlines>
          <c:spPr>
            <a:ln w="9525">
              <a:solidFill>
                <a:srgbClr val="E6E6E6"/>
              </a:solidFill>
              <a:prstDash val="solid"/>
            </a:ln>
          </c:spPr>
        </c:majorGridlines>
        <c:numFmt formatCode="0" sourceLinked="1"/>
        <c:majorTickMark val="none"/>
        <c:minorTickMark val="none"/>
        <c:tickLblPos val="nextTo"/>
        <c:spPr>
          <a:ln w="9525">
            <a:solidFill>
              <a:srgbClr val="CCCCCC"/>
            </a:solidFill>
            <a:prstDash val="solid"/>
          </a:ln>
        </c:spPr>
        <c:txPr>
          <a:bodyPr anchorCtr="1"/>
          <a:lstStyle/>
          <a:p>
            <a:pPr>
              <a:defRPr sz="1425">
                <a:solidFill>
                  <a:srgbClr val="777777"/>
                </a:solidFill>
                <a:latin typeface="Arial"/>
                <a:ea typeface="Arial"/>
                <a:cs typeface="Arial"/>
              </a:defRPr>
            </a:pPr>
            <a:endParaRPr lang="zh-CN"/>
          </a:p>
        </c:txPr>
        <c:crossAx val="48650112"/>
        <c:crosses val="autoZero"/>
        <c:crossBetween val="between"/>
        <c:majorUnit val="20"/>
      </c:valAx>
      <c:spPr>
        <a:noFill/>
        <a:ln w="0">
          <a:noFill/>
          <a:prstDash val="solid"/>
        </a:ln>
      </c:spPr>
    </c:plotArea>
    <c:plotVisOnly val="1"/>
    <c:dispBlanksAs val="zero"/>
    <c:showDLblsOverMax val="1"/>
  </c:chart>
  <c:spPr>
    <a:noFill/>
    <a:ln w="0">
      <a:noFill/>
      <a:prstDash val="solid"/>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barChart>
        <c:barDir val="bar"/>
        <c:grouping val="clustered"/>
        <c:varyColors val="0"/>
        <c:ser>
          <c:idx val="0"/>
          <c:order val="0"/>
          <c:tx>
            <c:v>F1@0.9</c:v>
          </c:tx>
          <c:spPr>
            <a:solidFill>
              <a:srgbClr val="156082"/>
            </a:solidFill>
          </c:spPr>
          <c:invertIfNegative val="0"/>
          <c:dPt>
            <c:idx val="0"/>
            <c:invertIfNegative val="0"/>
            <c:bubble3D val="0"/>
            <c:spPr>
              <a:solidFill>
                <a:srgbClr val="CF5B1B"/>
              </a:solidFill>
            </c:spPr>
            <c:extLst>
              <c:ext xmlns:c16="http://schemas.microsoft.com/office/drawing/2014/chart" uri="{C3380CC4-5D6E-409C-BE32-E72D297353CC}">
                <c16:uniqueId val="{00000001-20C0-476E-8E98-1D94FB7A3C6E}"/>
              </c:ext>
            </c:extLst>
          </c:dPt>
          <c:dPt>
            <c:idx val="1"/>
            <c:invertIfNegative val="0"/>
            <c:bubble3D val="0"/>
            <c:extLst>
              <c:ext xmlns:c16="http://schemas.microsoft.com/office/drawing/2014/chart" uri="{C3380CC4-5D6E-409C-BE32-E72D297353CC}">
                <c16:uniqueId val="{00000003-20C0-476E-8E98-1D94FB7A3C6E}"/>
              </c:ext>
            </c:extLst>
          </c:dPt>
          <c:dPt>
            <c:idx val="2"/>
            <c:invertIfNegative val="0"/>
            <c:bubble3D val="0"/>
            <c:extLst>
              <c:ext xmlns:c16="http://schemas.microsoft.com/office/drawing/2014/chart" uri="{C3380CC4-5D6E-409C-BE32-E72D297353CC}">
                <c16:uniqueId val="{00000005-20C0-476E-8E98-1D94FB7A3C6E}"/>
              </c:ext>
            </c:extLst>
          </c:dPt>
          <c:dPt>
            <c:idx val="3"/>
            <c:invertIfNegative val="0"/>
            <c:bubble3D val="0"/>
            <c:spPr>
              <a:solidFill>
                <a:srgbClr val="5A8AA0"/>
              </a:solidFill>
            </c:spPr>
            <c:extLst>
              <c:ext xmlns:c16="http://schemas.microsoft.com/office/drawing/2014/chart" uri="{C3380CC4-5D6E-409C-BE32-E72D297353CC}">
                <c16:uniqueId val="{00000007-20C0-476E-8E98-1D94FB7A3C6E}"/>
              </c:ext>
            </c:extLst>
          </c:dPt>
          <c:dPt>
            <c:idx val="4"/>
            <c:invertIfNegative val="0"/>
            <c:bubble3D val="0"/>
            <c:spPr>
              <a:solidFill>
                <a:srgbClr val="5A8AA0"/>
              </a:solidFill>
            </c:spPr>
            <c:extLst>
              <c:ext xmlns:c16="http://schemas.microsoft.com/office/drawing/2014/chart" uri="{C3380CC4-5D6E-409C-BE32-E72D297353CC}">
                <c16:uniqueId val="{00000009-20C0-476E-8E98-1D94FB7A3C6E}"/>
              </c:ext>
            </c:extLst>
          </c:dPt>
          <c:dPt>
            <c:idx val="5"/>
            <c:invertIfNegative val="0"/>
            <c:bubble3D val="0"/>
            <c:spPr>
              <a:solidFill>
                <a:srgbClr val="5A8AA0"/>
              </a:solidFill>
            </c:spPr>
            <c:extLst>
              <c:ext xmlns:c16="http://schemas.microsoft.com/office/drawing/2014/chart" uri="{C3380CC4-5D6E-409C-BE32-E72D297353CC}">
                <c16:uniqueId val="{0000000B-20C0-476E-8E98-1D94FB7A3C6E}"/>
              </c:ext>
            </c:extLst>
          </c:dPt>
          <c:dPt>
            <c:idx val="6"/>
            <c:invertIfNegative val="0"/>
            <c:bubble3D val="0"/>
            <c:spPr>
              <a:solidFill>
                <a:srgbClr val="5A8AA0"/>
              </a:solidFill>
            </c:spPr>
            <c:extLst>
              <c:ext xmlns:c16="http://schemas.microsoft.com/office/drawing/2014/chart" uri="{C3380CC4-5D6E-409C-BE32-E72D297353CC}">
                <c16:uniqueId val="{0000000D-20C0-476E-8E98-1D94FB7A3C6E}"/>
              </c:ext>
            </c:extLst>
          </c:dPt>
          <c:dPt>
            <c:idx val="7"/>
            <c:invertIfNegative val="0"/>
            <c:bubble3D val="0"/>
            <c:spPr>
              <a:solidFill>
                <a:srgbClr val="707070"/>
              </a:solidFill>
            </c:spPr>
            <c:extLst>
              <c:ext xmlns:c16="http://schemas.microsoft.com/office/drawing/2014/chart" uri="{C3380CC4-5D6E-409C-BE32-E72D297353CC}">
                <c16:uniqueId val="{0000000F-20C0-476E-8E98-1D94FB7A3C6E}"/>
              </c:ext>
            </c:extLst>
          </c:dPt>
          <c:dPt>
            <c:idx val="8"/>
            <c:invertIfNegative val="0"/>
            <c:bubble3D val="0"/>
            <c:spPr>
              <a:solidFill>
                <a:srgbClr val="707070"/>
              </a:solidFill>
            </c:spPr>
            <c:extLst>
              <c:ext xmlns:c16="http://schemas.microsoft.com/office/drawing/2014/chart" uri="{C3380CC4-5D6E-409C-BE32-E72D297353CC}">
                <c16:uniqueId val="{00000011-20C0-476E-8E98-1D94FB7A3C6E}"/>
              </c:ext>
            </c:extLst>
          </c:dPt>
          <c:dLbls>
            <c:dLbl>
              <c:idx val="0"/>
              <c:tx>
                <c:rich>
                  <a:bodyPr/>
                  <a:lstStyle/>
                  <a:p>
                    <a:r>
                      <a:rPr lang="en-US" altLang="zh-CN" sz="1425" b="1">
                        <a:solidFill>
                          <a:srgbClr val="000000">
                            <a:alpha val="0"/>
                          </a:srgbClr>
                        </a:solidFill>
                        <a:latin typeface="Arial"/>
                        <a:ea typeface="Arial"/>
                        <a:cs typeface="Arial"/>
                      </a:rPr>
                      <a:t>66.8 ± 3.9 / 60.0 ± 3.6</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1-20C0-476E-8E98-1D94FB7A3C6E}"/>
                </c:ext>
              </c:extLst>
            </c:dLbl>
            <c:dLbl>
              <c:idx val="1"/>
              <c:tx>
                <c:rich>
                  <a:bodyPr/>
                  <a:lstStyle/>
                  <a:p>
                    <a:r>
                      <a:rPr lang="en-US" altLang="zh-CN" sz="1425" b="0">
                        <a:solidFill>
                          <a:srgbClr val="000000">
                            <a:alpha val="0"/>
                          </a:srgbClr>
                        </a:solidFill>
                        <a:latin typeface="Arial"/>
                        <a:ea typeface="Arial"/>
                        <a:cs typeface="Arial"/>
                      </a:rPr>
                      <a:t>53.6 ± 3.2 / 46.0 ± 2.6</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3-20C0-476E-8E98-1D94FB7A3C6E}"/>
                </c:ext>
              </c:extLst>
            </c:dLbl>
            <c:dLbl>
              <c:idx val="2"/>
              <c:tx>
                <c:rich>
                  <a:bodyPr/>
                  <a:lstStyle/>
                  <a:p>
                    <a:r>
                      <a:rPr lang="en-US" altLang="zh-CN" sz="1425" b="0">
                        <a:solidFill>
                          <a:srgbClr val="000000">
                            <a:alpha val="0"/>
                          </a:srgbClr>
                        </a:solidFill>
                        <a:latin typeface="Arial"/>
                        <a:ea typeface="Arial"/>
                        <a:cs typeface="Arial"/>
                      </a:rPr>
                      <a:t>57.8 ± 6.0 / 54.2 ± 3.1</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5-20C0-476E-8E98-1D94FB7A3C6E}"/>
                </c:ext>
              </c:extLst>
            </c:dLbl>
            <c:dLbl>
              <c:idx val="3"/>
              <c:tx>
                <c:rich>
                  <a:bodyPr/>
                  <a:lstStyle/>
                  <a:p>
                    <a:r>
                      <a:rPr lang="en-US" altLang="zh-CN" sz="1425" b="0">
                        <a:solidFill>
                          <a:srgbClr val="000000">
                            <a:alpha val="0"/>
                          </a:srgbClr>
                        </a:solidFill>
                        <a:latin typeface="Arial"/>
                        <a:ea typeface="Arial"/>
                        <a:cs typeface="Arial"/>
                      </a:rPr>
                      <a:t>46.6 ± 6.1 / 3.9 ± 0.6</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7-20C0-476E-8E98-1D94FB7A3C6E}"/>
                </c:ext>
              </c:extLst>
            </c:dLbl>
            <c:dLbl>
              <c:idx val="4"/>
              <c:tx>
                <c:rich>
                  <a:bodyPr/>
                  <a:lstStyle/>
                  <a:p>
                    <a:r>
                      <a:rPr lang="en-US" altLang="zh-CN" sz="1425" b="0">
                        <a:solidFill>
                          <a:srgbClr val="000000">
                            <a:alpha val="0"/>
                          </a:srgbClr>
                        </a:solidFill>
                        <a:latin typeface="Arial"/>
                        <a:ea typeface="Arial"/>
                        <a:cs typeface="Arial"/>
                      </a:rPr>
                      <a:t>43.4 ± 5.6 / 2.6 ± 0.5</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9-20C0-476E-8E98-1D94FB7A3C6E}"/>
                </c:ext>
              </c:extLst>
            </c:dLbl>
            <c:dLbl>
              <c:idx val="5"/>
              <c:tx>
                <c:rich>
                  <a:bodyPr/>
                  <a:lstStyle/>
                  <a:p>
                    <a:r>
                      <a:rPr lang="en-US" altLang="zh-CN" sz="1425" b="0">
                        <a:solidFill>
                          <a:srgbClr val="000000">
                            <a:alpha val="0"/>
                          </a:srgbClr>
                        </a:solidFill>
                        <a:latin typeface="Arial"/>
                        <a:ea typeface="Arial"/>
                        <a:cs typeface="Arial"/>
                      </a:rPr>
                      <a:t>43.6 ± 5.4 / 3.6 ± 1.2</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B-20C0-476E-8E98-1D94FB7A3C6E}"/>
                </c:ext>
              </c:extLst>
            </c:dLbl>
            <c:dLbl>
              <c:idx val="6"/>
              <c:tx>
                <c:rich>
                  <a:bodyPr/>
                  <a:lstStyle/>
                  <a:p>
                    <a:r>
                      <a:rPr lang="en-US" altLang="zh-CN" sz="1425" b="0">
                        <a:solidFill>
                          <a:srgbClr val="000000">
                            <a:alpha val="0"/>
                          </a:srgbClr>
                        </a:solidFill>
                        <a:latin typeface="Arial"/>
                        <a:ea typeface="Arial"/>
                        <a:cs typeface="Arial"/>
                      </a:rPr>
                      <a:t>32.0 ± 3.4 / 3.3 ± 0.4</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D-20C0-476E-8E98-1D94FB7A3C6E}"/>
                </c:ext>
              </c:extLst>
            </c:dLbl>
            <c:dLbl>
              <c:idx val="7"/>
              <c:tx>
                <c:rich>
                  <a:bodyPr/>
                  <a:lstStyle/>
                  <a:p>
                    <a:r>
                      <a:rPr lang="en-US" altLang="zh-CN" sz="1425" b="0">
                        <a:solidFill>
                          <a:srgbClr val="000000">
                            <a:alpha val="0"/>
                          </a:srgbClr>
                        </a:solidFill>
                        <a:latin typeface="Arial"/>
                        <a:ea typeface="Arial"/>
                        <a:cs typeface="Arial"/>
                      </a:rPr>
                      <a:t>27.7 ± 2.1 / 17.7 ± 1.1</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F-20C0-476E-8E98-1D94FB7A3C6E}"/>
                </c:ext>
              </c:extLst>
            </c:dLbl>
            <c:dLbl>
              <c:idx val="8"/>
              <c:tx>
                <c:rich>
                  <a:bodyPr/>
                  <a:lstStyle/>
                  <a:p>
                    <a:r>
                      <a:rPr lang="en-US" altLang="zh-CN" sz="1425" b="0">
                        <a:solidFill>
                          <a:srgbClr val="000000">
                            <a:alpha val="0"/>
                          </a:srgbClr>
                        </a:solidFill>
                        <a:latin typeface="Arial"/>
                        <a:ea typeface="Arial"/>
                        <a:cs typeface="Arial"/>
                      </a:rPr>
                      <a:t>38.6 ± 2.3 / 22.4 ± 2.5</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11-20C0-476E-8E98-1D94FB7A3C6E}"/>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Data'!$A$2:$A$10</c:f>
              <c:strCache>
                <c:ptCount val="9"/>
                <c:pt idx="0">
                  <c:v>SELA (ZS)</c:v>
                </c:pt>
                <c:pt idx="1">
                  <c:v>VL-Time (FS)</c:v>
                </c:pt>
                <c:pt idx="2">
                  <c:v>Numeric (FS)</c:v>
                </c:pt>
                <c:pt idx="3">
                  <c:v>TimesFM</c:v>
                </c:pt>
                <c:pt idx="4">
                  <c:v>Chronos</c:v>
                </c:pt>
                <c:pt idx="5">
                  <c:v>MOMENT</c:v>
                </c:pt>
                <c:pt idx="6">
                  <c:v>Timer</c:v>
                </c:pt>
                <c:pt idx="7">
                  <c:v>Transformer</c:v>
                </c:pt>
                <c:pt idx="8">
                  <c:v>CNN</c:v>
                </c:pt>
              </c:strCache>
            </c:strRef>
          </c:cat>
          <c:val>
            <c:numRef>
              <c:f>'Chart Data'!$B$2:$B$10</c:f>
              <c:numCache>
                <c:formatCode>0</c:formatCode>
                <c:ptCount val="9"/>
                <c:pt idx="0">
                  <c:v>60</c:v>
                </c:pt>
                <c:pt idx="1">
                  <c:v>46</c:v>
                </c:pt>
                <c:pt idx="2">
                  <c:v>54.2</c:v>
                </c:pt>
                <c:pt idx="3">
                  <c:v>3.9</c:v>
                </c:pt>
                <c:pt idx="4">
                  <c:v>2.6</c:v>
                </c:pt>
                <c:pt idx="5">
                  <c:v>3.6</c:v>
                </c:pt>
                <c:pt idx="6">
                  <c:v>3.3</c:v>
                </c:pt>
                <c:pt idx="7">
                  <c:v>17.7</c:v>
                </c:pt>
                <c:pt idx="8">
                  <c:v>22.4</c:v>
                </c:pt>
              </c:numCache>
            </c:numRef>
          </c:val>
          <c:extLst>
            <c:ext xmlns:c16="http://schemas.microsoft.com/office/drawing/2014/chart" uri="{C3380CC4-5D6E-409C-BE32-E72D297353CC}">
              <c16:uniqueId val="{00000012-20C0-476E-8E98-1D94FB7A3C6E}"/>
            </c:ext>
          </c:extLst>
        </c:ser>
        <c:dLbls>
          <c:showLegendKey val="0"/>
          <c:showVal val="0"/>
          <c:showCatName val="0"/>
          <c:showSerName val="0"/>
          <c:showPercent val="0"/>
          <c:showBubbleSize val="0"/>
        </c:dLbls>
        <c:gapWidth val="320"/>
        <c:axId val="48650112"/>
        <c:axId val="48672768"/>
      </c:barChart>
      <c:catAx>
        <c:axId val="48650112"/>
        <c:scaling>
          <c:orientation val="minMax"/>
        </c:scaling>
        <c:delete val="0"/>
        <c:axPos val="l"/>
        <c:numFmt formatCode="General" sourceLinked="1"/>
        <c:majorTickMark val="none"/>
        <c:minorTickMark val="none"/>
        <c:tickLblPos val="nextTo"/>
        <c:spPr>
          <a:ln w="0">
            <a:noFill/>
            <a:prstDash val="solid"/>
          </a:ln>
        </c:spPr>
        <c:txPr>
          <a:bodyPr anchorCtr="1"/>
          <a:lstStyle/>
          <a:p>
            <a:pPr>
              <a:defRPr sz="1725">
                <a:solidFill>
                  <a:srgbClr val="111111"/>
                </a:solidFill>
                <a:latin typeface="Arial"/>
                <a:ea typeface="Arial"/>
                <a:cs typeface="Arial"/>
              </a:defRPr>
            </a:pPr>
            <a:endParaRPr lang="zh-CN"/>
          </a:p>
        </c:txPr>
        <c:crossAx val="48672768"/>
        <c:crosses val="autoZero"/>
        <c:auto val="1"/>
        <c:lblAlgn val="ctr"/>
        <c:lblOffset val="100"/>
        <c:noMultiLvlLbl val="1"/>
      </c:catAx>
      <c:valAx>
        <c:axId val="48672768"/>
        <c:scaling>
          <c:orientation val="minMax"/>
          <c:max val="100"/>
          <c:min val="0"/>
        </c:scaling>
        <c:delete val="0"/>
        <c:axPos val="b"/>
        <c:numFmt formatCode="0" sourceLinked="1"/>
        <c:majorTickMark val="none"/>
        <c:minorTickMark val="none"/>
        <c:tickLblPos val="nextTo"/>
        <c:spPr>
          <a:ln w="9525">
            <a:solidFill>
              <a:srgbClr val="CCCCCC"/>
            </a:solidFill>
            <a:prstDash val="solid"/>
          </a:ln>
        </c:spPr>
        <c:txPr>
          <a:bodyPr anchorCtr="1"/>
          <a:lstStyle/>
          <a:p>
            <a:pPr>
              <a:defRPr sz="1425">
                <a:solidFill>
                  <a:srgbClr val="777777"/>
                </a:solidFill>
                <a:latin typeface="Arial"/>
                <a:ea typeface="Arial"/>
                <a:cs typeface="Arial"/>
              </a:defRPr>
            </a:pPr>
            <a:endParaRPr lang="zh-CN"/>
          </a:p>
        </c:txPr>
        <c:crossAx val="48650112"/>
        <c:crosses val="autoZero"/>
        <c:crossBetween val="between"/>
        <c:majorUnit val="20"/>
      </c:valAx>
      <c:spPr>
        <a:noFill/>
        <a:ln w="0">
          <a:noFill/>
          <a:prstDash val="solid"/>
        </a:ln>
      </c:spPr>
    </c:plotArea>
    <c:plotVisOnly val="1"/>
    <c:dispBlanksAs val="zero"/>
    <c:showDLblsOverMax val="1"/>
  </c:chart>
  <c:spPr>
    <a:noFill/>
    <a:ln w="0">
      <a:noFill/>
      <a:prstDash val="solid"/>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barChart>
        <c:barDir val="bar"/>
        <c:grouping val="clustered"/>
        <c:varyColors val="0"/>
        <c:ser>
          <c:idx val="0"/>
          <c:order val="0"/>
          <c:tx>
            <c:v>F1</c:v>
          </c:tx>
          <c:spPr>
            <a:solidFill>
              <a:srgbClr val="CADCE4"/>
            </a:solidFill>
          </c:spPr>
          <c:invertIfNegative val="0"/>
          <c:dPt>
            <c:idx val="0"/>
            <c:invertIfNegative val="0"/>
            <c:bubble3D val="0"/>
            <c:spPr>
              <a:solidFill>
                <a:srgbClr val="F8CEB8"/>
              </a:solidFill>
            </c:spPr>
            <c:extLst>
              <c:ext xmlns:c16="http://schemas.microsoft.com/office/drawing/2014/chart" uri="{C3380CC4-5D6E-409C-BE32-E72D297353CC}">
                <c16:uniqueId val="{00000001-C0A3-4B3C-9520-0189D52D2452}"/>
              </c:ext>
            </c:extLst>
          </c:dPt>
          <c:dPt>
            <c:idx val="1"/>
            <c:invertIfNegative val="0"/>
            <c:bubble3D val="0"/>
            <c:spPr>
              <a:solidFill>
                <a:srgbClr val="AECDDC"/>
              </a:solidFill>
            </c:spPr>
            <c:extLst>
              <c:ext xmlns:c16="http://schemas.microsoft.com/office/drawing/2014/chart" uri="{C3380CC4-5D6E-409C-BE32-E72D297353CC}">
                <c16:uniqueId val="{00000003-C0A3-4B3C-9520-0189D52D2452}"/>
              </c:ext>
            </c:extLst>
          </c:dPt>
          <c:dPt>
            <c:idx val="2"/>
            <c:invertIfNegative val="0"/>
            <c:bubble3D val="0"/>
            <c:spPr>
              <a:solidFill>
                <a:srgbClr val="AECDDC"/>
              </a:solidFill>
            </c:spPr>
            <c:extLst>
              <c:ext xmlns:c16="http://schemas.microsoft.com/office/drawing/2014/chart" uri="{C3380CC4-5D6E-409C-BE32-E72D297353CC}">
                <c16:uniqueId val="{00000005-C0A3-4B3C-9520-0189D52D2452}"/>
              </c:ext>
            </c:extLst>
          </c:dPt>
          <c:dPt>
            <c:idx val="3"/>
            <c:invertIfNegative val="0"/>
            <c:bubble3D val="0"/>
            <c:spPr>
              <a:solidFill>
                <a:srgbClr val="CEE1E9"/>
              </a:solidFill>
            </c:spPr>
            <c:extLst>
              <c:ext xmlns:c16="http://schemas.microsoft.com/office/drawing/2014/chart" uri="{C3380CC4-5D6E-409C-BE32-E72D297353CC}">
                <c16:uniqueId val="{00000007-C0A3-4B3C-9520-0189D52D2452}"/>
              </c:ext>
            </c:extLst>
          </c:dPt>
          <c:dPt>
            <c:idx val="4"/>
            <c:invertIfNegative val="0"/>
            <c:bubble3D val="0"/>
            <c:spPr>
              <a:solidFill>
                <a:srgbClr val="CEE1E9"/>
              </a:solidFill>
            </c:spPr>
            <c:extLst>
              <c:ext xmlns:c16="http://schemas.microsoft.com/office/drawing/2014/chart" uri="{C3380CC4-5D6E-409C-BE32-E72D297353CC}">
                <c16:uniqueId val="{00000009-C0A3-4B3C-9520-0189D52D2452}"/>
              </c:ext>
            </c:extLst>
          </c:dPt>
          <c:dPt>
            <c:idx val="5"/>
            <c:invertIfNegative val="0"/>
            <c:bubble3D val="0"/>
            <c:spPr>
              <a:solidFill>
                <a:srgbClr val="CEE1E9"/>
              </a:solidFill>
            </c:spPr>
            <c:extLst>
              <c:ext xmlns:c16="http://schemas.microsoft.com/office/drawing/2014/chart" uri="{C3380CC4-5D6E-409C-BE32-E72D297353CC}">
                <c16:uniqueId val="{0000000B-C0A3-4B3C-9520-0189D52D2452}"/>
              </c:ext>
            </c:extLst>
          </c:dPt>
          <c:dPt>
            <c:idx val="6"/>
            <c:invertIfNegative val="0"/>
            <c:bubble3D val="0"/>
            <c:spPr>
              <a:solidFill>
                <a:srgbClr val="CEE1E9"/>
              </a:solidFill>
            </c:spPr>
            <c:extLst>
              <c:ext xmlns:c16="http://schemas.microsoft.com/office/drawing/2014/chart" uri="{C3380CC4-5D6E-409C-BE32-E72D297353CC}">
                <c16:uniqueId val="{0000000D-C0A3-4B3C-9520-0189D52D2452}"/>
              </c:ext>
            </c:extLst>
          </c:dPt>
          <c:dPt>
            <c:idx val="7"/>
            <c:invertIfNegative val="0"/>
            <c:bubble3D val="0"/>
            <c:spPr>
              <a:solidFill>
                <a:srgbClr val="D6D6D6"/>
              </a:solidFill>
            </c:spPr>
            <c:extLst>
              <c:ext xmlns:c16="http://schemas.microsoft.com/office/drawing/2014/chart" uri="{C3380CC4-5D6E-409C-BE32-E72D297353CC}">
                <c16:uniqueId val="{0000000F-C0A3-4B3C-9520-0189D52D2452}"/>
              </c:ext>
            </c:extLst>
          </c:dPt>
          <c:dPt>
            <c:idx val="8"/>
            <c:invertIfNegative val="0"/>
            <c:bubble3D val="0"/>
            <c:spPr>
              <a:solidFill>
                <a:srgbClr val="D6D6D6"/>
              </a:solidFill>
            </c:spPr>
            <c:extLst>
              <c:ext xmlns:c16="http://schemas.microsoft.com/office/drawing/2014/chart" uri="{C3380CC4-5D6E-409C-BE32-E72D297353CC}">
                <c16:uniqueId val="{00000011-C0A3-4B3C-9520-0189D52D2452}"/>
              </c:ext>
            </c:extLst>
          </c:dPt>
          <c:dLbls>
            <c:dLbl>
              <c:idx val="0"/>
              <c:tx>
                <c:rich>
                  <a:bodyPr/>
                  <a:lstStyle/>
                  <a:p>
                    <a:r>
                      <a:rPr lang="en-US" altLang="zh-CN" sz="1425" b="1">
                        <a:solidFill>
                          <a:srgbClr val="000000">
                            <a:alpha val="0"/>
                          </a:srgbClr>
                        </a:solidFill>
                        <a:latin typeface="Arial"/>
                        <a:ea typeface="Arial"/>
                        <a:cs typeface="Arial"/>
                      </a:rPr>
                      <a:t>50.7 ± 1.5 / 57.1 ± 2.2</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1-C0A3-4B3C-9520-0189D52D2452}"/>
                </c:ext>
              </c:extLst>
            </c:dLbl>
            <c:dLbl>
              <c:idx val="1"/>
              <c:tx>
                <c:rich>
                  <a:bodyPr/>
                  <a:lstStyle/>
                  <a:p>
                    <a:r>
                      <a:rPr lang="en-US" altLang="zh-CN" sz="1425" b="0">
                        <a:solidFill>
                          <a:srgbClr val="000000">
                            <a:alpha val="0"/>
                          </a:srgbClr>
                        </a:solidFill>
                        <a:latin typeface="Arial"/>
                        <a:ea typeface="Arial"/>
                        <a:cs typeface="Arial"/>
                      </a:rPr>
                      <a:t>30.0 ± 3.0 / 33.2 ± 4.0</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3-C0A3-4B3C-9520-0189D52D2452}"/>
                </c:ext>
              </c:extLst>
            </c:dLbl>
            <c:dLbl>
              <c:idx val="2"/>
              <c:tx>
                <c:rich>
                  <a:bodyPr/>
                  <a:lstStyle/>
                  <a:p>
                    <a:r>
                      <a:rPr lang="en-US" altLang="zh-CN" sz="1425" b="0">
                        <a:solidFill>
                          <a:srgbClr val="000000">
                            <a:alpha val="0"/>
                          </a:srgbClr>
                        </a:solidFill>
                        <a:latin typeface="Arial"/>
                        <a:ea typeface="Arial"/>
                        <a:cs typeface="Arial"/>
                      </a:rPr>
                      <a:t>43.4 ± 1.6 / 49.4 ± 1.1</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5-C0A3-4B3C-9520-0189D52D2452}"/>
                </c:ext>
              </c:extLst>
            </c:dLbl>
            <c:dLbl>
              <c:idx val="3"/>
              <c:tx>
                <c:rich>
                  <a:bodyPr/>
                  <a:lstStyle/>
                  <a:p>
                    <a:r>
                      <a:rPr lang="en-US" altLang="zh-CN" sz="1425" b="0">
                        <a:solidFill>
                          <a:srgbClr val="000000">
                            <a:alpha val="0"/>
                          </a:srgbClr>
                        </a:solidFill>
                        <a:latin typeface="Arial"/>
                        <a:ea typeface="Arial"/>
                        <a:cs typeface="Arial"/>
                      </a:rPr>
                      <a:t>44.5 ± 3.0 / 47.4 ± 3.4</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7-C0A3-4B3C-9520-0189D52D2452}"/>
                </c:ext>
              </c:extLst>
            </c:dLbl>
            <c:dLbl>
              <c:idx val="4"/>
              <c:tx>
                <c:rich>
                  <a:bodyPr/>
                  <a:lstStyle/>
                  <a:p>
                    <a:r>
                      <a:rPr lang="en-US" altLang="zh-CN" sz="1425" b="0">
                        <a:solidFill>
                          <a:srgbClr val="000000">
                            <a:alpha val="0"/>
                          </a:srgbClr>
                        </a:solidFill>
                        <a:latin typeface="Arial"/>
                        <a:ea typeface="Arial"/>
                        <a:cs typeface="Arial"/>
                      </a:rPr>
                      <a:t>37.7 ± 6.8 / 39.9 ± 8.3</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9-C0A3-4B3C-9520-0189D52D2452}"/>
                </c:ext>
              </c:extLst>
            </c:dLbl>
            <c:dLbl>
              <c:idx val="5"/>
              <c:tx>
                <c:rich>
                  <a:bodyPr/>
                  <a:lstStyle/>
                  <a:p>
                    <a:r>
                      <a:rPr lang="en-US" altLang="zh-CN" sz="1425" b="0">
                        <a:solidFill>
                          <a:srgbClr val="222222"/>
                        </a:solidFill>
                        <a:latin typeface="Arial"/>
                        <a:ea typeface="Arial"/>
                        <a:cs typeface="Arial"/>
                      </a:rPr>
                      <a:t>20.9 ± 5.3 / 20.4 ± 5.6</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B-C0A3-4B3C-9520-0189D52D2452}"/>
                </c:ext>
              </c:extLst>
            </c:dLbl>
            <c:dLbl>
              <c:idx val="6"/>
              <c:tx>
                <c:rich>
                  <a:bodyPr/>
                  <a:lstStyle/>
                  <a:p>
                    <a:r>
                      <a:rPr lang="en-US" altLang="zh-CN" sz="1425" b="0">
                        <a:solidFill>
                          <a:srgbClr val="222222"/>
                        </a:solidFill>
                        <a:latin typeface="Arial"/>
                        <a:ea typeface="Arial"/>
                        <a:cs typeface="Arial"/>
                      </a:rPr>
                      <a:t>18.0 ± 0.4 / 17.1 ± 0.6</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D-C0A3-4B3C-9520-0189D52D2452}"/>
                </c:ext>
              </c:extLst>
            </c:dLbl>
            <c:dLbl>
              <c:idx val="7"/>
              <c:tx>
                <c:rich>
                  <a:bodyPr/>
                  <a:lstStyle/>
                  <a:p>
                    <a:r>
                      <a:rPr lang="en-US" altLang="zh-CN" sz="1425" b="0">
                        <a:solidFill>
                          <a:srgbClr val="222222"/>
                        </a:solidFill>
                        <a:latin typeface="Arial"/>
                        <a:ea typeface="Arial"/>
                        <a:cs typeface="Arial"/>
                      </a:rPr>
                      <a:t>46.4 ± 6.5 / 40.8 ± 6.6</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F-C0A3-4B3C-9520-0189D52D2452}"/>
                </c:ext>
              </c:extLst>
            </c:dLbl>
            <c:dLbl>
              <c:idx val="8"/>
              <c:tx>
                <c:rich>
                  <a:bodyPr/>
                  <a:lstStyle/>
                  <a:p>
                    <a:r>
                      <a:rPr lang="en-US" altLang="zh-CN" sz="1425" b="0">
                        <a:solidFill>
                          <a:srgbClr val="222222"/>
                        </a:solidFill>
                        <a:latin typeface="Arial"/>
                        <a:ea typeface="Arial"/>
                        <a:cs typeface="Arial"/>
                      </a:rPr>
                      <a:t>45.1 ± 3.2 / 40.7 ± 2.2</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11-C0A3-4B3C-9520-0189D52D2452}"/>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Data'!$A$2:$A$10</c:f>
              <c:strCache>
                <c:ptCount val="9"/>
                <c:pt idx="0">
                  <c:v>SELA (ZS)</c:v>
                </c:pt>
                <c:pt idx="1">
                  <c:v>VL-Time (FS)</c:v>
                </c:pt>
                <c:pt idx="2">
                  <c:v>Numeric (FS)</c:v>
                </c:pt>
                <c:pt idx="3">
                  <c:v>TimesFM</c:v>
                </c:pt>
                <c:pt idx="4">
                  <c:v>Chronos</c:v>
                </c:pt>
                <c:pt idx="5">
                  <c:v>MOMENT</c:v>
                </c:pt>
                <c:pt idx="6">
                  <c:v>Timer</c:v>
                </c:pt>
                <c:pt idx="7">
                  <c:v>Transformer</c:v>
                </c:pt>
                <c:pt idx="8">
                  <c:v>CNN</c:v>
                </c:pt>
              </c:strCache>
            </c:strRef>
          </c:cat>
          <c:val>
            <c:numRef>
              <c:f>'Chart Data'!$B$2:$B$10</c:f>
              <c:numCache>
                <c:formatCode>0</c:formatCode>
                <c:ptCount val="9"/>
                <c:pt idx="0">
                  <c:v>50.7</c:v>
                </c:pt>
                <c:pt idx="1">
                  <c:v>30</c:v>
                </c:pt>
                <c:pt idx="2">
                  <c:v>43.4</c:v>
                </c:pt>
                <c:pt idx="3">
                  <c:v>44.5</c:v>
                </c:pt>
                <c:pt idx="4">
                  <c:v>37.700000000000003</c:v>
                </c:pt>
                <c:pt idx="5">
                  <c:v>20.9</c:v>
                </c:pt>
                <c:pt idx="6">
                  <c:v>18</c:v>
                </c:pt>
                <c:pt idx="7">
                  <c:v>46.4</c:v>
                </c:pt>
                <c:pt idx="8">
                  <c:v>45.1</c:v>
                </c:pt>
              </c:numCache>
            </c:numRef>
          </c:val>
          <c:extLst>
            <c:ext xmlns:c16="http://schemas.microsoft.com/office/drawing/2014/chart" uri="{C3380CC4-5D6E-409C-BE32-E72D297353CC}">
              <c16:uniqueId val="{00000012-C0A3-4B3C-9520-0189D52D2452}"/>
            </c:ext>
          </c:extLst>
        </c:ser>
        <c:dLbls>
          <c:showLegendKey val="0"/>
          <c:showVal val="0"/>
          <c:showCatName val="0"/>
          <c:showSerName val="0"/>
          <c:showPercent val="0"/>
          <c:showBubbleSize val="0"/>
        </c:dLbls>
        <c:gapWidth val="40"/>
        <c:axId val="48650112"/>
        <c:axId val="48672768"/>
      </c:barChart>
      <c:catAx>
        <c:axId val="48650112"/>
        <c:scaling>
          <c:orientation val="minMax"/>
        </c:scaling>
        <c:delete val="0"/>
        <c:axPos val="l"/>
        <c:numFmt formatCode="General" sourceLinked="1"/>
        <c:majorTickMark val="none"/>
        <c:minorTickMark val="none"/>
        <c:tickLblPos val="nextTo"/>
        <c:spPr>
          <a:ln w="0">
            <a:noFill/>
            <a:prstDash val="solid"/>
          </a:ln>
        </c:spPr>
        <c:txPr>
          <a:bodyPr anchorCtr="1"/>
          <a:lstStyle/>
          <a:p>
            <a:pPr>
              <a:defRPr sz="1725">
                <a:solidFill>
                  <a:srgbClr val="111111"/>
                </a:solidFill>
                <a:latin typeface="Arial"/>
                <a:ea typeface="Arial"/>
                <a:cs typeface="Arial"/>
              </a:defRPr>
            </a:pPr>
            <a:endParaRPr lang="zh-CN"/>
          </a:p>
        </c:txPr>
        <c:crossAx val="48672768"/>
        <c:crosses val="autoZero"/>
        <c:auto val="1"/>
        <c:lblAlgn val="ctr"/>
        <c:lblOffset val="100"/>
        <c:noMultiLvlLbl val="1"/>
      </c:catAx>
      <c:valAx>
        <c:axId val="48672768"/>
        <c:scaling>
          <c:orientation val="minMax"/>
          <c:max val="100"/>
          <c:min val="0"/>
        </c:scaling>
        <c:delete val="0"/>
        <c:axPos val="b"/>
        <c:majorGridlines>
          <c:spPr>
            <a:ln w="9525">
              <a:solidFill>
                <a:srgbClr val="E6E6E6"/>
              </a:solidFill>
              <a:prstDash val="solid"/>
            </a:ln>
          </c:spPr>
        </c:majorGridlines>
        <c:numFmt formatCode="0" sourceLinked="1"/>
        <c:majorTickMark val="none"/>
        <c:minorTickMark val="none"/>
        <c:tickLblPos val="nextTo"/>
        <c:spPr>
          <a:ln w="9525">
            <a:solidFill>
              <a:srgbClr val="CCCCCC"/>
            </a:solidFill>
            <a:prstDash val="solid"/>
          </a:ln>
        </c:spPr>
        <c:txPr>
          <a:bodyPr anchorCtr="1"/>
          <a:lstStyle/>
          <a:p>
            <a:pPr>
              <a:defRPr sz="1425">
                <a:solidFill>
                  <a:srgbClr val="777777"/>
                </a:solidFill>
                <a:latin typeface="Arial"/>
                <a:ea typeface="Arial"/>
                <a:cs typeface="Arial"/>
              </a:defRPr>
            </a:pPr>
            <a:endParaRPr lang="zh-CN"/>
          </a:p>
        </c:txPr>
        <c:crossAx val="48650112"/>
        <c:crosses val="autoZero"/>
        <c:crossBetween val="between"/>
        <c:majorUnit val="20"/>
      </c:valAx>
      <c:spPr>
        <a:noFill/>
        <a:ln w="0">
          <a:noFill/>
          <a:prstDash val="solid"/>
        </a:ln>
      </c:spPr>
    </c:plotArea>
    <c:plotVisOnly val="1"/>
    <c:dispBlanksAs val="zero"/>
    <c:showDLblsOverMax val="1"/>
  </c:chart>
  <c:spPr>
    <a:noFill/>
    <a:ln w="0">
      <a:noFill/>
      <a:prstDash val="solid"/>
    </a:ln>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barChart>
        <c:barDir val="bar"/>
        <c:grouping val="clustered"/>
        <c:varyColors val="0"/>
        <c:ser>
          <c:idx val="0"/>
          <c:order val="0"/>
          <c:tx>
            <c:v>F0.5</c:v>
          </c:tx>
          <c:spPr>
            <a:solidFill>
              <a:srgbClr val="156082"/>
            </a:solidFill>
          </c:spPr>
          <c:invertIfNegative val="0"/>
          <c:dPt>
            <c:idx val="0"/>
            <c:invertIfNegative val="0"/>
            <c:bubble3D val="0"/>
            <c:spPr>
              <a:solidFill>
                <a:srgbClr val="CF5B1B"/>
              </a:solidFill>
            </c:spPr>
            <c:extLst>
              <c:ext xmlns:c16="http://schemas.microsoft.com/office/drawing/2014/chart" uri="{C3380CC4-5D6E-409C-BE32-E72D297353CC}">
                <c16:uniqueId val="{00000001-F141-4307-94CD-5A0AE710BF66}"/>
              </c:ext>
            </c:extLst>
          </c:dPt>
          <c:dPt>
            <c:idx val="1"/>
            <c:invertIfNegative val="0"/>
            <c:bubble3D val="0"/>
            <c:extLst>
              <c:ext xmlns:c16="http://schemas.microsoft.com/office/drawing/2014/chart" uri="{C3380CC4-5D6E-409C-BE32-E72D297353CC}">
                <c16:uniqueId val="{00000003-F141-4307-94CD-5A0AE710BF66}"/>
              </c:ext>
            </c:extLst>
          </c:dPt>
          <c:dPt>
            <c:idx val="2"/>
            <c:invertIfNegative val="0"/>
            <c:bubble3D val="0"/>
            <c:extLst>
              <c:ext xmlns:c16="http://schemas.microsoft.com/office/drawing/2014/chart" uri="{C3380CC4-5D6E-409C-BE32-E72D297353CC}">
                <c16:uniqueId val="{00000005-F141-4307-94CD-5A0AE710BF66}"/>
              </c:ext>
            </c:extLst>
          </c:dPt>
          <c:dPt>
            <c:idx val="3"/>
            <c:invertIfNegative val="0"/>
            <c:bubble3D val="0"/>
            <c:spPr>
              <a:solidFill>
                <a:srgbClr val="5A8AA0"/>
              </a:solidFill>
            </c:spPr>
            <c:extLst>
              <c:ext xmlns:c16="http://schemas.microsoft.com/office/drawing/2014/chart" uri="{C3380CC4-5D6E-409C-BE32-E72D297353CC}">
                <c16:uniqueId val="{00000007-F141-4307-94CD-5A0AE710BF66}"/>
              </c:ext>
            </c:extLst>
          </c:dPt>
          <c:dPt>
            <c:idx val="4"/>
            <c:invertIfNegative val="0"/>
            <c:bubble3D val="0"/>
            <c:spPr>
              <a:solidFill>
                <a:srgbClr val="5A8AA0"/>
              </a:solidFill>
            </c:spPr>
            <c:extLst>
              <c:ext xmlns:c16="http://schemas.microsoft.com/office/drawing/2014/chart" uri="{C3380CC4-5D6E-409C-BE32-E72D297353CC}">
                <c16:uniqueId val="{00000009-F141-4307-94CD-5A0AE710BF66}"/>
              </c:ext>
            </c:extLst>
          </c:dPt>
          <c:dPt>
            <c:idx val="5"/>
            <c:invertIfNegative val="0"/>
            <c:bubble3D val="0"/>
            <c:spPr>
              <a:solidFill>
                <a:srgbClr val="5A8AA0"/>
              </a:solidFill>
            </c:spPr>
            <c:extLst>
              <c:ext xmlns:c16="http://schemas.microsoft.com/office/drawing/2014/chart" uri="{C3380CC4-5D6E-409C-BE32-E72D297353CC}">
                <c16:uniqueId val="{0000000B-F141-4307-94CD-5A0AE710BF66}"/>
              </c:ext>
            </c:extLst>
          </c:dPt>
          <c:dPt>
            <c:idx val="6"/>
            <c:invertIfNegative val="0"/>
            <c:bubble3D val="0"/>
            <c:spPr>
              <a:solidFill>
                <a:srgbClr val="5A8AA0"/>
              </a:solidFill>
            </c:spPr>
            <c:extLst>
              <c:ext xmlns:c16="http://schemas.microsoft.com/office/drawing/2014/chart" uri="{C3380CC4-5D6E-409C-BE32-E72D297353CC}">
                <c16:uniqueId val="{0000000D-F141-4307-94CD-5A0AE710BF66}"/>
              </c:ext>
            </c:extLst>
          </c:dPt>
          <c:dPt>
            <c:idx val="7"/>
            <c:invertIfNegative val="0"/>
            <c:bubble3D val="0"/>
            <c:spPr>
              <a:solidFill>
                <a:srgbClr val="707070"/>
              </a:solidFill>
            </c:spPr>
            <c:extLst>
              <c:ext xmlns:c16="http://schemas.microsoft.com/office/drawing/2014/chart" uri="{C3380CC4-5D6E-409C-BE32-E72D297353CC}">
                <c16:uniqueId val="{0000000F-F141-4307-94CD-5A0AE710BF66}"/>
              </c:ext>
            </c:extLst>
          </c:dPt>
          <c:dPt>
            <c:idx val="8"/>
            <c:invertIfNegative val="0"/>
            <c:bubble3D val="0"/>
            <c:spPr>
              <a:solidFill>
                <a:srgbClr val="707070"/>
              </a:solidFill>
            </c:spPr>
            <c:extLst>
              <c:ext xmlns:c16="http://schemas.microsoft.com/office/drawing/2014/chart" uri="{C3380CC4-5D6E-409C-BE32-E72D297353CC}">
                <c16:uniqueId val="{00000011-F141-4307-94CD-5A0AE710BF66}"/>
              </c:ext>
            </c:extLst>
          </c:dPt>
          <c:dLbls>
            <c:dLbl>
              <c:idx val="0"/>
              <c:tx>
                <c:rich>
                  <a:bodyPr/>
                  <a:lstStyle/>
                  <a:p>
                    <a:r>
                      <a:rPr lang="en-US" altLang="zh-CN" sz="1425" b="1">
                        <a:solidFill>
                          <a:srgbClr val="222222"/>
                        </a:solidFill>
                        <a:latin typeface="Arial"/>
                        <a:ea typeface="Arial"/>
                        <a:cs typeface="Arial"/>
                      </a:rPr>
                      <a:t>50.7 ± 1.5 / 57.1 ± 2.2</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1-F141-4307-94CD-5A0AE710BF66}"/>
                </c:ext>
              </c:extLst>
            </c:dLbl>
            <c:dLbl>
              <c:idx val="1"/>
              <c:tx>
                <c:rich>
                  <a:bodyPr/>
                  <a:lstStyle/>
                  <a:p>
                    <a:r>
                      <a:rPr lang="en-US" altLang="zh-CN" sz="1425" b="0">
                        <a:solidFill>
                          <a:srgbClr val="222222"/>
                        </a:solidFill>
                        <a:latin typeface="Arial"/>
                        <a:ea typeface="Arial"/>
                        <a:cs typeface="Arial"/>
                      </a:rPr>
                      <a:t>30.0 ± 3.0 / 33.2 ± 4.0</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3-F141-4307-94CD-5A0AE710BF66}"/>
                </c:ext>
              </c:extLst>
            </c:dLbl>
            <c:dLbl>
              <c:idx val="2"/>
              <c:tx>
                <c:rich>
                  <a:bodyPr/>
                  <a:lstStyle/>
                  <a:p>
                    <a:r>
                      <a:rPr lang="en-US" altLang="zh-CN" sz="1425" b="0">
                        <a:solidFill>
                          <a:srgbClr val="222222"/>
                        </a:solidFill>
                        <a:latin typeface="Arial"/>
                        <a:ea typeface="Arial"/>
                        <a:cs typeface="Arial"/>
                      </a:rPr>
                      <a:t>43.4 ± 1.6 / 49.4 ± 1.1</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5-F141-4307-94CD-5A0AE710BF66}"/>
                </c:ext>
              </c:extLst>
            </c:dLbl>
            <c:dLbl>
              <c:idx val="3"/>
              <c:tx>
                <c:rich>
                  <a:bodyPr/>
                  <a:lstStyle/>
                  <a:p>
                    <a:r>
                      <a:rPr lang="en-US" altLang="zh-CN" sz="1425" b="0">
                        <a:solidFill>
                          <a:srgbClr val="222222"/>
                        </a:solidFill>
                        <a:latin typeface="Arial"/>
                        <a:ea typeface="Arial"/>
                        <a:cs typeface="Arial"/>
                      </a:rPr>
                      <a:t>44.5 ± 3.0 / 47.4 ± 3.4</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7-F141-4307-94CD-5A0AE710BF66}"/>
                </c:ext>
              </c:extLst>
            </c:dLbl>
            <c:dLbl>
              <c:idx val="4"/>
              <c:tx>
                <c:rich>
                  <a:bodyPr/>
                  <a:lstStyle/>
                  <a:p>
                    <a:r>
                      <a:rPr lang="en-US" altLang="zh-CN" sz="1425" b="0">
                        <a:solidFill>
                          <a:srgbClr val="222222"/>
                        </a:solidFill>
                        <a:latin typeface="Arial"/>
                        <a:ea typeface="Arial"/>
                        <a:cs typeface="Arial"/>
                      </a:rPr>
                      <a:t>37.7 ± 6.8 / 39.9 ± 8.3</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9-F141-4307-94CD-5A0AE710BF66}"/>
                </c:ext>
              </c:extLst>
            </c:dLbl>
            <c:dLbl>
              <c:idx val="5"/>
              <c:tx>
                <c:rich>
                  <a:bodyPr/>
                  <a:lstStyle/>
                  <a:p>
                    <a:r>
                      <a:rPr lang="en-US" altLang="zh-CN" sz="1425" b="0">
                        <a:solidFill>
                          <a:srgbClr val="000000">
                            <a:alpha val="0"/>
                          </a:srgbClr>
                        </a:solidFill>
                        <a:latin typeface="Arial"/>
                        <a:ea typeface="Arial"/>
                        <a:cs typeface="Arial"/>
                      </a:rPr>
                      <a:t>20.9 ± 5.3 / 20.4 ± 5.6</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B-F141-4307-94CD-5A0AE710BF66}"/>
                </c:ext>
              </c:extLst>
            </c:dLbl>
            <c:dLbl>
              <c:idx val="6"/>
              <c:tx>
                <c:rich>
                  <a:bodyPr/>
                  <a:lstStyle/>
                  <a:p>
                    <a:r>
                      <a:rPr lang="en-US" altLang="zh-CN" sz="1425" b="0">
                        <a:solidFill>
                          <a:srgbClr val="000000">
                            <a:alpha val="0"/>
                          </a:srgbClr>
                        </a:solidFill>
                        <a:latin typeface="Arial"/>
                        <a:ea typeface="Arial"/>
                        <a:cs typeface="Arial"/>
                      </a:rPr>
                      <a:t>18.0 ± 0.4 / 17.1 ± 0.6</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D-F141-4307-94CD-5A0AE710BF66}"/>
                </c:ext>
              </c:extLst>
            </c:dLbl>
            <c:dLbl>
              <c:idx val="7"/>
              <c:tx>
                <c:rich>
                  <a:bodyPr/>
                  <a:lstStyle/>
                  <a:p>
                    <a:r>
                      <a:rPr lang="en-US" altLang="zh-CN" sz="1425" b="0">
                        <a:solidFill>
                          <a:srgbClr val="000000">
                            <a:alpha val="0"/>
                          </a:srgbClr>
                        </a:solidFill>
                        <a:latin typeface="Arial"/>
                        <a:ea typeface="Arial"/>
                        <a:cs typeface="Arial"/>
                      </a:rPr>
                      <a:t>46.4 ± 6.5 / 40.8 ± 6.6</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F-F141-4307-94CD-5A0AE710BF66}"/>
                </c:ext>
              </c:extLst>
            </c:dLbl>
            <c:dLbl>
              <c:idx val="8"/>
              <c:tx>
                <c:rich>
                  <a:bodyPr/>
                  <a:lstStyle/>
                  <a:p>
                    <a:r>
                      <a:rPr lang="en-US" altLang="zh-CN" sz="1425" b="0">
                        <a:solidFill>
                          <a:srgbClr val="000000">
                            <a:alpha val="0"/>
                          </a:srgbClr>
                        </a:solidFill>
                        <a:latin typeface="Arial"/>
                        <a:ea typeface="Arial"/>
                        <a:cs typeface="Arial"/>
                      </a:rPr>
                      <a:t>45.1 ± 3.2 / 40.7 ± 2.2</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11-F141-4307-94CD-5A0AE710BF66}"/>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Data'!$A$2:$A$10</c:f>
              <c:strCache>
                <c:ptCount val="9"/>
                <c:pt idx="0">
                  <c:v>SELA (ZS)</c:v>
                </c:pt>
                <c:pt idx="1">
                  <c:v>VL-Time (FS)</c:v>
                </c:pt>
                <c:pt idx="2">
                  <c:v>Numeric (FS)</c:v>
                </c:pt>
                <c:pt idx="3">
                  <c:v>TimesFM</c:v>
                </c:pt>
                <c:pt idx="4">
                  <c:v>Chronos</c:v>
                </c:pt>
                <c:pt idx="5">
                  <c:v>MOMENT</c:v>
                </c:pt>
                <c:pt idx="6">
                  <c:v>Timer</c:v>
                </c:pt>
                <c:pt idx="7">
                  <c:v>Transformer</c:v>
                </c:pt>
                <c:pt idx="8">
                  <c:v>CNN</c:v>
                </c:pt>
              </c:strCache>
            </c:strRef>
          </c:cat>
          <c:val>
            <c:numRef>
              <c:f>'Chart Data'!$B$2:$B$10</c:f>
              <c:numCache>
                <c:formatCode>0</c:formatCode>
                <c:ptCount val="9"/>
                <c:pt idx="0">
                  <c:v>57.1</c:v>
                </c:pt>
                <c:pt idx="1">
                  <c:v>33.200000000000003</c:v>
                </c:pt>
                <c:pt idx="2">
                  <c:v>49.4</c:v>
                </c:pt>
                <c:pt idx="3">
                  <c:v>47.4</c:v>
                </c:pt>
                <c:pt idx="4">
                  <c:v>39.9</c:v>
                </c:pt>
                <c:pt idx="5">
                  <c:v>20.399999999999999</c:v>
                </c:pt>
                <c:pt idx="6">
                  <c:v>17.100000000000001</c:v>
                </c:pt>
                <c:pt idx="7">
                  <c:v>40.799999999999997</c:v>
                </c:pt>
                <c:pt idx="8">
                  <c:v>40.700000000000003</c:v>
                </c:pt>
              </c:numCache>
            </c:numRef>
          </c:val>
          <c:extLst>
            <c:ext xmlns:c16="http://schemas.microsoft.com/office/drawing/2014/chart" uri="{C3380CC4-5D6E-409C-BE32-E72D297353CC}">
              <c16:uniqueId val="{00000012-F141-4307-94CD-5A0AE710BF66}"/>
            </c:ext>
          </c:extLst>
        </c:ser>
        <c:dLbls>
          <c:showLegendKey val="0"/>
          <c:showVal val="0"/>
          <c:showCatName val="0"/>
          <c:showSerName val="0"/>
          <c:showPercent val="0"/>
          <c:showBubbleSize val="0"/>
        </c:dLbls>
        <c:gapWidth val="320"/>
        <c:axId val="48650112"/>
        <c:axId val="48672768"/>
      </c:barChart>
      <c:catAx>
        <c:axId val="48650112"/>
        <c:scaling>
          <c:orientation val="minMax"/>
        </c:scaling>
        <c:delete val="0"/>
        <c:axPos val="l"/>
        <c:numFmt formatCode="General" sourceLinked="1"/>
        <c:majorTickMark val="none"/>
        <c:minorTickMark val="none"/>
        <c:tickLblPos val="nextTo"/>
        <c:spPr>
          <a:ln w="0">
            <a:noFill/>
            <a:prstDash val="solid"/>
          </a:ln>
        </c:spPr>
        <c:txPr>
          <a:bodyPr anchorCtr="1"/>
          <a:lstStyle/>
          <a:p>
            <a:pPr>
              <a:defRPr sz="1725">
                <a:solidFill>
                  <a:srgbClr val="111111"/>
                </a:solidFill>
                <a:latin typeface="Arial"/>
                <a:ea typeface="Arial"/>
                <a:cs typeface="Arial"/>
              </a:defRPr>
            </a:pPr>
            <a:endParaRPr lang="zh-CN"/>
          </a:p>
        </c:txPr>
        <c:crossAx val="48672768"/>
        <c:crosses val="autoZero"/>
        <c:auto val="1"/>
        <c:lblAlgn val="ctr"/>
        <c:lblOffset val="100"/>
        <c:noMultiLvlLbl val="1"/>
      </c:catAx>
      <c:valAx>
        <c:axId val="48672768"/>
        <c:scaling>
          <c:orientation val="minMax"/>
          <c:max val="100"/>
          <c:min val="0"/>
        </c:scaling>
        <c:delete val="0"/>
        <c:axPos val="b"/>
        <c:numFmt formatCode="0" sourceLinked="1"/>
        <c:majorTickMark val="none"/>
        <c:minorTickMark val="none"/>
        <c:tickLblPos val="nextTo"/>
        <c:spPr>
          <a:ln w="9525">
            <a:solidFill>
              <a:srgbClr val="CCCCCC"/>
            </a:solidFill>
            <a:prstDash val="solid"/>
          </a:ln>
        </c:spPr>
        <c:txPr>
          <a:bodyPr anchorCtr="1"/>
          <a:lstStyle/>
          <a:p>
            <a:pPr>
              <a:defRPr sz="1425">
                <a:solidFill>
                  <a:srgbClr val="777777"/>
                </a:solidFill>
                <a:latin typeface="Arial"/>
                <a:ea typeface="Arial"/>
                <a:cs typeface="Arial"/>
              </a:defRPr>
            </a:pPr>
            <a:endParaRPr lang="zh-CN"/>
          </a:p>
        </c:txPr>
        <c:crossAx val="48650112"/>
        <c:crosses val="autoZero"/>
        <c:crossBetween val="between"/>
        <c:majorUnit val="20"/>
      </c:valAx>
      <c:spPr>
        <a:noFill/>
        <a:ln w="0">
          <a:noFill/>
          <a:prstDash val="solid"/>
        </a:ln>
      </c:spPr>
    </c:plotArea>
    <c:plotVisOnly val="1"/>
    <c:dispBlanksAs val="zero"/>
    <c:showDLblsOverMax val="1"/>
  </c:chart>
  <c:spPr>
    <a:noFill/>
    <a:ln w="0">
      <a:noFill/>
      <a:prstDash val="solid"/>
    </a:ln>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barChart>
        <c:barDir val="col"/>
        <c:grouping val="clustered"/>
        <c:varyColors val="0"/>
        <c:ser>
          <c:idx val="0"/>
          <c:order val="0"/>
          <c:tx>
            <c:v>SELA</c:v>
          </c:tx>
          <c:spPr>
            <a:solidFill>
              <a:srgbClr val="E97132"/>
            </a:solidFill>
          </c:spPr>
          <c:invertIfNegative val="0"/>
          <c:dLbls>
            <c:numFmt formatCode="0.0" sourceLinked="0"/>
            <c:spPr>
              <a:noFill/>
              <a:ln>
                <a:noFill/>
              </a:ln>
              <a:effectLst/>
            </c:spPr>
            <c:txPr>
              <a:bodyPr anchorCtr="1"/>
              <a:lstStyle/>
              <a:p>
                <a:pPr>
                  <a:defRPr sz="1800">
                    <a:solidFill>
                      <a:srgbClr val="111111"/>
                    </a:solidFill>
                    <a:latin typeface="Arial"/>
                    <a:ea typeface="Arial"/>
                    <a:cs typeface="Arial"/>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Pressure Test</c:v>
                </c:pt>
                <c:pt idx="1">
                  <c:v>Climate Hazard</c:v>
                </c:pt>
              </c:strCache>
            </c:strRef>
          </c:cat>
          <c:val>
            <c:numRef>
              <c:f>'Chart Data'!$B$2:$B$3</c:f>
              <c:numCache>
                <c:formatCode>0</c:formatCode>
                <c:ptCount val="2"/>
                <c:pt idx="0">
                  <c:v>60</c:v>
                </c:pt>
                <c:pt idx="1">
                  <c:v>57.1</c:v>
                </c:pt>
              </c:numCache>
            </c:numRef>
          </c:val>
          <c:extLst>
            <c:ext xmlns:c16="http://schemas.microsoft.com/office/drawing/2014/chart" uri="{C3380CC4-5D6E-409C-BE32-E72D297353CC}">
              <c16:uniqueId val="{00000000-4848-4C57-A5F4-7A104E2BD269}"/>
            </c:ext>
          </c:extLst>
        </c:ser>
        <c:ser>
          <c:idx val="1"/>
          <c:order val="1"/>
          <c:tx>
            <c:v>Without ELT</c:v>
          </c:tx>
          <c:spPr>
            <a:solidFill>
              <a:srgbClr val="BFBFBF"/>
            </a:solidFill>
          </c:spPr>
          <c:invertIfNegative val="0"/>
          <c:dLbls>
            <c:numFmt formatCode="0.0" sourceLinked="0"/>
            <c:spPr>
              <a:noFill/>
              <a:ln>
                <a:noFill/>
              </a:ln>
              <a:effectLst/>
            </c:spPr>
            <c:txPr>
              <a:bodyPr anchorCtr="1"/>
              <a:lstStyle/>
              <a:p>
                <a:pPr>
                  <a:defRPr sz="1800">
                    <a:solidFill>
                      <a:srgbClr val="111111"/>
                    </a:solidFill>
                    <a:latin typeface="Arial"/>
                    <a:ea typeface="Arial"/>
                    <a:cs typeface="Arial"/>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Data'!$C$2:$C$3</c:f>
              <c:strCache>
                <c:ptCount val="2"/>
                <c:pt idx="0">
                  <c:v>Pressure Test</c:v>
                </c:pt>
                <c:pt idx="1">
                  <c:v>Climate Hazard</c:v>
                </c:pt>
              </c:strCache>
            </c:strRef>
          </c:cat>
          <c:val>
            <c:numRef>
              <c:f>'Chart Data'!$D$2:$D$3</c:f>
              <c:numCache>
                <c:formatCode>0</c:formatCode>
                <c:ptCount val="2"/>
                <c:pt idx="0">
                  <c:v>39.1</c:v>
                </c:pt>
                <c:pt idx="1">
                  <c:v>34.5</c:v>
                </c:pt>
              </c:numCache>
            </c:numRef>
          </c:val>
          <c:extLst>
            <c:ext xmlns:c16="http://schemas.microsoft.com/office/drawing/2014/chart" uri="{C3380CC4-5D6E-409C-BE32-E72D297353CC}">
              <c16:uniqueId val="{00000001-4848-4C57-A5F4-7A104E2BD269}"/>
            </c:ext>
          </c:extLst>
        </c:ser>
        <c:dLbls>
          <c:dLblPos val="outEnd"/>
          <c:showLegendKey val="0"/>
          <c:showVal val="1"/>
          <c:showCatName val="0"/>
          <c:showSerName val="0"/>
          <c:showPercent val="0"/>
          <c:showBubbleSize val="0"/>
        </c:dLbls>
        <c:gapWidth val="11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444444"/>
            </a:solidFill>
            <a:prstDash val="solid"/>
          </a:ln>
        </c:spPr>
        <c:txPr>
          <a:bodyPr anchorCtr="1"/>
          <a:lstStyle/>
          <a:p>
            <a:pPr>
              <a:defRPr sz="1725">
                <a:solidFill>
                  <a:srgbClr val="111111"/>
                </a:solidFill>
                <a:latin typeface="Arial"/>
                <a:ea typeface="Arial"/>
                <a:cs typeface="Arial"/>
              </a:defRPr>
            </a:pPr>
            <a:endParaRPr lang="zh-CN"/>
          </a:p>
        </c:txPr>
        <c:crossAx val="48672768"/>
        <c:crosses val="autoZero"/>
        <c:auto val="1"/>
        <c:lblAlgn val="ctr"/>
        <c:lblOffset val="100"/>
        <c:noMultiLvlLbl val="1"/>
      </c:catAx>
      <c:valAx>
        <c:axId val="48672768"/>
        <c:scaling>
          <c:orientation val="minMax"/>
          <c:max val="70"/>
          <c:min val="0"/>
        </c:scaling>
        <c:delete val="0"/>
        <c:axPos val="l"/>
        <c:majorGridlines>
          <c:spPr>
            <a:ln w="9525">
              <a:solidFill>
                <a:srgbClr val="DDDDDD"/>
              </a:solidFill>
              <a:prstDash val="solid"/>
            </a:ln>
          </c:spPr>
        </c:majorGridlines>
        <c:numFmt formatCode="0" sourceLinked="1"/>
        <c:majorTickMark val="none"/>
        <c:minorTickMark val="none"/>
        <c:tickLblPos val="nextTo"/>
        <c:spPr>
          <a:ln w="0">
            <a:noFill/>
            <a:prstDash val="solid"/>
          </a:ln>
        </c:spPr>
        <c:txPr>
          <a:bodyPr anchorCtr="1"/>
          <a:lstStyle/>
          <a:p>
            <a:pPr>
              <a:defRPr sz="1500">
                <a:solidFill>
                  <a:srgbClr val="777777"/>
                </a:solidFill>
                <a:latin typeface="Arial"/>
                <a:ea typeface="Arial"/>
                <a:cs typeface="Arial"/>
              </a:defRPr>
            </a:pPr>
            <a:endParaRPr lang="zh-CN"/>
          </a:p>
        </c:txPr>
        <c:crossAx val="48650112"/>
        <c:crosses val="autoZero"/>
        <c:crossBetween val="between"/>
        <c:majorUnit val="20"/>
      </c:valAx>
      <c:spPr>
        <a:solidFill>
          <a:srgbClr val="FFFFFF"/>
        </a:solidFill>
        <a:ln w="0">
          <a:noFill/>
          <a:prstDash val="solid"/>
        </a:ln>
      </c:spPr>
    </c:plotArea>
    <c:legend>
      <c:legendPos val="b"/>
      <c:overlay val="0"/>
      <c:txPr>
        <a:bodyPr anchorCtr="1"/>
        <a:lstStyle/>
        <a:p>
          <a:pPr>
            <a:defRPr sz="1725">
              <a:solidFill>
                <a:srgbClr val="111111"/>
              </a:solidFill>
              <a:latin typeface="Arial"/>
              <a:ea typeface="Arial"/>
              <a:cs typeface="Arial"/>
            </a:defRPr>
          </a:pPr>
          <a:endParaRPr lang="zh-CN"/>
        </a:p>
      </c:txPr>
    </c:legend>
    <c:plotVisOnly val="1"/>
    <c:dispBlanksAs val="zero"/>
    <c:showDLblsOverMax val="1"/>
  </c:chart>
  <c:spPr>
    <a:solidFill>
      <a:srgbClr val="FFFFFF"/>
    </a:solidFill>
    <a:ln w="0">
      <a:noFill/>
      <a:prstDash val="solid"/>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study how to turn an expert description into event intervals and inspectable evidence in multivariate time series. The talk introduces the representation first, then the multi-agent system and experimental evidence.</a:t>
            </a:r>
          </a:p>
          <a:p>
            <a:endParaRPr/>
          </a:p>
          <a:p>
            <a:r>
              <a:t>Source: Grammar of the Wave, uploaded arXiv:2603.11479v4 (30 August 2026). https://arxiv.org/pdf/2603.11479v4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Input: a multivariate time series and natural-language descriptions of target event types. Output: all matching intervals and event classes. The example is Lost Seal in a pressure test. Our goal is detection with little or no labeled data, and evidence for the internal phases. Figure 1 reproduced from the paper.</a:t>
            </a:r>
          </a:p>
          <a:p>
            <a:endParaRPr/>
          </a:p>
          <a:p>
            <a:r>
              <a:t>Source: Grammar of the Wave, uploaded arXiv:2603.11479v4 (30 August 2026). https://arxiv.org/pdf/2603.11479v4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three perspectives synthesize Sections 1–3 of the paper. Alignment: natural-language predicates such as recover slightly must be grounded in actual signal morphology, with uncertain boundaries and variable durations; semantic quantification and topological elasticity motivate this. Multichannel: an event is a hierarchical composition of patterns on different physical channels, connected by succession, synchronization, containment and alternatives. Explainability: the prediction should ground each sub-pattern to a concrete segment and expose the relations supporting the global event for expert verification. This is a presentation synthesis of the paper, not a new taxonomy or empirical result.</a:t>
            </a:r>
          </a:p>
          <a:p>
            <a:endParaRPr/>
          </a:p>
          <a:p>
            <a:r>
              <a:t>Source: uploaded Grammar of the Wave, arXiv:2603.11479v4, Sections 1–3. https://arxiv.org/pdf/2603.11479v4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ELT uses a hierarchy of signal primitives and temporal-logic operators. Its temporal operators are inspired by and adapted from Allen’s interval algebra (1983), while OR represents alternative descriptions. SEQ, SYNC and GUARD are ELT operator names, not the names of Allen’s original 13 basic interval relations. The paper describes the adapted operator semantics and conditional completeness under its stated axioms in Appendix A.</a:t>
            </a:r>
          </a:p>
          <a:p>
            <a:endParaRPr/>
          </a:p>
          <a:p>
            <a:r>
              <a:t>Sources: uploaded Grammar of the Wave, arXiv:2603.11479v4, Section 3.1 and Appendix A. https://arxiv.org/pdf/2603.11479v4</a:t>
            </a:r>
          </a:p>
          <a:p>
            <a:r>
              <a:t>James F. Allen. Maintaining Knowledge about Temporal Intervals. Communications of the ACM 26(11), 832–843 (November 1983). DOI: 10.1145/182.358434. Author’s publication listing: https://cs.rochester.edu/u/james/ . Original paper: https://cse.unl.edu/~choueiry/Documents/Allen-CACM1983.pdf .</a:t>
            </a:r>
          </a:p>
          <a:p>
            <a:r>
              <a:t>Portrait source: James F. Allen’s University of Rochester faculty homepage, https://cs.rochester.edu/u/james/home_files/image004.gif . The original GIF is converted to PNG without alteration, preserving transparency. The portrait is used for scholarly identification and attribution. Background on the 13 basic relations: https://ics.uci.edu/~alspaugh/cls/shr/allen.html .</a:t>
            </a:r>
          </a:p>
          <a:p>
            <a:endParaRPr/>
          </a:p>
          <a:p>
            <a:r>
              <a:t>Revision: the Buildup quotation reproduces the complete wording from Section 1, with the accepted poster’s cream quote treatment and semantic highlights. The seven-node, six-edge ELT retains the exact Figure 2 topology and labels, recreated as editable native shapes with the poster’s colored outlines, filled leaves and curved branches. Source figure: original LaTeX example_elt.pdf, the same crop used in the accepted QuRating poster. The diagram changes appearance only, not its semantics. Allen’s full bibliographic citation remains in these notes and on the following mapping slide.</a:t>
            </a:r>
          </a:p>
          <a:p>
            <a:endParaRPr/>
          </a:p>
          <a:p>
            <a:r>
              <a:t>The ELT uses the case-study layout direction: the root is on the left and primitives are on the right. Every node has the same dimensions. Schema operators have unfilled interiors and primitives have dashed outlines. This is the same Buildup schema and not an instantiated detection: neither OR alternative is selected on this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diagram maps ELT operators to Allen relations according to Grammar of the Wave, arXiv:2603.11479v4, Appendix A.2–A.4. Bars show schematic intervals A (blue) and B (orange), not measured data.</a:t>
            </a:r>
          </a:p>
          <a:p>
            <a:endParaRPr/>
          </a:p>
          <a:p>
            <a:r>
              <a:t>SEQ covers Meets, bounded Before, and Overlaps when Physical Exclusivity is satisfied (Ψ = 0). The gap bound follows Eq. (5): G_coh = 1[(t_B_on - t_A_off - δ) &lt; 0], so a positive gap must be strictly below δ. Before is a relaxed variant of Meets within that horizon. Unconstrained disjoint Before/After with an arbitrarily large undefined gap is excluded by Temporal Compactness. The self-contained interpretation means the event semantics should cover its full temporal span. Do not claim that all positive gaps or every Before relation are excluded.</a:t>
            </a:r>
          </a:p>
          <a:p>
            <a:endParaRPr/>
          </a:p>
          <a:p>
            <a:r>
              <a:t>GUARD covers During, Starts and Finishes; the latter two use suitable boundary constraints. SYNC corresponds to Equal in the ideal case, with an IoU-based soft alignment penalty in the actual operator. Swapping arguments gives Met-by, After, Overlapped-by, Contains, Started-by and Finished-by. The inverse cases inherit the same validity restrictions. OR represents semantic alternatives for one instance and is not an additional Allen base relation.</a:t>
            </a:r>
          </a:p>
          <a:p>
            <a:endParaRPr/>
          </a:p>
          <a:p>
            <a:r>
              <a:t>Conditional completeness in Proposition 1 is stated under all three constitutive axioms: Constructive Composition, Temporal Compactness, and Physical Exclusivity. The mapping should not be interpreted as unrestricted completeness over arbitrary disjoint intervals.</a:t>
            </a:r>
          </a:p>
          <a:p>
            <a:endParaRPr/>
          </a:p>
          <a:p>
            <a:r>
              <a:t>Sources: uploaded paper, https://arxiv.org/pdf/2603.11479v4 , Appendix A.2–A.4. James F. Allen, Maintaining Knowledge about Temporal Intervals, Communications of the ACM 26(11), 832–843 (1983), DOI 10.1145/182.358434.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Illustrative interval diagrams, not measured data. Both instances satisfy the same succession and synchronization structure despite different phase durations. Topological elasticity does not remove all temporal constraints: order, compactness, exclusivity and operator requirements still apply. Section 3, D3 and Appendix A.</a:t>
            </a:r>
          </a:p>
          <a:p>
            <a:endParaRPr/>
          </a:p>
          <a:p>
            <a:r>
              <a:t>Source: Grammar of the Wave, uploaded arXiv:2603.11479v4 (30 August 2026). https://arxiv.org/pdf/2603.11479v4</a:t>
            </a:r>
          </a:p>
          <a:p>
            <a:endParaRPr/>
          </a:p>
          <a:p>
            <a:r>
              <a:t>Updated illustration: Instance A has Rise:Steady duration ratio 1:3 (110:330 display units), whereas Instance B has ratio 3:1 (450:150). Total durations also differ (440 versus 600). The arbitrary display units are schematic, not measured data. Both rise and steady change nonuniformly while succession, compactness, and synchronization with Stable(Volume) remain valid.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Synthetic numerical example showing the scoring mechanism, not a reported empirical result. With two active primitive leaves and no alignment penalty, product aggregation gives 0.90 × 0.80 = 0.72. Equation 3 normalizes the root by the number of active leaves: μ_norm = μ_root^(1/K), giving approximately 0.85. The engine rejects invalid compositions with hard gates and applies the relevant operator penalties. These are semantic coherence scores, not calibrated probabilities.</a:t>
            </a:r>
          </a:p>
          <a:p>
            <a:endParaRPr/>
          </a:p>
          <a:p>
            <a:r>
              <a:t>Source: Grammar of the Wave, uploaded arXiv:2603.11479v4 (30 August 2026). https://arxiv.org/pdf/2603.11479v4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SELA separates text-only schema construction from signal grounding. The Logic Analyst submits a schema for validation and compilation, receives compile status and the rendered tree, and reviews the structure against the original event description before refining it. The Signal Inspectors use the compiled schemas and signal views. The parallel single-tree configuration assigns each Inspector one candidate event class and its ELT, independently grounding primitive intervals and confidence scores. The overlapping Inspector characters indicate multiple parallel agents, with one Inspector per candidate event class. The backend compares independently computed normalized root scores to obtain the final class prediction. Visual tools expose full/local views, markers and the instantiated tree. The engine enforces constraints, aggregates scores and normalizes the root. Output comprises intervals, classes and supporting evidence trees with scores.</a:t>
            </a:r>
          </a:p>
          <a:p>
            <a:endParaRPr/>
          </a:p>
          <a:p>
            <a:r>
              <a:t>Schema symbols use white operator interiors and dashed primitive outlines. Instantiated symbols use solid fills, with purple SYNC, cyan SEQ, yellow OR, green Volume primitives and orange Pressure primitives, matching the Buildup example on slide 4. These small trees and signal traces are schematic. Their topology illustrates the representation, not the exact class-specific Pressure Test tree.</a:t>
            </a:r>
          </a:p>
          <a:p>
            <a:endParaRPr/>
          </a:p>
          <a:p>
            <a:r>
              <a:t>Source: uploaded Grammar of the Wave, arXiv:2603.11479v4, Section 4, Figure 3 and Appendix B (ELT Schema Parser and Parallel Single-Tree Inspector). https://arxiv.org/pdf/2603.11479v4</a:t>
            </a:r>
          </a:p>
          <a:p>
            <a:endParaRPr/>
          </a:p>
          <a:p>
            <a:r>
              <a:t>Character assets: Kenney Roguelike Characters 2.0, CC0. https://kenney.nl/assets/roguelike-characters . Official atlas roguelikeChar_transparent.png, 16px tiles, 1px spacing. Logic Analyst: column 0 row 6, crop [0,102,16,118]. Lost Seal Inspector: column 0 row 5, crop [0,85,16,101]. Valid Test Inspector: column 1 row 5, crop [17,85,33,101]. All characters use unmodified atlas crops, enlarged with nearest-neighbor resampling.</a:t>
            </a:r>
          </a:p>
          <a:p>
            <a:endParaRPr/>
          </a:p>
          <a:p>
            <a:r>
              <a:t>All three tree icons use the same left-to-right topology and the same 30 by 15 unit node size. Schema operators are unfilled and primitives are dashed. In both instantiated-tree icons, active nodes use a dark semantic border and a light interior. The lower OR child is an inactive alternative, shown with a faint dashed outline and a faint dashed incoming edge. This selected alternative is a schematic explanation of OR, not an additional empirical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KITE contains 62 Pressure Test samples from 41 real North Sea jobs, with pressure and volume channels, and 86 Climate Hazard samples with seven channels. Experts supply event descriptions and interval labels. Pressure Test has clear operational boundaries, so the evaluation uses IoU-based macro F1 at 0.5 and 0.9. Climate Hazard has gradual boundaries, motivating coverage metrics. Sections 5 and 6.2. This talk shows both macro coverage F1 and F0.5 for Climate Hazard.</a:t>
            </a:r>
          </a:p>
          <a:p>
            <a:endParaRPr/>
          </a:p>
          <a:p>
            <a:r>
              <a:t>Source: Grammar of the Wave, uploaded arXiv:2603.11479v4 (30 August 2026). https://arxiv.org/pdf/2603.11479v4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6.1 and Appendix D. The task is to parse the natural-language definition into a reusable ELT schema without seeing the time-series sample. Each of four models parses each of five event descriptions five times, yielding 100 parse runs. Pass rate measures producing a syntactically valid schema within 20 turns. The four quality dimensions apply to valid parses: Structural Fidelity checks logical equivalence of topology, Primitive Accuracy penalizes invented primitives, Primitive Coverage checks inclusion of the reference primitives, and Semantic Alignment checks faithful linguistic meaning. Claude Opus-4.6 and GPT-5.5 independently score the parses on a 0–5 scale; scores are averaged, normalized to [0,1] and validated by humans.</a:t>
            </a:r>
          </a:p>
          <a:p>
            <a:endParaRPr/>
          </a:p>
          <a:p>
            <a:r>
              <a:t>Source: Grammar of the Wave, uploaded arXiv:2603.11479v4, 30 August 2026. https://arxiv.org/pdf/2603.11479v4</a:t>
            </a:r>
          </a:p>
          <a:p>
            <a:endParaRPr/>
          </a:p>
          <a:p>
            <a:r>
              <a:t>All 20 numbers reproduce paper Table 3. Columns are Pass, Structural Fidelity, Primitive Accuracy, Primitive Coverage, and Semantic Alignment. Higher is better. Pass is over all attempts; the four quality metrics are evaluated only on valid parses. All valid parses achieve 1.00 Primitive Accuracy. Qwen-3.5 27B has the highest structural score, 0.92, conditional on validity, but an 0.88 pass rate. GPT-5 has a 1.00 pass rate and perfect primitive accuracy, coverage and semantic alignment, with structural fidelity 0.90. The limited benchmark contains five event types; no claim of universal parsing reliability or statistical significance is intended.</a:t>
            </a:r>
          </a:p>
          <a:p>
            <a:endParaRPr/>
          </a:p>
          <a:p>
            <a:r>
              <a:t>Source: Grammar of the Wave, uploaded arXiv:2603.11479v4, 30 August 2026. https://arxiv.org/pdf/2603.11479v4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Means and ± terms are copied from paper Table 4, using GPT-5 thinking for Numeric (few-shot), VL-Time (few-shot) and SELA (zero-shot). The first six models are supervised. The wide light bars show F1@0.5, and the narrow dark bars show F1@0.9. Labels report the two metrics in that order, each as mean ± reported variation. The plotted values are percentages. The reported ± notation is preserved without assigning an unreported statistical interpretation. Both native charts share identical axes and geometry, so the narrow foreground bars overlay the wide background bars. The two metric series remain editable, with literal data retained in embedded workbooks. The common scale starts at zero. F1@0.9 uses the stricter IoU threshold. Combining the two result pages shows the localization drop for each model. SELA exceeds Numeric FS by 9.0 points at IoU 0.5 and 5.8 points at IoU 0.9.</a:t>
            </a:r>
          </a:p>
          <a:p>
            <a:endParaRPr/>
          </a:p>
          <a:p>
            <a:r>
              <a:t>Exact Table 4 values: [{"name":"CNN","F1@0.5":[38.6,2.3],"F1@0.9":[22.4,2.5]},{"name":"Transformer","F1@0.5":[27.7,2.1],"F1@0.9":[17.7,1.1]},{"name":"Timer","F1@0.5":[32,3.4],"F1@0.9":[3.3,0.4]},{"name":"MOMENT","F1@0.5":[43.6,5.4],"F1@0.9":[3.6,1.2]},{"name":"Chronos","F1@0.5":[43.4,5.6],"F1@0.9":[2.6,0.5]},{"name":"TimesFM","F1@0.5":[46.6,6.1],"F1@0.9":[3.9,0.6]},{"name":"Numeric (FS)","F1@0.5":[57.8,6],"F1@0.9":[54.2,3.1]},{"name":"VL-Time (FS)","F1@0.5":[53.6,3.2],"F1@0.9":[46,2.6]},{"name":"SELA (ZS)","F1@0.5":[66.8,3.9],"F1@0.9":[60,3.6]}]</a:t>
            </a:r>
          </a:p>
          <a:p>
            <a:endParaRPr/>
          </a:p>
          <a:p>
            <a:r>
              <a:t>Source: uploaded Grammar of the Wave, arXiv:2603.11479v4, Section 6.2, Table 4. https://arxiv.org/pdf/2603.11479v4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Means and ± terms are copied from paper Table 4, using GPT-5 thinking for Numeric (few-shot), VL-Time (few-shot) and SELA (zero-shot). The first six models are supervised. The wide light bars show F1, and the narrow dark bars show F0.5. Labels report the two metrics in that order, each as mean ± reported variation. The plotted values are percentages. The reported ± notation is preserved without assigning an unreported statistical interpretation. Both native charts share identical axes and geometry, so the narrow foreground bars overlay the wide background bars. The two metric series remain editable, with literal data retained in embedded workbooks. The common scale starts at zero. Coverage F1 and F0.5 are different precision/recall weightings, not different IoU thresholds. Neither metric is necessarily larger for all methods. SELA has the largest mean on both among the nine displayed methods.</a:t>
            </a:r>
          </a:p>
          <a:p>
            <a:endParaRPr/>
          </a:p>
          <a:p>
            <a:r>
              <a:t>Exact Table 4 values: [{"name":"CNN","F1":[45.1,3.2],"F0.5":[40.7,2.2]},{"name":"Transformer","F1":[46.4,6.5],"F0.5":[40.8,6.6]},{"name":"Timer","F1":[18,0.4],"F0.5":[17.1,0.6]},{"name":"MOMENT","F1":[20.9,5.3],"F0.5":[20.4,5.6]},{"name":"Chronos","F1":[37.7,6.8],"F0.5":[39.9,8.3]},{"name":"TimesFM","F1":[44.5,3],"F0.5":[47.4,3.4]},{"name":"Numeric (FS)","F1":[43.4,1.6],"F0.5":[49.4,1.1]},{"name":"VL-Time (FS)","F1":[30,3],"F0.5":[33.2,4]},{"name":"SELA (ZS)","F1":[50.7,1.5],"F0.5":[57.1,2.2]}]</a:t>
            </a:r>
          </a:p>
          <a:p>
            <a:endParaRPr/>
          </a:p>
          <a:p>
            <a:r>
              <a:t>Source: uploaded Grammar of the Wave, arXiv:2603.11479v4, Section 6.2, Table 4. https://arxiv.org/pdf/2603.11479v4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ablation removes the tree and directly aggregates primitive confidences by geometric mean. GPT-5 PT macro F1@0.9 falls from 60.0 to 39.1, a 20.9-point drop. CH macro coverage F0.5 falls from 57.1 to 34.5, a 22.6-point drop. The two datasets use different metrics, so the chart compares each full/ablated pair within its dataset. These values are from Table 5, not a new experiment.</a:t>
            </a:r>
          </a:p>
          <a:p>
            <a:endParaRPr/>
          </a:p>
          <a:p>
            <a:r>
              <a:t>Source: Grammar of the Wave, uploaded arXiv:2603.11479v4 (30 August 2026). https://arxiv.org/pdf/2603.11479v4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top example is Valid Test and the bottom example is Lost Seal. Follow the synchronized signal display and logic tree to explain how the inspector searches for primitive evidence. Distinguish the inspector trace excerpt from the final checkable evidence: the grounded intervals, primitive scores and temporal relations form the explanation. Sources: user-supplied sela_inspector_valid_test.gif and sela_inspector_lost_seal.gif.</a:t>
            </a:r>
          </a:p>
          <a:p>
            <a:endParaRPr/>
          </a:p>
          <a:p>
            <a:r>
              <a:t>Source: Grammar of the Wave, uploaded arXiv:2603.11479v4 (30 August 2026). https://arxiv.org/pdf/2603.11479v4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takeaways synthesize implications of the paper rather than claiming a new experiment. (1) In the studied language-guided setting, expert descriptions can provide reusable structural constraints for zero-shot grounding. ELT separates a text-only schema from its instantiation on each signal. (2) Temporal structure contributes to precise localization: the GPT-5 ablation removes ELT and directly aggregates primitive scores by geometric mean, reducing Pressure Test macro F1@0.9 from 60.0 to 39.1 (20.9 percentage points). This comparison concerns the evaluated system and benchmark, not all possible detectors. (3) Explanations should expose checkable primitive intervals and temporal relations. Inspectability does not by itself validate primitive-level semantic scores: the paper’s Faithfulness of Instantiation limitation identifies VLM subjectivity and the lack of reliable domain-specific text–signal alignment models as an open problem. The authors propose more objective evaluation of primitive text–signal alignment using a dedicated foundation model as future work.</a:t>
            </a:r>
          </a:p>
          <a:p>
            <a:endParaRPr/>
          </a:p>
          <a:p>
            <a:r>
              <a:t>Sources: uploaded Grammar of the Wave, arXiv:2603.11479v4, Sections 3, 4, 6.3 and 8, Table 5, and Limitations. https://arxiv.org/pdf/2603.11479v4 . Code and data: https://github.com/cw-wan/SELA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A13ECFEB-1FED-4774-B790-F3E5BA923F48}"/>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4FF0791F-0B58-4805-A8AC-2BE6ACFFDD5E}"/>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C761CE15-22F6-4DA7-B4CB-603B2435E9B7}"/>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D81235C5-12C6-4AC1-B7BB-405F33608344}"/>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5C13AB55-1CD1-4F93-8926-C860F1B8E207}"/>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5E21CEA3-4B63-4B6E-9450-92BDB40291C2}"/>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F91CE9DD-699B-4279-8B24-4409278C17CC}"/>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EB4705D4-69C9-45B5-8A0C-0C5C51732137}"/>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ED251C2-9E42-4864-B76D-FE76CB351EC8}"/>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2DC09260-41CE-42B8-A844-8793E42156AF}"/>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6.xml"/><Relationship Id="rId5" Type="http://schemas.openxmlformats.org/officeDocument/2006/relationships/chart" Target="../charts/chart2.xml"/><Relationship Id="rId4" Type="http://schemas.openxmlformats.org/officeDocument/2006/relationships/chart" Target="../charts/char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6.xml"/><Relationship Id="rId5" Type="http://schemas.openxmlformats.org/officeDocument/2006/relationships/chart" Target="../charts/chart4.xml"/><Relationship Id="rId4" Type="http://schemas.openxmlformats.org/officeDocument/2006/relationships/chart" Target="../charts/chart3.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chart" Target="../charts/chart5.xml"/></Relationships>
</file>

<file path=ppt/slides/_rels/slide14.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11.gif"/></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6.xml"/><Relationship Id="rId5" Type="http://schemas.openxmlformats.org/officeDocument/2006/relationships/image" Target="../media/image13.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FBE88058-05BF-4C70-8233-0C772C1D5B28}"/>
              </a:ext>
            </a:extLst>
          </p:cNvPr>
          <p:cNvPicPr>
            <a:picLocks noChangeAspect="1"/>
          </p:cNvPicPr>
          <p:nvPr/>
        </p:nvPicPr>
        <p:blipFill>
          <a:blip r:embed="rId3"/>
          <a:stretch/>
        </p:blipFill>
        <p:spPr>
          <a:xfrm>
            <a:off x="76200" y="77337"/>
            <a:ext cx="2390775" cy="378725"/>
          </a:xfrm>
          <a:prstGeom prst="rect">
            <a:avLst/>
          </a:prstGeom>
        </p:spPr>
      </p:pic>
      <p:pic>
        <p:nvPicPr>
          <p:cNvPr id="6" name="图片 5">
            <a:extLst>
              <a:ext uri="{FF2B5EF4-FFF2-40B4-BE49-F238E27FC236}">
                <a16:creationId xmlns:a16="http://schemas.microsoft.com/office/drawing/2014/main" id="{E4058C90-BCF3-4EC9-8814-014E3A5806CC}"/>
              </a:ext>
            </a:extLst>
          </p:cNvPr>
          <p:cNvPicPr>
            <a:picLocks noChangeAspect="1"/>
          </p:cNvPicPr>
          <p:nvPr/>
        </p:nvPicPr>
        <p:blipFill>
          <a:blip r:embed="rId4"/>
          <a:stretch/>
        </p:blipFill>
        <p:spPr>
          <a:xfrm>
            <a:off x="4381901" y="4743450"/>
            <a:ext cx="1142198" cy="685800"/>
          </a:xfrm>
          <a:prstGeom prst="rect">
            <a:avLst/>
          </a:prstGeom>
        </p:spPr>
      </p:pic>
      <p:pic>
        <p:nvPicPr>
          <p:cNvPr id="7" name="图片 6">
            <a:extLst>
              <a:ext uri="{FF2B5EF4-FFF2-40B4-BE49-F238E27FC236}">
                <a16:creationId xmlns:a16="http://schemas.microsoft.com/office/drawing/2014/main" id="{7FC8DBA7-8413-453C-89E8-F5E64223933B}"/>
              </a:ext>
            </a:extLst>
          </p:cNvPr>
          <p:cNvPicPr>
            <a:picLocks noChangeAspect="1"/>
          </p:cNvPicPr>
          <p:nvPr/>
        </p:nvPicPr>
        <p:blipFill>
          <a:blip r:embed="rId5"/>
          <a:stretch/>
        </p:blipFill>
        <p:spPr>
          <a:xfrm>
            <a:off x="6406307" y="4610100"/>
            <a:ext cx="951012" cy="952500"/>
          </a:xfrm>
          <a:prstGeom prst="rect">
            <a:avLst/>
          </a:prstGeom>
        </p:spPr>
      </p:pic>
      <p:pic>
        <p:nvPicPr>
          <p:cNvPr id="9" name="图片 8">
            <a:extLst>
              <a:ext uri="{FF2B5EF4-FFF2-40B4-BE49-F238E27FC236}">
                <a16:creationId xmlns:a16="http://schemas.microsoft.com/office/drawing/2014/main" id="{4A38BFF0-10AE-49D5-AA7C-12FBE227D587}"/>
              </a:ext>
            </a:extLst>
          </p:cNvPr>
          <p:cNvPicPr>
            <a:picLocks noChangeAspect="1"/>
          </p:cNvPicPr>
          <p:nvPr/>
        </p:nvPicPr>
        <p:blipFill>
          <a:blip r:embed="rId6"/>
          <a:stretch/>
        </p:blipFill>
        <p:spPr>
          <a:xfrm>
            <a:off x="304800" y="-206375"/>
            <a:ext cx="11734800" cy="3911600"/>
          </a:xfrm>
          <a:prstGeom prst="rect">
            <a:avLst/>
          </a:prstGeom>
        </p:spPr>
      </p:pic>
      <p:sp>
        <p:nvSpPr>
          <p:cNvPr id="3" name="text-2">
            <a:extLst>
              <a:ext uri="{FF2B5EF4-FFF2-40B4-BE49-F238E27FC236}">
                <a16:creationId xmlns:a16="http://schemas.microsoft.com/office/drawing/2014/main" id="{8E592349-D32E-4B01-972D-204DB84B69C1}"/>
              </a:ext>
            </a:extLst>
          </p:cNvPr>
          <p:cNvSpPr>
            <a:spLocks noGrp="1"/>
          </p:cNvSpPr>
          <p:nvPr/>
        </p:nvSpPr>
        <p:spPr>
          <a:xfrm>
            <a:off x="952500" y="1952625"/>
            <a:ext cx="10287000" cy="952500"/>
          </a:xfrm>
          <a:prstGeom prst="rect">
            <a:avLst/>
          </a:prstGeom>
          <a:noFill/>
          <a:ln w="0">
            <a:noFill/>
            <a:prstDash val="solid"/>
          </a:ln>
        </p:spPr>
        <p:txBody>
          <a:bodyPr wrap="square" lIns="0" tIns="0" rIns="0" bIns="0" anchor="ctr">
            <a:noAutofit/>
          </a:bodyPr>
          <a:lstStyle>
            <a:defPPr algn="ctr">
              <a:defRPr sz="2700" b="0" i="0">
                <a:solidFill>
                  <a:srgbClr val="111111"/>
                </a:solidFill>
                <a:latin typeface="Arial"/>
                <a:ea typeface="Arial"/>
                <a:cs typeface="Arial"/>
              </a:defRPr>
            </a:defPPr>
            <a:lvl1pPr algn="ctr">
              <a:buNone/>
              <a:defRPr sz="2700" b="0" i="0">
                <a:solidFill>
                  <a:srgbClr val="111111"/>
                </a:solidFill>
                <a:latin typeface="Arial"/>
                <a:ea typeface="Arial"/>
                <a:cs typeface="Arial"/>
              </a:defRPr>
            </a:lvl1pPr>
            <a:lvl2pPr algn="ctr">
              <a:buNone/>
              <a:defRPr sz="2700" b="0" i="0">
                <a:solidFill>
                  <a:srgbClr val="111111"/>
                </a:solidFill>
                <a:latin typeface="Arial"/>
                <a:ea typeface="Arial"/>
                <a:cs typeface="Arial"/>
              </a:defRPr>
            </a:lvl2pPr>
            <a:lvl3pPr algn="ctr">
              <a:buNone/>
              <a:defRPr sz="2700" b="0" i="0">
                <a:solidFill>
                  <a:srgbClr val="111111"/>
                </a:solidFill>
                <a:latin typeface="Arial"/>
                <a:ea typeface="Arial"/>
                <a:cs typeface="Arial"/>
              </a:defRPr>
            </a:lvl3pPr>
            <a:lvl4pPr algn="ctr">
              <a:buNone/>
              <a:defRPr sz="2700" b="0" i="0">
                <a:solidFill>
                  <a:srgbClr val="111111"/>
                </a:solidFill>
                <a:latin typeface="Arial"/>
                <a:ea typeface="Arial"/>
                <a:cs typeface="Arial"/>
              </a:defRPr>
            </a:lvl4pPr>
            <a:lvl5pPr algn="ctr">
              <a:buNone/>
              <a:defRPr sz="2700" b="0" i="0">
                <a:solidFill>
                  <a:srgbClr val="111111"/>
                </a:solidFill>
                <a:latin typeface="Arial"/>
                <a:ea typeface="Arial"/>
                <a:cs typeface="Arial"/>
              </a:defRPr>
            </a:lvl5pPr>
            <a:lvl6pPr algn="ctr">
              <a:buNone/>
              <a:defRPr sz="2700" b="0" i="0">
                <a:solidFill>
                  <a:srgbClr val="111111"/>
                </a:solidFill>
                <a:latin typeface="Arial"/>
                <a:ea typeface="Arial"/>
                <a:cs typeface="Arial"/>
              </a:defRPr>
            </a:lvl6pPr>
            <a:lvl7pPr algn="ctr">
              <a:buNone/>
              <a:defRPr sz="2700" b="0" i="0">
                <a:solidFill>
                  <a:srgbClr val="111111"/>
                </a:solidFill>
                <a:latin typeface="Arial"/>
                <a:ea typeface="Arial"/>
                <a:cs typeface="Arial"/>
              </a:defRPr>
            </a:lvl7pPr>
            <a:lvl8pPr algn="ctr">
              <a:buNone/>
              <a:defRPr sz="2700" b="0" i="0">
                <a:solidFill>
                  <a:srgbClr val="111111"/>
                </a:solidFill>
                <a:latin typeface="Arial"/>
                <a:ea typeface="Arial"/>
                <a:cs typeface="Arial"/>
              </a:defRPr>
            </a:lvl8pPr>
            <a:lvl9pPr algn="ctr">
              <a:buNone/>
              <a:defRPr sz="2700" b="0" i="0">
                <a:solidFill>
                  <a:srgbClr val="111111"/>
                </a:solidFill>
                <a:latin typeface="Arial"/>
                <a:ea typeface="Arial"/>
                <a:cs typeface="Arial"/>
              </a:defRPr>
            </a:lvl9pPr>
          </a:lstStyle>
          <a:p>
            <a:pPr algn="ctr">
              <a:buNone/>
              <a:defRPr sz="2700" b="0" i="0">
                <a:solidFill>
                  <a:srgbClr val="111111"/>
                </a:solidFill>
                <a:latin typeface="Arial"/>
                <a:ea typeface="Arial"/>
                <a:cs typeface="Arial"/>
              </a:defRPr>
            </a:pPr>
            <a:r>
              <a:rPr sz="2400" b="0" i="0" dirty="0">
                <a:solidFill>
                  <a:srgbClr val="111111"/>
                </a:solidFill>
                <a:latin typeface="Arial"/>
                <a:ea typeface="Arial"/>
                <a:cs typeface="Arial"/>
              </a:rPr>
              <a:t>Towards Explainable Multivariate Time Series</a:t>
            </a:r>
          </a:p>
          <a:p>
            <a:pPr algn="ctr">
              <a:buNone/>
              <a:defRPr sz="2700" b="0" i="0">
                <a:solidFill>
                  <a:srgbClr val="111111"/>
                </a:solidFill>
                <a:latin typeface="Arial"/>
                <a:ea typeface="Arial"/>
                <a:cs typeface="Arial"/>
              </a:defRPr>
            </a:pPr>
            <a:r>
              <a:rPr sz="2400" b="0" i="0" dirty="0">
                <a:solidFill>
                  <a:srgbClr val="111111"/>
                </a:solidFill>
                <a:latin typeface="Arial"/>
                <a:ea typeface="Arial"/>
                <a:cs typeface="Arial"/>
              </a:rPr>
              <a:t>Event Detection via Neuro-Symbolic VLM Agents</a:t>
            </a:r>
          </a:p>
        </p:txBody>
      </p:sp>
      <p:sp>
        <p:nvSpPr>
          <p:cNvPr id="4" name="text-3">
            <a:extLst>
              <a:ext uri="{FF2B5EF4-FFF2-40B4-BE49-F238E27FC236}">
                <a16:creationId xmlns:a16="http://schemas.microsoft.com/office/drawing/2014/main" id="{0D285209-CA78-439E-B5DD-DD06C738B966}"/>
              </a:ext>
            </a:extLst>
          </p:cNvPr>
          <p:cNvSpPr>
            <a:spLocks noGrp="1"/>
          </p:cNvSpPr>
          <p:nvPr/>
        </p:nvSpPr>
        <p:spPr>
          <a:xfrm>
            <a:off x="1238250" y="3381375"/>
            <a:ext cx="9715500" cy="647700"/>
          </a:xfrm>
          <a:prstGeom prst="rect">
            <a:avLst/>
          </a:prstGeom>
          <a:noFill/>
          <a:ln w="0">
            <a:noFill/>
            <a:prstDash val="solid"/>
          </a:ln>
        </p:spPr>
        <p:txBody>
          <a:bodyPr wrap="square" lIns="0" tIns="0" rIns="0" bIns="0" anchor="ctr">
            <a:noAutofit/>
          </a:bodyPr>
          <a:lstStyle>
            <a:defPPr algn="ctr">
              <a:defRPr sz="2100" b="0" i="0">
                <a:solidFill>
                  <a:srgbClr val="173957"/>
                </a:solidFill>
                <a:latin typeface="Arial"/>
                <a:ea typeface="Arial"/>
                <a:cs typeface="Arial"/>
              </a:defRPr>
            </a:defPPr>
            <a:lvl1pPr algn="ctr">
              <a:buNone/>
              <a:defRPr sz="2100" b="0" i="0">
                <a:solidFill>
                  <a:srgbClr val="173957"/>
                </a:solidFill>
                <a:latin typeface="Arial"/>
                <a:ea typeface="Arial"/>
                <a:cs typeface="Arial"/>
              </a:defRPr>
            </a:lvl1pPr>
            <a:lvl2pPr algn="ctr">
              <a:buNone/>
              <a:defRPr sz="2100" b="0" i="0">
                <a:solidFill>
                  <a:srgbClr val="173957"/>
                </a:solidFill>
                <a:latin typeface="Arial"/>
                <a:ea typeface="Arial"/>
                <a:cs typeface="Arial"/>
              </a:defRPr>
            </a:lvl2pPr>
            <a:lvl3pPr algn="ctr">
              <a:buNone/>
              <a:defRPr sz="2100" b="0" i="0">
                <a:solidFill>
                  <a:srgbClr val="173957"/>
                </a:solidFill>
                <a:latin typeface="Arial"/>
                <a:ea typeface="Arial"/>
                <a:cs typeface="Arial"/>
              </a:defRPr>
            </a:lvl3pPr>
            <a:lvl4pPr algn="ctr">
              <a:buNone/>
              <a:defRPr sz="2100" b="0" i="0">
                <a:solidFill>
                  <a:srgbClr val="173957"/>
                </a:solidFill>
                <a:latin typeface="Arial"/>
                <a:ea typeface="Arial"/>
                <a:cs typeface="Arial"/>
              </a:defRPr>
            </a:lvl4pPr>
            <a:lvl5pPr algn="ctr">
              <a:buNone/>
              <a:defRPr sz="2100" b="0" i="0">
                <a:solidFill>
                  <a:srgbClr val="173957"/>
                </a:solidFill>
                <a:latin typeface="Arial"/>
                <a:ea typeface="Arial"/>
                <a:cs typeface="Arial"/>
              </a:defRPr>
            </a:lvl5pPr>
            <a:lvl6pPr algn="ctr">
              <a:buNone/>
              <a:defRPr sz="2100" b="0" i="0">
                <a:solidFill>
                  <a:srgbClr val="173957"/>
                </a:solidFill>
                <a:latin typeface="Arial"/>
                <a:ea typeface="Arial"/>
                <a:cs typeface="Arial"/>
              </a:defRPr>
            </a:lvl6pPr>
            <a:lvl7pPr algn="ctr">
              <a:buNone/>
              <a:defRPr sz="2100" b="0" i="0">
                <a:solidFill>
                  <a:srgbClr val="173957"/>
                </a:solidFill>
                <a:latin typeface="Arial"/>
                <a:ea typeface="Arial"/>
                <a:cs typeface="Arial"/>
              </a:defRPr>
            </a:lvl7pPr>
            <a:lvl8pPr algn="ctr">
              <a:buNone/>
              <a:defRPr sz="2100" b="0" i="0">
                <a:solidFill>
                  <a:srgbClr val="173957"/>
                </a:solidFill>
                <a:latin typeface="Arial"/>
                <a:ea typeface="Arial"/>
                <a:cs typeface="Arial"/>
              </a:defRPr>
            </a:lvl8pPr>
            <a:lvl9pPr algn="ctr">
              <a:buNone/>
              <a:defRPr sz="2100" b="0" i="0">
                <a:solidFill>
                  <a:srgbClr val="173957"/>
                </a:solidFill>
                <a:latin typeface="Arial"/>
                <a:ea typeface="Arial"/>
                <a:cs typeface="Arial"/>
              </a:defRPr>
            </a:lvl9pPr>
          </a:lstStyle>
          <a:p>
            <a:pPr algn="ctr">
              <a:buNone/>
              <a:defRPr sz="2100" b="0" i="0">
                <a:solidFill>
                  <a:srgbClr val="173957"/>
                </a:solidFill>
                <a:latin typeface="Arial"/>
                <a:ea typeface="Arial"/>
                <a:cs typeface="Arial"/>
              </a:defRPr>
            </a:pPr>
            <a:r>
              <a:rPr sz="2100" b="0" i="0" dirty="0">
                <a:solidFill>
                  <a:srgbClr val="173957"/>
                </a:solidFill>
                <a:latin typeface="Arial"/>
                <a:ea typeface="Arial"/>
                <a:cs typeface="Arial"/>
              </a:rPr>
              <a:t>Sky Chenwei Wan¹˒², Yifei Y. Wang², Tianjun Hou¹,</a:t>
            </a:r>
          </a:p>
          <a:p>
            <a:pPr algn="ctr">
              <a:buNone/>
              <a:defRPr sz="2100" b="0" i="0">
                <a:solidFill>
                  <a:srgbClr val="173957"/>
                </a:solidFill>
                <a:latin typeface="Arial"/>
                <a:ea typeface="Arial"/>
                <a:cs typeface="Arial"/>
              </a:defRPr>
            </a:pPr>
            <a:r>
              <a:rPr sz="2100" b="0" i="0" dirty="0">
                <a:solidFill>
                  <a:srgbClr val="173957"/>
                </a:solidFill>
                <a:latin typeface="Arial"/>
                <a:ea typeface="Arial"/>
                <a:cs typeface="Arial"/>
              </a:rPr>
              <a:t>Xiqing Chang¹, Aymeric Jan¹</a:t>
            </a:r>
          </a:p>
        </p:txBody>
      </p:sp>
      <p:sp>
        <p:nvSpPr>
          <p:cNvPr id="5" name="text-4">
            <a:extLst>
              <a:ext uri="{FF2B5EF4-FFF2-40B4-BE49-F238E27FC236}">
                <a16:creationId xmlns:a16="http://schemas.microsoft.com/office/drawing/2014/main" id="{B2F00594-03C7-4355-BE9A-25EF191BFDDD}"/>
              </a:ext>
            </a:extLst>
          </p:cNvPr>
          <p:cNvSpPr>
            <a:spLocks noGrp="1"/>
          </p:cNvSpPr>
          <p:nvPr/>
        </p:nvSpPr>
        <p:spPr>
          <a:xfrm>
            <a:off x="1143000" y="4191000"/>
            <a:ext cx="9906000" cy="285750"/>
          </a:xfrm>
          <a:prstGeom prst="rect">
            <a:avLst/>
          </a:prstGeom>
          <a:noFill/>
          <a:ln w="0">
            <a:noFill/>
            <a:prstDash val="solid"/>
          </a:ln>
        </p:spPr>
        <p:txBody>
          <a:bodyPr wrap="square" lIns="0" tIns="0" rIns="0" bIns="0" anchor="ctr">
            <a:noAutofit/>
          </a:bodyPr>
          <a:lstStyle>
            <a:defPPr algn="ctr">
              <a:defRPr sz="1650" b="0" i="0">
                <a:solidFill>
                  <a:srgbClr val="777777"/>
                </a:solidFill>
                <a:latin typeface="Arial"/>
                <a:ea typeface="Arial"/>
                <a:cs typeface="Arial"/>
              </a:defRPr>
            </a:defPPr>
            <a:lvl1pPr algn="ctr">
              <a:buNone/>
              <a:defRPr sz="1650" b="0" i="0">
                <a:solidFill>
                  <a:srgbClr val="777777"/>
                </a:solidFill>
                <a:latin typeface="Arial"/>
                <a:ea typeface="Arial"/>
                <a:cs typeface="Arial"/>
              </a:defRPr>
            </a:lvl1pPr>
            <a:lvl2pPr algn="ctr">
              <a:buNone/>
              <a:defRPr sz="1650" b="0" i="0">
                <a:solidFill>
                  <a:srgbClr val="777777"/>
                </a:solidFill>
                <a:latin typeface="Arial"/>
                <a:ea typeface="Arial"/>
                <a:cs typeface="Arial"/>
              </a:defRPr>
            </a:lvl2pPr>
            <a:lvl3pPr algn="ctr">
              <a:buNone/>
              <a:defRPr sz="1650" b="0" i="0">
                <a:solidFill>
                  <a:srgbClr val="777777"/>
                </a:solidFill>
                <a:latin typeface="Arial"/>
                <a:ea typeface="Arial"/>
                <a:cs typeface="Arial"/>
              </a:defRPr>
            </a:lvl3pPr>
            <a:lvl4pPr algn="ctr">
              <a:buNone/>
              <a:defRPr sz="1650" b="0" i="0">
                <a:solidFill>
                  <a:srgbClr val="777777"/>
                </a:solidFill>
                <a:latin typeface="Arial"/>
                <a:ea typeface="Arial"/>
                <a:cs typeface="Arial"/>
              </a:defRPr>
            </a:lvl4pPr>
            <a:lvl5pPr algn="ctr">
              <a:buNone/>
              <a:defRPr sz="1650" b="0" i="0">
                <a:solidFill>
                  <a:srgbClr val="777777"/>
                </a:solidFill>
                <a:latin typeface="Arial"/>
                <a:ea typeface="Arial"/>
                <a:cs typeface="Arial"/>
              </a:defRPr>
            </a:lvl5pPr>
            <a:lvl6pPr algn="ctr">
              <a:buNone/>
              <a:defRPr sz="1650" b="0" i="0">
                <a:solidFill>
                  <a:srgbClr val="777777"/>
                </a:solidFill>
                <a:latin typeface="Arial"/>
                <a:ea typeface="Arial"/>
                <a:cs typeface="Arial"/>
              </a:defRPr>
            </a:lvl6pPr>
            <a:lvl7pPr algn="ctr">
              <a:buNone/>
              <a:defRPr sz="1650" b="0" i="0">
                <a:solidFill>
                  <a:srgbClr val="777777"/>
                </a:solidFill>
                <a:latin typeface="Arial"/>
                <a:ea typeface="Arial"/>
                <a:cs typeface="Arial"/>
              </a:defRPr>
            </a:lvl7pPr>
            <a:lvl8pPr algn="ctr">
              <a:buNone/>
              <a:defRPr sz="1650" b="0" i="0">
                <a:solidFill>
                  <a:srgbClr val="777777"/>
                </a:solidFill>
                <a:latin typeface="Arial"/>
                <a:ea typeface="Arial"/>
                <a:cs typeface="Arial"/>
              </a:defRPr>
            </a:lvl8pPr>
            <a:lvl9pPr algn="ctr">
              <a:buNone/>
              <a:defRPr sz="1650" b="0" i="0">
                <a:solidFill>
                  <a:srgbClr val="777777"/>
                </a:solidFill>
                <a:latin typeface="Arial"/>
                <a:ea typeface="Arial"/>
                <a:cs typeface="Arial"/>
              </a:defRPr>
            </a:lvl9pPr>
          </a:lstStyle>
          <a:p>
            <a:pPr algn="ctr">
              <a:buNone/>
              <a:defRPr sz="1650" b="0" i="0">
                <a:solidFill>
                  <a:srgbClr val="777777"/>
                </a:solidFill>
                <a:latin typeface="Arial"/>
                <a:ea typeface="Arial"/>
                <a:cs typeface="Arial"/>
              </a:defRPr>
            </a:pPr>
            <a:r>
              <a:rPr sz="1650" b="0" i="0" dirty="0">
                <a:solidFill>
                  <a:srgbClr val="777777"/>
                </a:solidFill>
                <a:latin typeface="Arial"/>
                <a:ea typeface="Arial"/>
                <a:cs typeface="Arial"/>
              </a:rPr>
              <a:t>¹ AI Lab, SLB     ² LTCI, </a:t>
            </a:r>
            <a:r>
              <a:rPr sz="1650" b="0" i="0" dirty="0" err="1">
                <a:solidFill>
                  <a:srgbClr val="777777"/>
                </a:solidFill>
                <a:latin typeface="Arial"/>
                <a:ea typeface="Arial"/>
                <a:cs typeface="Arial"/>
              </a:rPr>
              <a:t>Télécom</a:t>
            </a:r>
            <a:r>
              <a:rPr sz="1650" b="0" i="0" dirty="0">
                <a:solidFill>
                  <a:srgbClr val="777777"/>
                </a:solidFill>
                <a:latin typeface="Arial"/>
                <a:ea typeface="Arial"/>
                <a:cs typeface="Arial"/>
              </a:rPr>
              <a:t> Paris, </a:t>
            </a:r>
            <a:r>
              <a:rPr sz="1650" b="0" i="0" dirty="0" err="1">
                <a:solidFill>
                  <a:srgbClr val="777777"/>
                </a:solidFill>
                <a:latin typeface="Arial"/>
                <a:ea typeface="Arial"/>
                <a:cs typeface="Arial"/>
              </a:rPr>
              <a:t>Institut</a:t>
            </a:r>
            <a:r>
              <a:rPr sz="1650" b="0" i="0" dirty="0">
                <a:solidFill>
                  <a:srgbClr val="777777"/>
                </a:solidFill>
                <a:latin typeface="Arial"/>
                <a:ea typeface="Arial"/>
                <a:cs typeface="Arial"/>
              </a:rPr>
              <a:t> Polytechnique de Paris</a:t>
            </a:r>
          </a:p>
        </p:txBody>
      </p:sp>
    </p:spTree>
    <p:extLst>
      <p:ext uri="{BB962C8B-B14F-4D97-AF65-F5344CB8AC3E}">
        <p14:creationId xmlns:p14="http://schemas.microsoft.com/office/powerpoint/2010/main" val="1836468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F57B63DE-6F1C-41CF-AE1E-D731B2BF0742}"/>
              </a:ext>
            </a:extLst>
          </p:cNvPr>
          <p:cNvPicPr>
            <a:picLocks noChangeAspect="1"/>
          </p:cNvPicPr>
          <p:nvPr/>
        </p:nvPicPr>
        <p:blipFill>
          <a:blip r:embed="rId3"/>
          <a:stretch/>
        </p:blipFill>
        <p:spPr>
          <a:xfrm>
            <a:off x="76200" y="77337"/>
            <a:ext cx="2390775" cy="378725"/>
          </a:xfrm>
          <a:prstGeom prst="rect">
            <a:avLst/>
          </a:prstGeom>
        </p:spPr>
      </p:pic>
      <p:sp>
        <p:nvSpPr>
          <p:cNvPr id="2" name="text-5">
            <a:extLst>
              <a:ext uri="{FF2B5EF4-FFF2-40B4-BE49-F238E27FC236}">
                <a16:creationId xmlns:a16="http://schemas.microsoft.com/office/drawing/2014/main" id="{96D6D105-B133-4DDE-8403-217B02641C8A}"/>
              </a:ext>
            </a:extLst>
          </p:cNvPr>
          <p:cNvSpPr>
            <a:spLocks noGrp="1"/>
          </p:cNvSpPr>
          <p:nvPr/>
        </p:nvSpPr>
        <p:spPr>
          <a:xfrm>
            <a:off x="914400" y="876300"/>
            <a:ext cx="10477500" cy="647700"/>
          </a:xfrm>
          <a:prstGeom prst="rect">
            <a:avLst/>
          </a:prstGeom>
          <a:noFill/>
          <a:ln w="0">
            <a:noFill/>
            <a:prstDash val="solid"/>
          </a:ln>
        </p:spPr>
        <p:txBody>
          <a:bodyPr wrap="square" lIns="0" tIns="0" rIns="0" bIns="0" anchor="ctr">
            <a:noAutofit/>
          </a:bodyPr>
          <a:lstStyle>
            <a:defPPr algn="l">
              <a:defRPr sz="3600" b="0" i="0">
                <a:solidFill>
                  <a:srgbClr val="111111"/>
                </a:solidFill>
                <a:latin typeface="Arial"/>
                <a:ea typeface="Arial"/>
                <a:cs typeface="Arial"/>
              </a:defRPr>
            </a:defPPr>
            <a:lvl1pPr algn="l">
              <a:buNone/>
              <a:defRPr sz="3600" b="0" i="0">
                <a:solidFill>
                  <a:srgbClr val="111111"/>
                </a:solidFill>
                <a:latin typeface="Arial"/>
                <a:ea typeface="Arial"/>
                <a:cs typeface="Arial"/>
              </a:defRPr>
            </a:lvl1pPr>
            <a:lvl2pPr algn="l">
              <a:buNone/>
              <a:defRPr sz="3600" b="0" i="0">
                <a:solidFill>
                  <a:srgbClr val="111111"/>
                </a:solidFill>
                <a:latin typeface="Arial"/>
                <a:ea typeface="Arial"/>
                <a:cs typeface="Arial"/>
              </a:defRPr>
            </a:lvl2pPr>
            <a:lvl3pPr algn="l">
              <a:buNone/>
              <a:defRPr sz="3600" b="0" i="0">
                <a:solidFill>
                  <a:srgbClr val="111111"/>
                </a:solidFill>
                <a:latin typeface="Arial"/>
                <a:ea typeface="Arial"/>
                <a:cs typeface="Arial"/>
              </a:defRPr>
            </a:lvl3pPr>
            <a:lvl4pPr algn="l">
              <a:buNone/>
              <a:defRPr sz="3600" b="0" i="0">
                <a:solidFill>
                  <a:srgbClr val="111111"/>
                </a:solidFill>
                <a:latin typeface="Arial"/>
                <a:ea typeface="Arial"/>
                <a:cs typeface="Arial"/>
              </a:defRPr>
            </a:lvl4pPr>
            <a:lvl5pPr algn="l">
              <a:buNone/>
              <a:defRPr sz="3600" b="0" i="0">
                <a:solidFill>
                  <a:srgbClr val="111111"/>
                </a:solidFill>
                <a:latin typeface="Arial"/>
                <a:ea typeface="Arial"/>
                <a:cs typeface="Arial"/>
              </a:defRPr>
            </a:lvl5pPr>
            <a:lvl6pPr algn="l">
              <a:buNone/>
              <a:defRPr sz="3600" b="0" i="0">
                <a:solidFill>
                  <a:srgbClr val="111111"/>
                </a:solidFill>
                <a:latin typeface="Arial"/>
                <a:ea typeface="Arial"/>
                <a:cs typeface="Arial"/>
              </a:defRPr>
            </a:lvl6pPr>
            <a:lvl7pPr algn="l">
              <a:buNone/>
              <a:defRPr sz="3600" b="0" i="0">
                <a:solidFill>
                  <a:srgbClr val="111111"/>
                </a:solidFill>
                <a:latin typeface="Arial"/>
                <a:ea typeface="Arial"/>
                <a:cs typeface="Arial"/>
              </a:defRPr>
            </a:lvl7pPr>
            <a:lvl8pPr algn="l">
              <a:buNone/>
              <a:defRPr sz="3600" b="0" i="0">
                <a:solidFill>
                  <a:srgbClr val="111111"/>
                </a:solidFill>
                <a:latin typeface="Arial"/>
                <a:ea typeface="Arial"/>
                <a:cs typeface="Arial"/>
              </a:defRPr>
            </a:lvl8pPr>
            <a:lvl9pPr algn="l">
              <a:buNone/>
              <a:defRPr sz="3600" b="0" i="0">
                <a:solidFill>
                  <a:srgbClr val="111111"/>
                </a:solidFill>
                <a:latin typeface="Arial"/>
                <a:ea typeface="Arial"/>
                <a:cs typeface="Arial"/>
              </a:defRPr>
            </a:lvl9pPr>
          </a:lstStyle>
          <a:p>
            <a:pPr algn="l">
              <a:buNone/>
              <a:defRPr sz="3600" b="0" i="0">
                <a:solidFill>
                  <a:srgbClr val="111111"/>
                </a:solidFill>
                <a:latin typeface="Arial"/>
                <a:ea typeface="Arial"/>
                <a:cs typeface="Arial"/>
              </a:defRPr>
            </a:pPr>
            <a:r>
              <a:rPr sz="3600" b="0" i="0">
                <a:solidFill>
                  <a:srgbClr val="111111"/>
                </a:solidFill>
                <a:latin typeface="Arial"/>
                <a:ea typeface="Arial"/>
                <a:cs typeface="Arial"/>
              </a:rPr>
              <a:t>Language-guided event detection</a:t>
            </a:r>
          </a:p>
        </p:txBody>
      </p:sp>
      <p:sp>
        <p:nvSpPr>
          <p:cNvPr id="3" name="text-6">
            <a:extLst>
              <a:ext uri="{FF2B5EF4-FFF2-40B4-BE49-F238E27FC236}">
                <a16:creationId xmlns:a16="http://schemas.microsoft.com/office/drawing/2014/main" id="{6409C514-9F7E-4169-84C8-D34D663F0F1E}"/>
              </a:ext>
            </a:extLst>
          </p:cNvPr>
          <p:cNvSpPr>
            <a:spLocks noGrp="1"/>
          </p:cNvSpPr>
          <p:nvPr/>
        </p:nvSpPr>
        <p:spPr>
          <a:xfrm>
            <a:off x="11572875" y="6429375"/>
            <a:ext cx="304800" cy="238125"/>
          </a:xfrm>
          <a:prstGeom prst="rect">
            <a:avLst/>
          </a:prstGeom>
          <a:noFill/>
          <a:ln w="0">
            <a:noFill/>
            <a:prstDash val="solid"/>
          </a:ln>
        </p:spPr>
        <p:txBody>
          <a:bodyPr wrap="square" lIns="0" tIns="0" rIns="0" bIns="0" anchor="ctr">
            <a:noAutofit/>
          </a:bodyPr>
          <a:lstStyle>
            <a:defPPr algn="r">
              <a:defRPr sz="1275" b="0" i="0">
                <a:solidFill>
                  <a:srgbClr val="999999"/>
                </a:solidFill>
                <a:latin typeface="Arial"/>
                <a:ea typeface="Arial"/>
                <a:cs typeface="Arial"/>
              </a:defRPr>
            </a:defPPr>
            <a:lvl1pPr algn="r">
              <a:buNone/>
              <a:defRPr sz="1275" b="0" i="0">
                <a:solidFill>
                  <a:srgbClr val="999999"/>
                </a:solidFill>
                <a:latin typeface="Arial"/>
                <a:ea typeface="Arial"/>
                <a:cs typeface="Arial"/>
              </a:defRPr>
            </a:lvl1pPr>
            <a:lvl2pPr algn="r">
              <a:buNone/>
              <a:defRPr sz="1275" b="0" i="0">
                <a:solidFill>
                  <a:srgbClr val="999999"/>
                </a:solidFill>
                <a:latin typeface="Arial"/>
                <a:ea typeface="Arial"/>
                <a:cs typeface="Arial"/>
              </a:defRPr>
            </a:lvl2pPr>
            <a:lvl3pPr algn="r">
              <a:buNone/>
              <a:defRPr sz="1275" b="0" i="0">
                <a:solidFill>
                  <a:srgbClr val="999999"/>
                </a:solidFill>
                <a:latin typeface="Arial"/>
                <a:ea typeface="Arial"/>
                <a:cs typeface="Arial"/>
              </a:defRPr>
            </a:lvl3pPr>
            <a:lvl4pPr algn="r">
              <a:buNone/>
              <a:defRPr sz="1275" b="0" i="0">
                <a:solidFill>
                  <a:srgbClr val="999999"/>
                </a:solidFill>
                <a:latin typeface="Arial"/>
                <a:ea typeface="Arial"/>
                <a:cs typeface="Arial"/>
              </a:defRPr>
            </a:lvl4pPr>
            <a:lvl5pPr algn="r">
              <a:buNone/>
              <a:defRPr sz="1275" b="0" i="0">
                <a:solidFill>
                  <a:srgbClr val="999999"/>
                </a:solidFill>
                <a:latin typeface="Arial"/>
                <a:ea typeface="Arial"/>
                <a:cs typeface="Arial"/>
              </a:defRPr>
            </a:lvl5pPr>
            <a:lvl6pPr algn="r">
              <a:buNone/>
              <a:defRPr sz="1275" b="0" i="0">
                <a:solidFill>
                  <a:srgbClr val="999999"/>
                </a:solidFill>
                <a:latin typeface="Arial"/>
                <a:ea typeface="Arial"/>
                <a:cs typeface="Arial"/>
              </a:defRPr>
            </a:lvl6pPr>
            <a:lvl7pPr algn="r">
              <a:buNone/>
              <a:defRPr sz="1275" b="0" i="0">
                <a:solidFill>
                  <a:srgbClr val="999999"/>
                </a:solidFill>
                <a:latin typeface="Arial"/>
                <a:ea typeface="Arial"/>
                <a:cs typeface="Arial"/>
              </a:defRPr>
            </a:lvl7pPr>
            <a:lvl8pPr algn="r">
              <a:buNone/>
              <a:defRPr sz="1275" b="0" i="0">
                <a:solidFill>
                  <a:srgbClr val="999999"/>
                </a:solidFill>
                <a:latin typeface="Arial"/>
                <a:ea typeface="Arial"/>
                <a:cs typeface="Arial"/>
              </a:defRPr>
            </a:lvl8pPr>
            <a:lvl9pPr algn="r">
              <a:buNone/>
              <a:defRPr sz="1275" b="0" i="0">
                <a:solidFill>
                  <a:srgbClr val="999999"/>
                </a:solidFill>
                <a:latin typeface="Arial"/>
                <a:ea typeface="Arial"/>
                <a:cs typeface="Arial"/>
              </a:defRPr>
            </a:lvl9pPr>
          </a:lstStyle>
          <a:p>
            <a:pPr algn="r">
              <a:buNone/>
              <a:defRPr sz="1275" b="0" i="0">
                <a:solidFill>
                  <a:srgbClr val="999999"/>
                </a:solidFill>
                <a:latin typeface="Arial"/>
                <a:ea typeface="Arial"/>
                <a:cs typeface="Arial"/>
              </a:defRPr>
            </a:pPr>
            <a:r>
              <a:rPr sz="1275" b="0" i="0">
                <a:solidFill>
                  <a:srgbClr val="999999"/>
                </a:solidFill>
                <a:latin typeface="Arial"/>
                <a:ea typeface="Arial"/>
                <a:cs typeface="Arial"/>
              </a:rPr>
              <a:t>1</a:t>
            </a:r>
          </a:p>
        </p:txBody>
      </p:sp>
      <p:sp>
        <p:nvSpPr>
          <p:cNvPr id="4" name="text-7">
            <a:extLst>
              <a:ext uri="{FF2B5EF4-FFF2-40B4-BE49-F238E27FC236}">
                <a16:creationId xmlns:a16="http://schemas.microsoft.com/office/drawing/2014/main" id="{A5642318-3AE5-44F5-AF18-6895B844E1FF}"/>
              </a:ext>
            </a:extLst>
          </p:cNvPr>
          <p:cNvSpPr>
            <a:spLocks noGrp="1"/>
          </p:cNvSpPr>
          <p:nvPr/>
        </p:nvSpPr>
        <p:spPr>
          <a:xfrm>
            <a:off x="914400" y="1638300"/>
            <a:ext cx="10572750" cy="457200"/>
          </a:xfrm>
          <a:prstGeom prst="rect">
            <a:avLst/>
          </a:prstGeom>
          <a:noFill/>
          <a:ln w="0">
            <a:noFill/>
            <a:prstDash val="solid"/>
          </a:ln>
        </p:spPr>
        <p:txBody>
          <a:bodyPr wrap="square" lIns="0" tIns="0" rIns="0" bIns="0" anchor="ctr">
            <a:noAutofit/>
          </a:bodyPr>
          <a:lstStyle>
            <a:defPPr algn="l">
              <a:defRPr sz="2250" b="0" i="0">
                <a:solidFill>
                  <a:srgbClr val="111111"/>
                </a:solidFill>
                <a:latin typeface="Arial"/>
                <a:ea typeface="Arial"/>
                <a:cs typeface="Arial"/>
              </a:defRPr>
            </a:defPPr>
            <a:lvl1pPr algn="l">
              <a:buNone/>
              <a:defRPr sz="2250" b="0" i="0">
                <a:solidFill>
                  <a:srgbClr val="111111"/>
                </a:solidFill>
                <a:latin typeface="Arial"/>
                <a:ea typeface="Arial"/>
                <a:cs typeface="Arial"/>
              </a:defRPr>
            </a:lvl1pPr>
            <a:lvl2pPr algn="l">
              <a:buNone/>
              <a:defRPr sz="2250" b="0" i="0">
                <a:solidFill>
                  <a:srgbClr val="111111"/>
                </a:solidFill>
                <a:latin typeface="Arial"/>
                <a:ea typeface="Arial"/>
                <a:cs typeface="Arial"/>
              </a:defRPr>
            </a:lvl2pPr>
            <a:lvl3pPr algn="l">
              <a:buNone/>
              <a:defRPr sz="2250" b="0" i="0">
                <a:solidFill>
                  <a:srgbClr val="111111"/>
                </a:solidFill>
                <a:latin typeface="Arial"/>
                <a:ea typeface="Arial"/>
                <a:cs typeface="Arial"/>
              </a:defRPr>
            </a:lvl3pPr>
            <a:lvl4pPr algn="l">
              <a:buNone/>
              <a:defRPr sz="2250" b="0" i="0">
                <a:solidFill>
                  <a:srgbClr val="111111"/>
                </a:solidFill>
                <a:latin typeface="Arial"/>
                <a:ea typeface="Arial"/>
                <a:cs typeface="Arial"/>
              </a:defRPr>
            </a:lvl4pPr>
            <a:lvl5pPr algn="l">
              <a:buNone/>
              <a:defRPr sz="2250" b="0" i="0">
                <a:solidFill>
                  <a:srgbClr val="111111"/>
                </a:solidFill>
                <a:latin typeface="Arial"/>
                <a:ea typeface="Arial"/>
                <a:cs typeface="Arial"/>
              </a:defRPr>
            </a:lvl5pPr>
            <a:lvl6pPr algn="l">
              <a:buNone/>
              <a:defRPr sz="2250" b="0" i="0">
                <a:solidFill>
                  <a:srgbClr val="111111"/>
                </a:solidFill>
                <a:latin typeface="Arial"/>
                <a:ea typeface="Arial"/>
                <a:cs typeface="Arial"/>
              </a:defRPr>
            </a:lvl6pPr>
            <a:lvl7pPr algn="l">
              <a:buNone/>
              <a:defRPr sz="2250" b="0" i="0">
                <a:solidFill>
                  <a:srgbClr val="111111"/>
                </a:solidFill>
                <a:latin typeface="Arial"/>
                <a:ea typeface="Arial"/>
                <a:cs typeface="Arial"/>
              </a:defRPr>
            </a:lvl7pPr>
            <a:lvl8pPr algn="l">
              <a:buNone/>
              <a:defRPr sz="2250" b="0" i="0">
                <a:solidFill>
                  <a:srgbClr val="111111"/>
                </a:solidFill>
                <a:latin typeface="Arial"/>
                <a:ea typeface="Arial"/>
                <a:cs typeface="Arial"/>
              </a:defRPr>
            </a:lvl8pPr>
            <a:lvl9pPr algn="l">
              <a:buNone/>
              <a:defRPr sz="2250" b="0" i="0">
                <a:solidFill>
                  <a:srgbClr val="111111"/>
                </a:solidFill>
                <a:latin typeface="Arial"/>
                <a:ea typeface="Arial"/>
                <a:cs typeface="Arial"/>
              </a:defRPr>
            </a:lvl9pPr>
          </a:lstStyle>
          <a:p>
            <a:pPr algn="l">
              <a:buNone/>
              <a:defRPr sz="2250" b="0" i="0">
                <a:solidFill>
                  <a:srgbClr val="111111"/>
                </a:solidFill>
                <a:latin typeface="Arial"/>
                <a:ea typeface="Arial"/>
                <a:cs typeface="Arial"/>
              </a:defRPr>
            </a:pPr>
            <a:r>
              <a:rPr sz="2250" b="0" i="0">
                <a:solidFill>
                  <a:srgbClr val="111111"/>
                </a:solidFill>
                <a:latin typeface="Arial"/>
                <a:ea typeface="Arial"/>
                <a:cs typeface="Arial"/>
              </a:rPr>
              <a:t>Expert descriptions are available. Dense event labels are expensive.</a:t>
            </a:r>
          </a:p>
        </p:txBody>
      </p:sp>
      <p:pic>
        <p:nvPicPr>
          <p:cNvPr id="5" name="图片 4">
            <a:extLst>
              <a:ext uri="{FF2B5EF4-FFF2-40B4-BE49-F238E27FC236}">
                <a16:creationId xmlns:a16="http://schemas.microsoft.com/office/drawing/2014/main" id="{6C4CA3C1-745E-4430-97E5-7C7BDB0611A7}"/>
              </a:ext>
            </a:extLst>
          </p:cNvPr>
          <p:cNvPicPr>
            <a:picLocks noChangeAspect="1"/>
          </p:cNvPicPr>
          <p:nvPr/>
        </p:nvPicPr>
        <p:blipFill>
          <a:blip r:embed="rId4"/>
          <a:stretch/>
        </p:blipFill>
        <p:spPr>
          <a:xfrm>
            <a:off x="1628516" y="2190750"/>
            <a:ext cx="8934969" cy="3733800"/>
          </a:xfrm>
          <a:prstGeom prst="rect">
            <a:avLst/>
          </a:prstGeom>
        </p:spPr>
      </p:pic>
      <p:sp>
        <p:nvSpPr>
          <p:cNvPr id="7" name="v3-text-3085">
            <a:extLst>
              <a:ext uri="{FF2B5EF4-FFF2-40B4-BE49-F238E27FC236}">
                <a16:creationId xmlns:a16="http://schemas.microsoft.com/office/drawing/2014/main" id="{878BBFC4-B1F4-414C-8AB7-1D6C8EEE232B}"/>
              </a:ext>
            </a:extLst>
          </p:cNvPr>
          <p:cNvSpPr>
            <a:spLocks noGrp="1"/>
          </p:cNvSpPr>
          <p:nvPr/>
        </p:nvSpPr>
        <p:spPr>
          <a:xfrm>
            <a:off x="1924050" y="6115050"/>
            <a:ext cx="7835900" cy="323850"/>
          </a:xfrm>
          <a:prstGeom prst="rect">
            <a:avLst/>
          </a:prstGeom>
          <a:noFill/>
          <a:ln w="0">
            <a:noFill/>
            <a:prstDash val="solid"/>
          </a:ln>
        </p:spPr>
        <p:txBody>
          <a:bodyPr wrap="square" lIns="0" tIns="0" rIns="0" bIns="0" anchor="ctr">
            <a:noAutofit/>
          </a:bodyPr>
          <a:lstStyle>
            <a:defPPr algn="l">
              <a:defRPr sz="1875" b="0">
                <a:solidFill>
                  <a:srgbClr val="156082"/>
                </a:solidFill>
                <a:latin typeface="Arial"/>
                <a:ea typeface="Arial"/>
                <a:cs typeface="Arial"/>
              </a:defRPr>
            </a:defPPr>
            <a:lvl1pPr algn="l">
              <a:buNone/>
              <a:defRPr sz="1875" b="0">
                <a:solidFill>
                  <a:srgbClr val="156082"/>
                </a:solidFill>
                <a:latin typeface="Arial"/>
                <a:ea typeface="Arial"/>
                <a:cs typeface="Arial"/>
              </a:defRPr>
            </a:lvl1pPr>
            <a:lvl2pPr algn="l">
              <a:buNone/>
              <a:defRPr sz="1875" b="0">
                <a:solidFill>
                  <a:srgbClr val="156082"/>
                </a:solidFill>
                <a:latin typeface="Arial"/>
                <a:ea typeface="Arial"/>
                <a:cs typeface="Arial"/>
              </a:defRPr>
            </a:lvl2pPr>
            <a:lvl3pPr algn="l">
              <a:buNone/>
              <a:defRPr sz="1875" b="0">
                <a:solidFill>
                  <a:srgbClr val="156082"/>
                </a:solidFill>
                <a:latin typeface="Arial"/>
                <a:ea typeface="Arial"/>
                <a:cs typeface="Arial"/>
              </a:defRPr>
            </a:lvl3pPr>
            <a:lvl4pPr algn="l">
              <a:buNone/>
              <a:defRPr sz="1875" b="0">
                <a:solidFill>
                  <a:srgbClr val="156082"/>
                </a:solidFill>
                <a:latin typeface="Arial"/>
                <a:ea typeface="Arial"/>
                <a:cs typeface="Arial"/>
              </a:defRPr>
            </a:lvl4pPr>
            <a:lvl5pPr algn="l">
              <a:buNone/>
              <a:defRPr sz="1875" b="0">
                <a:solidFill>
                  <a:srgbClr val="156082"/>
                </a:solidFill>
                <a:latin typeface="Arial"/>
                <a:ea typeface="Arial"/>
                <a:cs typeface="Arial"/>
              </a:defRPr>
            </a:lvl5pPr>
            <a:lvl6pPr algn="l">
              <a:buNone/>
              <a:defRPr sz="1875" b="0">
                <a:solidFill>
                  <a:srgbClr val="156082"/>
                </a:solidFill>
                <a:latin typeface="Arial"/>
                <a:ea typeface="Arial"/>
                <a:cs typeface="Arial"/>
              </a:defRPr>
            </a:lvl6pPr>
            <a:lvl7pPr algn="l">
              <a:buNone/>
              <a:defRPr sz="1875" b="0">
                <a:solidFill>
                  <a:srgbClr val="156082"/>
                </a:solidFill>
                <a:latin typeface="Arial"/>
                <a:ea typeface="Arial"/>
                <a:cs typeface="Arial"/>
              </a:defRPr>
            </a:lvl7pPr>
            <a:lvl8pPr algn="l">
              <a:buNone/>
              <a:defRPr sz="1875" b="0">
                <a:solidFill>
                  <a:srgbClr val="156082"/>
                </a:solidFill>
                <a:latin typeface="Arial"/>
                <a:ea typeface="Arial"/>
                <a:cs typeface="Arial"/>
              </a:defRPr>
            </a:lvl8pPr>
            <a:lvl9pPr algn="l">
              <a:buNone/>
              <a:defRPr sz="1875" b="0">
                <a:solidFill>
                  <a:srgbClr val="156082"/>
                </a:solidFill>
                <a:latin typeface="Arial"/>
                <a:ea typeface="Arial"/>
                <a:cs typeface="Arial"/>
              </a:defRPr>
            </a:lvl9pPr>
          </a:lstStyle>
          <a:p>
            <a:pPr algn="l">
              <a:buNone/>
              <a:defRPr sz="1875" b="0">
                <a:solidFill>
                  <a:srgbClr val="156082"/>
                </a:solidFill>
                <a:latin typeface="Arial"/>
                <a:ea typeface="Arial"/>
                <a:cs typeface="Arial"/>
              </a:defRPr>
            </a:pPr>
            <a:r>
              <a:rPr sz="1875" b="1" dirty="0">
                <a:solidFill>
                  <a:srgbClr val="156082"/>
                </a:solidFill>
                <a:latin typeface="Arial"/>
                <a:ea typeface="Arial"/>
                <a:cs typeface="Arial"/>
              </a:rPr>
              <a:t>Input</a:t>
            </a:r>
            <a:r>
              <a:rPr sz="1875" b="0" dirty="0">
                <a:solidFill>
                  <a:srgbClr val="156082"/>
                </a:solidFill>
                <a:latin typeface="Arial"/>
                <a:ea typeface="Arial"/>
                <a:cs typeface="Arial"/>
              </a:rPr>
              <a:t>: signals + descriptions     </a:t>
            </a:r>
            <a:r>
              <a:rPr lang="en-US" sz="1875" b="0" dirty="0">
                <a:solidFill>
                  <a:srgbClr val="156082"/>
                </a:solidFill>
                <a:latin typeface="Arial"/>
                <a:ea typeface="Arial"/>
                <a:cs typeface="Arial"/>
              </a:rPr>
              <a:t>          </a:t>
            </a:r>
            <a:r>
              <a:rPr sz="1875" b="1" dirty="0">
                <a:solidFill>
                  <a:srgbClr val="156082"/>
                </a:solidFill>
                <a:latin typeface="Arial"/>
                <a:ea typeface="Arial"/>
                <a:cs typeface="Arial"/>
              </a:rPr>
              <a:t>Output</a:t>
            </a:r>
            <a:r>
              <a:rPr sz="1875" b="0" dirty="0">
                <a:solidFill>
                  <a:srgbClr val="156082"/>
                </a:solidFill>
                <a:latin typeface="Arial"/>
                <a:ea typeface="Arial"/>
                <a:cs typeface="Arial"/>
              </a:rPr>
              <a:t>: event intervals + classes</a:t>
            </a:r>
          </a:p>
        </p:txBody>
      </p:sp>
    </p:spTree>
    <p:extLst>
      <p:ext uri="{BB962C8B-B14F-4D97-AF65-F5344CB8AC3E}">
        <p14:creationId xmlns:p14="http://schemas.microsoft.com/office/powerpoint/2010/main" val="14313458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id="{48F86B4F-2DB7-4F45-8F09-E09C5E027386}"/>
              </a:ext>
            </a:extLst>
          </p:cNvPr>
          <p:cNvPicPr>
            <a:picLocks noChangeAspect="1"/>
          </p:cNvPicPr>
          <p:nvPr/>
        </p:nvPicPr>
        <p:blipFill>
          <a:blip r:embed="rId3"/>
          <a:stretch/>
        </p:blipFill>
        <p:spPr>
          <a:xfrm>
            <a:off x="76200" y="77337"/>
            <a:ext cx="2390775" cy="378725"/>
          </a:xfrm>
          <a:prstGeom prst="rect">
            <a:avLst/>
          </a:prstGeom>
        </p:spPr>
      </p:pic>
      <p:sp>
        <p:nvSpPr>
          <p:cNvPr id="2" name="v5-text-5001">
            <a:extLst>
              <a:ext uri="{FF2B5EF4-FFF2-40B4-BE49-F238E27FC236}">
                <a16:creationId xmlns:a16="http://schemas.microsoft.com/office/drawing/2014/main" id="{F8E1D0CD-7092-4D66-BEEC-9E2956A7A568}"/>
              </a:ext>
            </a:extLst>
          </p:cNvPr>
          <p:cNvSpPr>
            <a:spLocks noGrp="1"/>
          </p:cNvSpPr>
          <p:nvPr/>
        </p:nvSpPr>
        <p:spPr>
          <a:xfrm>
            <a:off x="914400" y="876300"/>
            <a:ext cx="10477500" cy="647700"/>
          </a:xfrm>
          <a:prstGeom prst="rect">
            <a:avLst/>
          </a:prstGeom>
          <a:noFill/>
          <a:ln w="0">
            <a:noFill/>
          </a:ln>
        </p:spPr>
        <p:txBody>
          <a:bodyPr wrap="square" lIns="0" tIns="0" rIns="0" bIns="0" anchor="ctr">
            <a:noAutofit/>
          </a:bodyPr>
          <a:lstStyle>
            <a:defPPr algn="l">
              <a:defRPr sz="3600" b="0" i="0">
                <a:solidFill>
                  <a:srgbClr val="111111"/>
                </a:solidFill>
                <a:latin typeface="Arial"/>
                <a:ea typeface="Arial"/>
                <a:cs typeface="Arial"/>
              </a:defRPr>
            </a:defPPr>
            <a:lvl1pPr algn="l">
              <a:buNone/>
              <a:defRPr sz="3600" b="0" i="0">
                <a:solidFill>
                  <a:srgbClr val="111111"/>
                </a:solidFill>
                <a:latin typeface="Arial"/>
                <a:ea typeface="Arial"/>
                <a:cs typeface="Arial"/>
              </a:defRPr>
            </a:lvl1pPr>
            <a:lvl2pPr algn="l">
              <a:buNone/>
              <a:defRPr sz="3600" b="0" i="0">
                <a:solidFill>
                  <a:srgbClr val="111111"/>
                </a:solidFill>
                <a:latin typeface="Arial"/>
                <a:ea typeface="Arial"/>
                <a:cs typeface="Arial"/>
              </a:defRPr>
            </a:lvl2pPr>
            <a:lvl3pPr algn="l">
              <a:buNone/>
              <a:defRPr sz="3600" b="0" i="0">
                <a:solidFill>
                  <a:srgbClr val="111111"/>
                </a:solidFill>
                <a:latin typeface="Arial"/>
                <a:ea typeface="Arial"/>
                <a:cs typeface="Arial"/>
              </a:defRPr>
            </a:lvl3pPr>
            <a:lvl4pPr algn="l">
              <a:buNone/>
              <a:defRPr sz="3600" b="0" i="0">
                <a:solidFill>
                  <a:srgbClr val="111111"/>
                </a:solidFill>
                <a:latin typeface="Arial"/>
                <a:ea typeface="Arial"/>
                <a:cs typeface="Arial"/>
              </a:defRPr>
            </a:lvl4pPr>
            <a:lvl5pPr algn="l">
              <a:buNone/>
              <a:defRPr sz="3600" b="0" i="0">
                <a:solidFill>
                  <a:srgbClr val="111111"/>
                </a:solidFill>
                <a:latin typeface="Arial"/>
                <a:ea typeface="Arial"/>
                <a:cs typeface="Arial"/>
              </a:defRPr>
            </a:lvl5pPr>
            <a:lvl6pPr algn="l">
              <a:buNone/>
              <a:defRPr sz="3600" b="0" i="0">
                <a:solidFill>
                  <a:srgbClr val="111111"/>
                </a:solidFill>
                <a:latin typeface="Arial"/>
                <a:ea typeface="Arial"/>
                <a:cs typeface="Arial"/>
              </a:defRPr>
            </a:lvl6pPr>
            <a:lvl7pPr algn="l">
              <a:buNone/>
              <a:defRPr sz="3600" b="0" i="0">
                <a:solidFill>
                  <a:srgbClr val="111111"/>
                </a:solidFill>
                <a:latin typeface="Arial"/>
                <a:ea typeface="Arial"/>
                <a:cs typeface="Arial"/>
              </a:defRPr>
            </a:lvl7pPr>
            <a:lvl8pPr algn="l">
              <a:buNone/>
              <a:defRPr sz="3600" b="0" i="0">
                <a:solidFill>
                  <a:srgbClr val="111111"/>
                </a:solidFill>
                <a:latin typeface="Arial"/>
                <a:ea typeface="Arial"/>
                <a:cs typeface="Arial"/>
              </a:defRPr>
            </a:lvl8pPr>
            <a:lvl9pPr algn="l">
              <a:buNone/>
              <a:defRPr sz="3600" b="0" i="0">
                <a:solidFill>
                  <a:srgbClr val="111111"/>
                </a:solidFill>
                <a:latin typeface="Arial"/>
                <a:ea typeface="Arial"/>
                <a:cs typeface="Arial"/>
              </a:defRPr>
            </a:lvl9pPr>
          </a:lstStyle>
          <a:p>
            <a:pPr algn="l">
              <a:buNone/>
              <a:defRPr sz="3600" b="0" i="0">
                <a:solidFill>
                  <a:srgbClr val="111111"/>
                </a:solidFill>
                <a:latin typeface="Arial"/>
                <a:ea typeface="Arial"/>
                <a:cs typeface="Arial"/>
              </a:defRPr>
            </a:pPr>
            <a:r>
              <a:rPr sz="3600" b="0" i="0">
                <a:solidFill>
                  <a:srgbClr val="111111"/>
                </a:solidFill>
                <a:latin typeface="Arial"/>
                <a:ea typeface="Arial"/>
                <a:cs typeface="Arial"/>
              </a:rPr>
              <a:t>The grounding challenge</a:t>
            </a:r>
          </a:p>
        </p:txBody>
      </p:sp>
      <p:sp>
        <p:nvSpPr>
          <p:cNvPr id="3" name="v5-text-5002">
            <a:extLst>
              <a:ext uri="{FF2B5EF4-FFF2-40B4-BE49-F238E27FC236}">
                <a16:creationId xmlns:a16="http://schemas.microsoft.com/office/drawing/2014/main" id="{84B84398-2E5C-4889-B459-247EEECAE8A1}"/>
              </a:ext>
            </a:extLst>
          </p:cNvPr>
          <p:cNvSpPr>
            <a:spLocks noGrp="1"/>
          </p:cNvSpPr>
          <p:nvPr/>
        </p:nvSpPr>
        <p:spPr>
          <a:xfrm>
            <a:off x="914400" y="1638300"/>
            <a:ext cx="10572750" cy="457200"/>
          </a:xfrm>
          <a:prstGeom prst="rect">
            <a:avLst/>
          </a:prstGeom>
          <a:noFill/>
          <a:ln w="0">
            <a:noFill/>
          </a:ln>
        </p:spPr>
        <p:txBody>
          <a:bodyPr wrap="square" lIns="0" tIns="0" rIns="0" bIns="0" anchor="ctr">
            <a:noAutofit/>
          </a:bodyPr>
          <a:lstStyle>
            <a:defPPr algn="l">
              <a:defRPr sz="2250" b="0" i="0">
                <a:solidFill>
                  <a:srgbClr val="111111"/>
                </a:solidFill>
                <a:latin typeface="Arial"/>
                <a:ea typeface="Arial"/>
                <a:cs typeface="Arial"/>
              </a:defRPr>
            </a:defPPr>
            <a:lvl1pPr algn="l">
              <a:buNone/>
              <a:defRPr sz="2250" b="0" i="0">
                <a:solidFill>
                  <a:srgbClr val="111111"/>
                </a:solidFill>
                <a:latin typeface="Arial"/>
                <a:ea typeface="Arial"/>
                <a:cs typeface="Arial"/>
              </a:defRPr>
            </a:lvl1pPr>
            <a:lvl2pPr algn="l">
              <a:buNone/>
              <a:defRPr sz="2250" b="0" i="0">
                <a:solidFill>
                  <a:srgbClr val="111111"/>
                </a:solidFill>
                <a:latin typeface="Arial"/>
                <a:ea typeface="Arial"/>
                <a:cs typeface="Arial"/>
              </a:defRPr>
            </a:lvl2pPr>
            <a:lvl3pPr algn="l">
              <a:buNone/>
              <a:defRPr sz="2250" b="0" i="0">
                <a:solidFill>
                  <a:srgbClr val="111111"/>
                </a:solidFill>
                <a:latin typeface="Arial"/>
                <a:ea typeface="Arial"/>
                <a:cs typeface="Arial"/>
              </a:defRPr>
            </a:lvl3pPr>
            <a:lvl4pPr algn="l">
              <a:buNone/>
              <a:defRPr sz="2250" b="0" i="0">
                <a:solidFill>
                  <a:srgbClr val="111111"/>
                </a:solidFill>
                <a:latin typeface="Arial"/>
                <a:ea typeface="Arial"/>
                <a:cs typeface="Arial"/>
              </a:defRPr>
            </a:lvl4pPr>
            <a:lvl5pPr algn="l">
              <a:buNone/>
              <a:defRPr sz="2250" b="0" i="0">
                <a:solidFill>
                  <a:srgbClr val="111111"/>
                </a:solidFill>
                <a:latin typeface="Arial"/>
                <a:ea typeface="Arial"/>
                <a:cs typeface="Arial"/>
              </a:defRPr>
            </a:lvl5pPr>
            <a:lvl6pPr algn="l">
              <a:buNone/>
              <a:defRPr sz="2250" b="0" i="0">
                <a:solidFill>
                  <a:srgbClr val="111111"/>
                </a:solidFill>
                <a:latin typeface="Arial"/>
                <a:ea typeface="Arial"/>
                <a:cs typeface="Arial"/>
              </a:defRPr>
            </a:lvl6pPr>
            <a:lvl7pPr algn="l">
              <a:buNone/>
              <a:defRPr sz="2250" b="0" i="0">
                <a:solidFill>
                  <a:srgbClr val="111111"/>
                </a:solidFill>
                <a:latin typeface="Arial"/>
                <a:ea typeface="Arial"/>
                <a:cs typeface="Arial"/>
              </a:defRPr>
            </a:lvl7pPr>
            <a:lvl8pPr algn="l">
              <a:buNone/>
              <a:defRPr sz="2250" b="0" i="0">
                <a:solidFill>
                  <a:srgbClr val="111111"/>
                </a:solidFill>
                <a:latin typeface="Arial"/>
                <a:ea typeface="Arial"/>
                <a:cs typeface="Arial"/>
              </a:defRPr>
            </a:lvl8pPr>
            <a:lvl9pPr algn="l">
              <a:buNone/>
              <a:defRPr sz="2250" b="0" i="0">
                <a:solidFill>
                  <a:srgbClr val="111111"/>
                </a:solidFill>
                <a:latin typeface="Arial"/>
                <a:ea typeface="Arial"/>
                <a:cs typeface="Arial"/>
              </a:defRPr>
            </a:lvl9pPr>
          </a:lstStyle>
          <a:p>
            <a:pPr algn="l">
              <a:buNone/>
              <a:defRPr sz="2250" b="0" i="0">
                <a:solidFill>
                  <a:srgbClr val="111111"/>
                </a:solidFill>
                <a:latin typeface="Arial"/>
                <a:ea typeface="Arial"/>
                <a:cs typeface="Arial"/>
              </a:defRPr>
            </a:pPr>
            <a:r>
              <a:rPr sz="2250" b="0" i="0">
                <a:solidFill>
                  <a:srgbClr val="111111"/>
                </a:solidFill>
                <a:latin typeface="Arial"/>
                <a:ea typeface="Arial"/>
                <a:cs typeface="Arial"/>
              </a:rPr>
              <a:t>Semantic alignment, multichannel structure and verifiable evidence</a:t>
            </a:r>
          </a:p>
        </p:txBody>
      </p:sp>
      <p:sp>
        <p:nvSpPr>
          <p:cNvPr id="4" name="v5-text-5003">
            <a:extLst>
              <a:ext uri="{FF2B5EF4-FFF2-40B4-BE49-F238E27FC236}">
                <a16:creationId xmlns:a16="http://schemas.microsoft.com/office/drawing/2014/main" id="{4E12A30F-9021-44BE-97DA-07BB06838B10}"/>
              </a:ext>
            </a:extLst>
          </p:cNvPr>
          <p:cNvSpPr>
            <a:spLocks noGrp="1"/>
          </p:cNvSpPr>
          <p:nvPr/>
        </p:nvSpPr>
        <p:spPr>
          <a:xfrm>
            <a:off x="11572875" y="6429375"/>
            <a:ext cx="304800" cy="238125"/>
          </a:xfrm>
          <a:prstGeom prst="rect">
            <a:avLst/>
          </a:prstGeom>
          <a:noFill/>
          <a:ln w="0">
            <a:noFill/>
          </a:ln>
        </p:spPr>
        <p:txBody>
          <a:bodyPr wrap="square" lIns="0" tIns="0" rIns="0" bIns="0" anchor="ctr">
            <a:noAutofit/>
          </a:bodyPr>
          <a:lstStyle>
            <a:defPPr algn="r">
              <a:defRPr sz="1275" b="0" i="0">
                <a:solidFill>
                  <a:srgbClr val="999999"/>
                </a:solidFill>
                <a:latin typeface="Arial"/>
                <a:ea typeface="Arial"/>
                <a:cs typeface="Arial"/>
              </a:defRPr>
            </a:defPPr>
            <a:lvl1pPr algn="r">
              <a:buNone/>
              <a:defRPr sz="1275" b="0" i="0">
                <a:solidFill>
                  <a:srgbClr val="999999"/>
                </a:solidFill>
                <a:latin typeface="Arial"/>
                <a:ea typeface="Arial"/>
                <a:cs typeface="Arial"/>
              </a:defRPr>
            </a:lvl1pPr>
            <a:lvl2pPr algn="r">
              <a:buNone/>
              <a:defRPr sz="1275" b="0" i="0">
                <a:solidFill>
                  <a:srgbClr val="999999"/>
                </a:solidFill>
                <a:latin typeface="Arial"/>
                <a:ea typeface="Arial"/>
                <a:cs typeface="Arial"/>
              </a:defRPr>
            </a:lvl2pPr>
            <a:lvl3pPr algn="r">
              <a:buNone/>
              <a:defRPr sz="1275" b="0" i="0">
                <a:solidFill>
                  <a:srgbClr val="999999"/>
                </a:solidFill>
                <a:latin typeface="Arial"/>
                <a:ea typeface="Arial"/>
                <a:cs typeface="Arial"/>
              </a:defRPr>
            </a:lvl3pPr>
            <a:lvl4pPr algn="r">
              <a:buNone/>
              <a:defRPr sz="1275" b="0" i="0">
                <a:solidFill>
                  <a:srgbClr val="999999"/>
                </a:solidFill>
                <a:latin typeface="Arial"/>
                <a:ea typeface="Arial"/>
                <a:cs typeface="Arial"/>
              </a:defRPr>
            </a:lvl4pPr>
            <a:lvl5pPr algn="r">
              <a:buNone/>
              <a:defRPr sz="1275" b="0" i="0">
                <a:solidFill>
                  <a:srgbClr val="999999"/>
                </a:solidFill>
                <a:latin typeface="Arial"/>
                <a:ea typeface="Arial"/>
                <a:cs typeface="Arial"/>
              </a:defRPr>
            </a:lvl5pPr>
            <a:lvl6pPr algn="r">
              <a:buNone/>
              <a:defRPr sz="1275" b="0" i="0">
                <a:solidFill>
                  <a:srgbClr val="999999"/>
                </a:solidFill>
                <a:latin typeface="Arial"/>
                <a:ea typeface="Arial"/>
                <a:cs typeface="Arial"/>
              </a:defRPr>
            </a:lvl6pPr>
            <a:lvl7pPr algn="r">
              <a:buNone/>
              <a:defRPr sz="1275" b="0" i="0">
                <a:solidFill>
                  <a:srgbClr val="999999"/>
                </a:solidFill>
                <a:latin typeface="Arial"/>
                <a:ea typeface="Arial"/>
                <a:cs typeface="Arial"/>
              </a:defRPr>
            </a:lvl7pPr>
            <a:lvl8pPr algn="r">
              <a:buNone/>
              <a:defRPr sz="1275" b="0" i="0">
                <a:solidFill>
                  <a:srgbClr val="999999"/>
                </a:solidFill>
                <a:latin typeface="Arial"/>
                <a:ea typeface="Arial"/>
                <a:cs typeface="Arial"/>
              </a:defRPr>
            </a:lvl8pPr>
            <a:lvl9pPr algn="r">
              <a:buNone/>
              <a:defRPr sz="1275" b="0" i="0">
                <a:solidFill>
                  <a:srgbClr val="999999"/>
                </a:solidFill>
                <a:latin typeface="Arial"/>
                <a:ea typeface="Arial"/>
                <a:cs typeface="Arial"/>
              </a:defRPr>
            </a:lvl9pPr>
          </a:lstStyle>
          <a:p>
            <a:pPr algn="r">
              <a:buNone/>
              <a:defRPr sz="1275" b="0" i="0">
                <a:solidFill>
                  <a:srgbClr val="999999"/>
                </a:solidFill>
                <a:latin typeface="Arial"/>
                <a:ea typeface="Arial"/>
                <a:cs typeface="Arial"/>
              </a:defRPr>
            </a:pPr>
            <a:r>
              <a:rPr sz="1275" b="0" i="0">
                <a:solidFill>
                  <a:srgbClr val="999999"/>
                </a:solidFill>
                <a:latin typeface="Arial"/>
                <a:ea typeface="Arial"/>
                <a:cs typeface="Arial"/>
              </a:rPr>
              <a:t>2</a:t>
            </a:r>
          </a:p>
        </p:txBody>
      </p:sp>
      <p:sp>
        <p:nvSpPr>
          <p:cNvPr id="5" name="v5-text-5004">
            <a:extLst>
              <a:ext uri="{FF2B5EF4-FFF2-40B4-BE49-F238E27FC236}">
                <a16:creationId xmlns:a16="http://schemas.microsoft.com/office/drawing/2014/main" id="{7D0002CB-6005-4ACE-B9B8-01A45ED95CDA}"/>
              </a:ext>
            </a:extLst>
          </p:cNvPr>
          <p:cNvSpPr>
            <a:spLocks noGrp="1"/>
          </p:cNvSpPr>
          <p:nvPr/>
        </p:nvSpPr>
        <p:spPr>
          <a:xfrm>
            <a:off x="914400" y="2552700"/>
            <a:ext cx="2295525" cy="419100"/>
          </a:xfrm>
          <a:prstGeom prst="rect">
            <a:avLst/>
          </a:prstGeom>
          <a:noFill/>
          <a:ln w="0">
            <a:noFill/>
          </a:ln>
        </p:spPr>
        <p:txBody>
          <a:bodyPr wrap="square" lIns="0" tIns="0" rIns="0" bIns="0" anchor="ctr">
            <a:noAutofit/>
          </a:bodyPr>
          <a:lstStyle>
            <a:defPPr algn="l">
              <a:defRPr sz="2325" b="1" i="0">
                <a:solidFill>
                  <a:srgbClr val="156082"/>
                </a:solidFill>
                <a:latin typeface="Arial"/>
                <a:ea typeface="Arial"/>
                <a:cs typeface="Arial"/>
              </a:defRPr>
            </a:defPPr>
            <a:lvl1pPr algn="l">
              <a:buNone/>
              <a:defRPr sz="2325" b="1" i="0">
                <a:solidFill>
                  <a:srgbClr val="156082"/>
                </a:solidFill>
                <a:latin typeface="Arial"/>
                <a:ea typeface="Arial"/>
                <a:cs typeface="Arial"/>
              </a:defRPr>
            </a:lvl1pPr>
            <a:lvl2pPr algn="l">
              <a:buNone/>
              <a:defRPr sz="2325" b="1" i="0">
                <a:solidFill>
                  <a:srgbClr val="156082"/>
                </a:solidFill>
                <a:latin typeface="Arial"/>
                <a:ea typeface="Arial"/>
                <a:cs typeface="Arial"/>
              </a:defRPr>
            </a:lvl2pPr>
            <a:lvl3pPr algn="l">
              <a:buNone/>
              <a:defRPr sz="2325" b="1" i="0">
                <a:solidFill>
                  <a:srgbClr val="156082"/>
                </a:solidFill>
                <a:latin typeface="Arial"/>
                <a:ea typeface="Arial"/>
                <a:cs typeface="Arial"/>
              </a:defRPr>
            </a:lvl3pPr>
            <a:lvl4pPr algn="l">
              <a:buNone/>
              <a:defRPr sz="2325" b="1" i="0">
                <a:solidFill>
                  <a:srgbClr val="156082"/>
                </a:solidFill>
                <a:latin typeface="Arial"/>
                <a:ea typeface="Arial"/>
                <a:cs typeface="Arial"/>
              </a:defRPr>
            </a:lvl4pPr>
            <a:lvl5pPr algn="l">
              <a:buNone/>
              <a:defRPr sz="2325" b="1" i="0">
                <a:solidFill>
                  <a:srgbClr val="156082"/>
                </a:solidFill>
                <a:latin typeface="Arial"/>
                <a:ea typeface="Arial"/>
                <a:cs typeface="Arial"/>
              </a:defRPr>
            </a:lvl5pPr>
            <a:lvl6pPr algn="l">
              <a:buNone/>
              <a:defRPr sz="2325" b="1" i="0">
                <a:solidFill>
                  <a:srgbClr val="156082"/>
                </a:solidFill>
                <a:latin typeface="Arial"/>
                <a:ea typeface="Arial"/>
                <a:cs typeface="Arial"/>
              </a:defRPr>
            </a:lvl6pPr>
            <a:lvl7pPr algn="l">
              <a:buNone/>
              <a:defRPr sz="2325" b="1" i="0">
                <a:solidFill>
                  <a:srgbClr val="156082"/>
                </a:solidFill>
                <a:latin typeface="Arial"/>
                <a:ea typeface="Arial"/>
                <a:cs typeface="Arial"/>
              </a:defRPr>
            </a:lvl7pPr>
            <a:lvl8pPr algn="l">
              <a:buNone/>
              <a:defRPr sz="2325" b="1" i="0">
                <a:solidFill>
                  <a:srgbClr val="156082"/>
                </a:solidFill>
                <a:latin typeface="Arial"/>
                <a:ea typeface="Arial"/>
                <a:cs typeface="Arial"/>
              </a:defRPr>
            </a:lvl8pPr>
            <a:lvl9pPr algn="l">
              <a:buNone/>
              <a:defRPr sz="2325" b="1" i="0">
                <a:solidFill>
                  <a:srgbClr val="156082"/>
                </a:solidFill>
                <a:latin typeface="Arial"/>
                <a:ea typeface="Arial"/>
                <a:cs typeface="Arial"/>
              </a:defRPr>
            </a:lvl9pPr>
          </a:lstStyle>
          <a:p>
            <a:pPr algn="l">
              <a:buNone/>
              <a:defRPr sz="2325" b="1" i="0">
                <a:solidFill>
                  <a:srgbClr val="156082"/>
                </a:solidFill>
                <a:latin typeface="Arial"/>
                <a:ea typeface="Arial"/>
                <a:cs typeface="Arial"/>
              </a:defRPr>
            </a:pPr>
            <a:r>
              <a:rPr sz="2325" b="1" i="0">
                <a:solidFill>
                  <a:srgbClr val="156082"/>
                </a:solidFill>
                <a:latin typeface="Arial"/>
                <a:ea typeface="Arial"/>
                <a:cs typeface="Arial"/>
              </a:rPr>
              <a:t>Alignment</a:t>
            </a:r>
          </a:p>
        </p:txBody>
      </p:sp>
      <p:sp>
        <p:nvSpPr>
          <p:cNvPr id="6" name="v5-text-5005">
            <a:extLst>
              <a:ext uri="{FF2B5EF4-FFF2-40B4-BE49-F238E27FC236}">
                <a16:creationId xmlns:a16="http://schemas.microsoft.com/office/drawing/2014/main" id="{1B61F46E-9641-42EA-A86C-FE8E291782EA}"/>
              </a:ext>
            </a:extLst>
          </p:cNvPr>
          <p:cNvSpPr>
            <a:spLocks noGrp="1"/>
          </p:cNvSpPr>
          <p:nvPr/>
        </p:nvSpPr>
        <p:spPr>
          <a:xfrm>
            <a:off x="3390900" y="2533650"/>
            <a:ext cx="8096250" cy="866775"/>
          </a:xfrm>
          <a:prstGeom prst="rect">
            <a:avLst/>
          </a:prstGeom>
          <a:noFill/>
          <a:ln w="0">
            <a:noFill/>
          </a:ln>
        </p:spPr>
        <p:txBody>
          <a:bodyPr wrap="square" lIns="0" tIns="0" rIns="0" bIns="0" anchor="ctr">
            <a:noAutofit/>
          </a:bodyPr>
          <a:lstStyle>
            <a:defPPr algn="l">
              <a:defRPr sz="2100" b="0" i="0">
                <a:solidFill>
                  <a:srgbClr val="111111"/>
                </a:solidFill>
                <a:latin typeface="Arial"/>
                <a:ea typeface="Arial"/>
                <a:cs typeface="Arial"/>
              </a:defRPr>
            </a:defPPr>
            <a:lvl1pPr algn="l">
              <a:buNone/>
              <a:defRPr sz="2100" b="0" i="0">
                <a:solidFill>
                  <a:srgbClr val="111111"/>
                </a:solidFill>
                <a:latin typeface="Arial"/>
                <a:ea typeface="Arial"/>
                <a:cs typeface="Arial"/>
              </a:defRPr>
            </a:lvl1pPr>
            <a:lvl2pPr algn="l">
              <a:buNone/>
              <a:defRPr sz="2100" b="0" i="0">
                <a:solidFill>
                  <a:srgbClr val="111111"/>
                </a:solidFill>
                <a:latin typeface="Arial"/>
                <a:ea typeface="Arial"/>
                <a:cs typeface="Arial"/>
              </a:defRPr>
            </a:lvl2pPr>
            <a:lvl3pPr algn="l">
              <a:buNone/>
              <a:defRPr sz="2100" b="0" i="0">
                <a:solidFill>
                  <a:srgbClr val="111111"/>
                </a:solidFill>
                <a:latin typeface="Arial"/>
                <a:ea typeface="Arial"/>
                <a:cs typeface="Arial"/>
              </a:defRPr>
            </a:lvl3pPr>
            <a:lvl4pPr algn="l">
              <a:buNone/>
              <a:defRPr sz="2100" b="0" i="0">
                <a:solidFill>
                  <a:srgbClr val="111111"/>
                </a:solidFill>
                <a:latin typeface="Arial"/>
                <a:ea typeface="Arial"/>
                <a:cs typeface="Arial"/>
              </a:defRPr>
            </a:lvl4pPr>
            <a:lvl5pPr algn="l">
              <a:buNone/>
              <a:defRPr sz="2100" b="0" i="0">
                <a:solidFill>
                  <a:srgbClr val="111111"/>
                </a:solidFill>
                <a:latin typeface="Arial"/>
                <a:ea typeface="Arial"/>
                <a:cs typeface="Arial"/>
              </a:defRPr>
            </a:lvl5pPr>
            <a:lvl6pPr algn="l">
              <a:buNone/>
              <a:defRPr sz="2100" b="0" i="0">
                <a:solidFill>
                  <a:srgbClr val="111111"/>
                </a:solidFill>
                <a:latin typeface="Arial"/>
                <a:ea typeface="Arial"/>
                <a:cs typeface="Arial"/>
              </a:defRPr>
            </a:lvl6pPr>
            <a:lvl7pPr algn="l">
              <a:buNone/>
              <a:defRPr sz="2100" b="0" i="0">
                <a:solidFill>
                  <a:srgbClr val="111111"/>
                </a:solidFill>
                <a:latin typeface="Arial"/>
                <a:ea typeface="Arial"/>
                <a:cs typeface="Arial"/>
              </a:defRPr>
            </a:lvl7pPr>
            <a:lvl8pPr algn="l">
              <a:buNone/>
              <a:defRPr sz="2100" b="0" i="0">
                <a:solidFill>
                  <a:srgbClr val="111111"/>
                </a:solidFill>
                <a:latin typeface="Arial"/>
                <a:ea typeface="Arial"/>
                <a:cs typeface="Arial"/>
              </a:defRPr>
            </a:lvl8pPr>
            <a:lvl9pPr algn="l">
              <a:buNone/>
              <a:defRPr sz="2100" b="0" i="0">
                <a:solidFill>
                  <a:srgbClr val="111111"/>
                </a:solidFill>
                <a:latin typeface="Arial"/>
                <a:ea typeface="Arial"/>
                <a:cs typeface="Arial"/>
              </a:defRPr>
            </a:lvl9pPr>
          </a:lstStyle>
          <a:p>
            <a:pPr algn="l">
              <a:buNone/>
              <a:defRPr sz="2100" b="0" i="0">
                <a:solidFill>
                  <a:srgbClr val="111111"/>
                </a:solidFill>
                <a:latin typeface="Arial"/>
                <a:ea typeface="Arial"/>
                <a:cs typeface="Arial"/>
              </a:defRPr>
            </a:pPr>
            <a:r>
              <a:rPr sz="2100" b="0" i="0">
                <a:solidFill>
                  <a:srgbClr val="111111"/>
                </a:solidFill>
                <a:latin typeface="Arial"/>
                <a:ea typeface="Arial"/>
                <a:cs typeface="Arial"/>
              </a:rPr>
              <a:t>Map phrases such as “recover slightly” to signal morphology,</a:t>
            </a:r>
          </a:p>
          <a:p>
            <a:pPr algn="l">
              <a:buNone/>
              <a:defRPr sz="2100" b="0" i="0">
                <a:solidFill>
                  <a:srgbClr val="111111"/>
                </a:solidFill>
                <a:latin typeface="Arial"/>
                <a:ea typeface="Arial"/>
                <a:cs typeface="Arial"/>
              </a:defRPr>
            </a:pPr>
            <a:r>
              <a:rPr sz="2100" b="0" i="0">
                <a:solidFill>
                  <a:srgbClr val="111111"/>
                </a:solidFill>
                <a:latin typeface="Arial"/>
                <a:ea typeface="Arial"/>
                <a:cs typeface="Arial"/>
              </a:rPr>
              <a:t>with flexible timing and duration.</a:t>
            </a:r>
          </a:p>
        </p:txBody>
      </p:sp>
      <p:sp>
        <p:nvSpPr>
          <p:cNvPr id="7" name="直接连接符 6">
            <a:extLst>
              <a:ext uri="{FF2B5EF4-FFF2-40B4-BE49-F238E27FC236}">
                <a16:creationId xmlns:a16="http://schemas.microsoft.com/office/drawing/2014/main" id="{F5695EDC-E75F-4744-9D0D-AE6026728687}"/>
              </a:ext>
            </a:extLst>
          </p:cNvPr>
          <p:cNvSpPr>
            <a:spLocks noGrp="1"/>
          </p:cNvSpPr>
          <p:nvPr/>
        </p:nvSpPr>
        <p:spPr>
          <a:xfrm>
            <a:off x="914400" y="3524250"/>
            <a:ext cx="10363200" cy="0"/>
          </a:xfrm>
          <a:prstGeom prst="line">
            <a:avLst/>
          </a:prstGeom>
          <a:ln w="9525">
            <a:solidFill>
              <a:srgbClr val="D8E1E5"/>
            </a:solidFill>
            <a:prstDash val="solid"/>
          </a:ln>
        </p:spPr>
        <p:txBody>
          <a:bodyPr/>
          <a:lstStyle/>
          <a:p>
            <a:endParaRPr lang="zh-CN" altLang="en-US"/>
          </a:p>
        </p:txBody>
      </p:sp>
      <p:sp>
        <p:nvSpPr>
          <p:cNvPr id="8" name="v5-text-5006">
            <a:extLst>
              <a:ext uri="{FF2B5EF4-FFF2-40B4-BE49-F238E27FC236}">
                <a16:creationId xmlns:a16="http://schemas.microsoft.com/office/drawing/2014/main" id="{A61E0F0A-7066-4890-9673-8075FEE9ABA3}"/>
              </a:ext>
            </a:extLst>
          </p:cNvPr>
          <p:cNvSpPr>
            <a:spLocks noGrp="1"/>
          </p:cNvSpPr>
          <p:nvPr/>
        </p:nvSpPr>
        <p:spPr>
          <a:xfrm>
            <a:off x="914400" y="3752850"/>
            <a:ext cx="2295525" cy="419100"/>
          </a:xfrm>
          <a:prstGeom prst="rect">
            <a:avLst/>
          </a:prstGeom>
          <a:noFill/>
          <a:ln w="0">
            <a:noFill/>
          </a:ln>
        </p:spPr>
        <p:txBody>
          <a:bodyPr wrap="square" lIns="0" tIns="0" rIns="0" bIns="0" anchor="ctr">
            <a:noAutofit/>
          </a:bodyPr>
          <a:lstStyle>
            <a:defPPr algn="l">
              <a:defRPr sz="2325" b="1" i="0">
                <a:solidFill>
                  <a:srgbClr val="156082"/>
                </a:solidFill>
                <a:latin typeface="Arial"/>
                <a:ea typeface="Arial"/>
                <a:cs typeface="Arial"/>
              </a:defRPr>
            </a:defPPr>
            <a:lvl1pPr algn="l">
              <a:buNone/>
              <a:defRPr sz="2325" b="1" i="0">
                <a:solidFill>
                  <a:srgbClr val="156082"/>
                </a:solidFill>
                <a:latin typeface="Arial"/>
                <a:ea typeface="Arial"/>
                <a:cs typeface="Arial"/>
              </a:defRPr>
            </a:lvl1pPr>
            <a:lvl2pPr algn="l">
              <a:buNone/>
              <a:defRPr sz="2325" b="1" i="0">
                <a:solidFill>
                  <a:srgbClr val="156082"/>
                </a:solidFill>
                <a:latin typeface="Arial"/>
                <a:ea typeface="Arial"/>
                <a:cs typeface="Arial"/>
              </a:defRPr>
            </a:lvl2pPr>
            <a:lvl3pPr algn="l">
              <a:buNone/>
              <a:defRPr sz="2325" b="1" i="0">
                <a:solidFill>
                  <a:srgbClr val="156082"/>
                </a:solidFill>
                <a:latin typeface="Arial"/>
                <a:ea typeface="Arial"/>
                <a:cs typeface="Arial"/>
              </a:defRPr>
            </a:lvl3pPr>
            <a:lvl4pPr algn="l">
              <a:buNone/>
              <a:defRPr sz="2325" b="1" i="0">
                <a:solidFill>
                  <a:srgbClr val="156082"/>
                </a:solidFill>
                <a:latin typeface="Arial"/>
                <a:ea typeface="Arial"/>
                <a:cs typeface="Arial"/>
              </a:defRPr>
            </a:lvl4pPr>
            <a:lvl5pPr algn="l">
              <a:buNone/>
              <a:defRPr sz="2325" b="1" i="0">
                <a:solidFill>
                  <a:srgbClr val="156082"/>
                </a:solidFill>
                <a:latin typeface="Arial"/>
                <a:ea typeface="Arial"/>
                <a:cs typeface="Arial"/>
              </a:defRPr>
            </a:lvl5pPr>
            <a:lvl6pPr algn="l">
              <a:buNone/>
              <a:defRPr sz="2325" b="1" i="0">
                <a:solidFill>
                  <a:srgbClr val="156082"/>
                </a:solidFill>
                <a:latin typeface="Arial"/>
                <a:ea typeface="Arial"/>
                <a:cs typeface="Arial"/>
              </a:defRPr>
            </a:lvl6pPr>
            <a:lvl7pPr algn="l">
              <a:buNone/>
              <a:defRPr sz="2325" b="1" i="0">
                <a:solidFill>
                  <a:srgbClr val="156082"/>
                </a:solidFill>
                <a:latin typeface="Arial"/>
                <a:ea typeface="Arial"/>
                <a:cs typeface="Arial"/>
              </a:defRPr>
            </a:lvl7pPr>
            <a:lvl8pPr algn="l">
              <a:buNone/>
              <a:defRPr sz="2325" b="1" i="0">
                <a:solidFill>
                  <a:srgbClr val="156082"/>
                </a:solidFill>
                <a:latin typeface="Arial"/>
                <a:ea typeface="Arial"/>
                <a:cs typeface="Arial"/>
              </a:defRPr>
            </a:lvl8pPr>
            <a:lvl9pPr algn="l">
              <a:buNone/>
              <a:defRPr sz="2325" b="1" i="0">
                <a:solidFill>
                  <a:srgbClr val="156082"/>
                </a:solidFill>
                <a:latin typeface="Arial"/>
                <a:ea typeface="Arial"/>
                <a:cs typeface="Arial"/>
              </a:defRPr>
            </a:lvl9pPr>
          </a:lstStyle>
          <a:p>
            <a:pPr algn="l">
              <a:buNone/>
              <a:defRPr sz="2325" b="1" i="0">
                <a:solidFill>
                  <a:srgbClr val="156082"/>
                </a:solidFill>
                <a:latin typeface="Arial"/>
                <a:ea typeface="Arial"/>
                <a:cs typeface="Arial"/>
              </a:defRPr>
            </a:pPr>
            <a:r>
              <a:rPr sz="2325" b="1" i="0">
                <a:solidFill>
                  <a:srgbClr val="156082"/>
                </a:solidFill>
                <a:latin typeface="Arial"/>
                <a:ea typeface="Arial"/>
                <a:cs typeface="Arial"/>
              </a:rPr>
              <a:t>Multichannel</a:t>
            </a:r>
          </a:p>
        </p:txBody>
      </p:sp>
      <p:sp>
        <p:nvSpPr>
          <p:cNvPr id="9" name="v5-text-5007">
            <a:extLst>
              <a:ext uri="{FF2B5EF4-FFF2-40B4-BE49-F238E27FC236}">
                <a16:creationId xmlns:a16="http://schemas.microsoft.com/office/drawing/2014/main" id="{AED7D9AF-2695-4A7A-AF38-CC938874576A}"/>
              </a:ext>
            </a:extLst>
          </p:cNvPr>
          <p:cNvSpPr>
            <a:spLocks noGrp="1"/>
          </p:cNvSpPr>
          <p:nvPr/>
        </p:nvSpPr>
        <p:spPr>
          <a:xfrm>
            <a:off x="3390900" y="3733800"/>
            <a:ext cx="8096250" cy="866775"/>
          </a:xfrm>
          <a:prstGeom prst="rect">
            <a:avLst/>
          </a:prstGeom>
          <a:noFill/>
          <a:ln w="0">
            <a:noFill/>
          </a:ln>
        </p:spPr>
        <p:txBody>
          <a:bodyPr wrap="square" lIns="0" tIns="0" rIns="0" bIns="0" anchor="ctr">
            <a:noAutofit/>
          </a:bodyPr>
          <a:lstStyle>
            <a:defPPr algn="l">
              <a:defRPr sz="2100" b="0" i="0">
                <a:solidFill>
                  <a:srgbClr val="111111"/>
                </a:solidFill>
                <a:latin typeface="Arial"/>
                <a:ea typeface="Arial"/>
                <a:cs typeface="Arial"/>
              </a:defRPr>
            </a:defPPr>
            <a:lvl1pPr algn="l">
              <a:buNone/>
              <a:defRPr sz="2100" b="0" i="0">
                <a:solidFill>
                  <a:srgbClr val="111111"/>
                </a:solidFill>
                <a:latin typeface="Arial"/>
                <a:ea typeface="Arial"/>
                <a:cs typeface="Arial"/>
              </a:defRPr>
            </a:lvl1pPr>
            <a:lvl2pPr algn="l">
              <a:buNone/>
              <a:defRPr sz="2100" b="0" i="0">
                <a:solidFill>
                  <a:srgbClr val="111111"/>
                </a:solidFill>
                <a:latin typeface="Arial"/>
                <a:ea typeface="Arial"/>
                <a:cs typeface="Arial"/>
              </a:defRPr>
            </a:lvl2pPr>
            <a:lvl3pPr algn="l">
              <a:buNone/>
              <a:defRPr sz="2100" b="0" i="0">
                <a:solidFill>
                  <a:srgbClr val="111111"/>
                </a:solidFill>
                <a:latin typeface="Arial"/>
                <a:ea typeface="Arial"/>
                <a:cs typeface="Arial"/>
              </a:defRPr>
            </a:lvl3pPr>
            <a:lvl4pPr algn="l">
              <a:buNone/>
              <a:defRPr sz="2100" b="0" i="0">
                <a:solidFill>
                  <a:srgbClr val="111111"/>
                </a:solidFill>
                <a:latin typeface="Arial"/>
                <a:ea typeface="Arial"/>
                <a:cs typeface="Arial"/>
              </a:defRPr>
            </a:lvl4pPr>
            <a:lvl5pPr algn="l">
              <a:buNone/>
              <a:defRPr sz="2100" b="0" i="0">
                <a:solidFill>
                  <a:srgbClr val="111111"/>
                </a:solidFill>
                <a:latin typeface="Arial"/>
                <a:ea typeface="Arial"/>
                <a:cs typeface="Arial"/>
              </a:defRPr>
            </a:lvl5pPr>
            <a:lvl6pPr algn="l">
              <a:buNone/>
              <a:defRPr sz="2100" b="0" i="0">
                <a:solidFill>
                  <a:srgbClr val="111111"/>
                </a:solidFill>
                <a:latin typeface="Arial"/>
                <a:ea typeface="Arial"/>
                <a:cs typeface="Arial"/>
              </a:defRPr>
            </a:lvl6pPr>
            <a:lvl7pPr algn="l">
              <a:buNone/>
              <a:defRPr sz="2100" b="0" i="0">
                <a:solidFill>
                  <a:srgbClr val="111111"/>
                </a:solidFill>
                <a:latin typeface="Arial"/>
                <a:ea typeface="Arial"/>
                <a:cs typeface="Arial"/>
              </a:defRPr>
            </a:lvl7pPr>
            <a:lvl8pPr algn="l">
              <a:buNone/>
              <a:defRPr sz="2100" b="0" i="0">
                <a:solidFill>
                  <a:srgbClr val="111111"/>
                </a:solidFill>
                <a:latin typeface="Arial"/>
                <a:ea typeface="Arial"/>
                <a:cs typeface="Arial"/>
              </a:defRPr>
            </a:lvl8pPr>
            <a:lvl9pPr algn="l">
              <a:buNone/>
              <a:defRPr sz="2100" b="0" i="0">
                <a:solidFill>
                  <a:srgbClr val="111111"/>
                </a:solidFill>
                <a:latin typeface="Arial"/>
                <a:ea typeface="Arial"/>
                <a:cs typeface="Arial"/>
              </a:defRPr>
            </a:lvl9pPr>
          </a:lstStyle>
          <a:p>
            <a:pPr algn="l">
              <a:buNone/>
              <a:defRPr sz="2100" b="0" i="0">
                <a:solidFill>
                  <a:srgbClr val="111111"/>
                </a:solidFill>
                <a:latin typeface="Arial"/>
                <a:ea typeface="Arial"/>
                <a:cs typeface="Arial"/>
              </a:defRPr>
            </a:pPr>
            <a:r>
              <a:rPr sz="2100" b="0" i="0">
                <a:solidFill>
                  <a:srgbClr val="111111"/>
                </a:solidFill>
                <a:latin typeface="Arial"/>
                <a:ea typeface="Arial"/>
                <a:cs typeface="Arial"/>
              </a:rPr>
              <a:t>Combine patterns across channels through temporal relations,</a:t>
            </a:r>
          </a:p>
          <a:p>
            <a:pPr algn="l">
              <a:buNone/>
              <a:defRPr sz="2100" b="0" i="0">
                <a:solidFill>
                  <a:srgbClr val="111111"/>
                </a:solidFill>
                <a:latin typeface="Arial"/>
                <a:ea typeface="Arial"/>
                <a:cs typeface="Arial"/>
              </a:defRPr>
            </a:pPr>
            <a:r>
              <a:rPr sz="2100" b="0" i="0">
                <a:solidFill>
                  <a:srgbClr val="111111"/>
                </a:solidFill>
                <a:latin typeface="Arial"/>
                <a:ea typeface="Arial"/>
                <a:cs typeface="Arial"/>
              </a:rPr>
              <a:t>such as pressure recovery while volume stays stable.</a:t>
            </a:r>
          </a:p>
        </p:txBody>
      </p:sp>
      <p:sp>
        <p:nvSpPr>
          <p:cNvPr id="10" name="直接连接符 9">
            <a:extLst>
              <a:ext uri="{FF2B5EF4-FFF2-40B4-BE49-F238E27FC236}">
                <a16:creationId xmlns:a16="http://schemas.microsoft.com/office/drawing/2014/main" id="{4C9EA97D-C78B-47A9-94D7-A76D05864CF6}"/>
              </a:ext>
            </a:extLst>
          </p:cNvPr>
          <p:cNvSpPr>
            <a:spLocks noGrp="1"/>
          </p:cNvSpPr>
          <p:nvPr/>
        </p:nvSpPr>
        <p:spPr>
          <a:xfrm>
            <a:off x="914400" y="4724400"/>
            <a:ext cx="10363200" cy="0"/>
          </a:xfrm>
          <a:prstGeom prst="line">
            <a:avLst/>
          </a:prstGeom>
          <a:ln w="9525">
            <a:solidFill>
              <a:srgbClr val="D8E1E5"/>
            </a:solidFill>
            <a:prstDash val="solid"/>
          </a:ln>
        </p:spPr>
        <p:txBody>
          <a:bodyPr/>
          <a:lstStyle/>
          <a:p>
            <a:endParaRPr lang="zh-CN" altLang="en-US"/>
          </a:p>
        </p:txBody>
      </p:sp>
      <p:sp>
        <p:nvSpPr>
          <p:cNvPr id="11" name="v5-text-5008">
            <a:extLst>
              <a:ext uri="{FF2B5EF4-FFF2-40B4-BE49-F238E27FC236}">
                <a16:creationId xmlns:a16="http://schemas.microsoft.com/office/drawing/2014/main" id="{9FA36417-2ABC-4DC5-AD64-37575D31FA50}"/>
              </a:ext>
            </a:extLst>
          </p:cNvPr>
          <p:cNvSpPr>
            <a:spLocks noGrp="1"/>
          </p:cNvSpPr>
          <p:nvPr/>
        </p:nvSpPr>
        <p:spPr>
          <a:xfrm>
            <a:off x="914400" y="4953000"/>
            <a:ext cx="2295525" cy="419100"/>
          </a:xfrm>
          <a:prstGeom prst="rect">
            <a:avLst/>
          </a:prstGeom>
          <a:noFill/>
          <a:ln w="0">
            <a:noFill/>
          </a:ln>
        </p:spPr>
        <p:txBody>
          <a:bodyPr wrap="square" lIns="0" tIns="0" rIns="0" bIns="0" anchor="ctr">
            <a:noAutofit/>
          </a:bodyPr>
          <a:lstStyle>
            <a:defPPr algn="l">
              <a:defRPr sz="2325" b="1" i="0">
                <a:solidFill>
                  <a:srgbClr val="156082"/>
                </a:solidFill>
                <a:latin typeface="Arial"/>
                <a:ea typeface="Arial"/>
                <a:cs typeface="Arial"/>
              </a:defRPr>
            </a:defPPr>
            <a:lvl1pPr algn="l">
              <a:buNone/>
              <a:defRPr sz="2325" b="1" i="0">
                <a:solidFill>
                  <a:srgbClr val="156082"/>
                </a:solidFill>
                <a:latin typeface="Arial"/>
                <a:ea typeface="Arial"/>
                <a:cs typeface="Arial"/>
              </a:defRPr>
            </a:lvl1pPr>
            <a:lvl2pPr algn="l">
              <a:buNone/>
              <a:defRPr sz="2325" b="1" i="0">
                <a:solidFill>
                  <a:srgbClr val="156082"/>
                </a:solidFill>
                <a:latin typeface="Arial"/>
                <a:ea typeface="Arial"/>
                <a:cs typeface="Arial"/>
              </a:defRPr>
            </a:lvl2pPr>
            <a:lvl3pPr algn="l">
              <a:buNone/>
              <a:defRPr sz="2325" b="1" i="0">
                <a:solidFill>
                  <a:srgbClr val="156082"/>
                </a:solidFill>
                <a:latin typeface="Arial"/>
                <a:ea typeface="Arial"/>
                <a:cs typeface="Arial"/>
              </a:defRPr>
            </a:lvl3pPr>
            <a:lvl4pPr algn="l">
              <a:buNone/>
              <a:defRPr sz="2325" b="1" i="0">
                <a:solidFill>
                  <a:srgbClr val="156082"/>
                </a:solidFill>
                <a:latin typeface="Arial"/>
                <a:ea typeface="Arial"/>
                <a:cs typeface="Arial"/>
              </a:defRPr>
            </a:lvl4pPr>
            <a:lvl5pPr algn="l">
              <a:buNone/>
              <a:defRPr sz="2325" b="1" i="0">
                <a:solidFill>
                  <a:srgbClr val="156082"/>
                </a:solidFill>
                <a:latin typeface="Arial"/>
                <a:ea typeface="Arial"/>
                <a:cs typeface="Arial"/>
              </a:defRPr>
            </a:lvl5pPr>
            <a:lvl6pPr algn="l">
              <a:buNone/>
              <a:defRPr sz="2325" b="1" i="0">
                <a:solidFill>
                  <a:srgbClr val="156082"/>
                </a:solidFill>
                <a:latin typeface="Arial"/>
                <a:ea typeface="Arial"/>
                <a:cs typeface="Arial"/>
              </a:defRPr>
            </a:lvl6pPr>
            <a:lvl7pPr algn="l">
              <a:buNone/>
              <a:defRPr sz="2325" b="1" i="0">
                <a:solidFill>
                  <a:srgbClr val="156082"/>
                </a:solidFill>
                <a:latin typeface="Arial"/>
                <a:ea typeface="Arial"/>
                <a:cs typeface="Arial"/>
              </a:defRPr>
            </a:lvl7pPr>
            <a:lvl8pPr algn="l">
              <a:buNone/>
              <a:defRPr sz="2325" b="1" i="0">
                <a:solidFill>
                  <a:srgbClr val="156082"/>
                </a:solidFill>
                <a:latin typeface="Arial"/>
                <a:ea typeface="Arial"/>
                <a:cs typeface="Arial"/>
              </a:defRPr>
            </a:lvl8pPr>
            <a:lvl9pPr algn="l">
              <a:buNone/>
              <a:defRPr sz="2325" b="1" i="0">
                <a:solidFill>
                  <a:srgbClr val="156082"/>
                </a:solidFill>
                <a:latin typeface="Arial"/>
                <a:ea typeface="Arial"/>
                <a:cs typeface="Arial"/>
              </a:defRPr>
            </a:lvl9pPr>
          </a:lstStyle>
          <a:p>
            <a:pPr algn="l">
              <a:buNone/>
              <a:defRPr sz="2325" b="1" i="0">
                <a:solidFill>
                  <a:srgbClr val="156082"/>
                </a:solidFill>
                <a:latin typeface="Arial"/>
                <a:ea typeface="Arial"/>
                <a:cs typeface="Arial"/>
              </a:defRPr>
            </a:pPr>
            <a:r>
              <a:rPr sz="2325" b="1" i="0">
                <a:solidFill>
                  <a:srgbClr val="156082"/>
                </a:solidFill>
                <a:latin typeface="Arial"/>
                <a:ea typeface="Arial"/>
                <a:cs typeface="Arial"/>
              </a:rPr>
              <a:t>Explainability</a:t>
            </a:r>
          </a:p>
        </p:txBody>
      </p:sp>
      <p:sp>
        <p:nvSpPr>
          <p:cNvPr id="12" name="v5-text-5009">
            <a:extLst>
              <a:ext uri="{FF2B5EF4-FFF2-40B4-BE49-F238E27FC236}">
                <a16:creationId xmlns:a16="http://schemas.microsoft.com/office/drawing/2014/main" id="{CD97FB49-B9E2-437E-9D56-09D89991BDE4}"/>
              </a:ext>
            </a:extLst>
          </p:cNvPr>
          <p:cNvSpPr>
            <a:spLocks noGrp="1"/>
          </p:cNvSpPr>
          <p:nvPr/>
        </p:nvSpPr>
        <p:spPr>
          <a:xfrm>
            <a:off x="3390900" y="4933950"/>
            <a:ext cx="8096250" cy="866775"/>
          </a:xfrm>
          <a:prstGeom prst="rect">
            <a:avLst/>
          </a:prstGeom>
          <a:noFill/>
          <a:ln w="0">
            <a:noFill/>
          </a:ln>
        </p:spPr>
        <p:txBody>
          <a:bodyPr wrap="square" lIns="0" tIns="0" rIns="0" bIns="0" anchor="ctr">
            <a:noAutofit/>
          </a:bodyPr>
          <a:lstStyle>
            <a:defPPr algn="l">
              <a:defRPr sz="2100" b="0" i="0">
                <a:solidFill>
                  <a:srgbClr val="111111"/>
                </a:solidFill>
                <a:latin typeface="Arial"/>
                <a:ea typeface="Arial"/>
                <a:cs typeface="Arial"/>
              </a:defRPr>
            </a:defPPr>
            <a:lvl1pPr algn="l">
              <a:buNone/>
              <a:defRPr sz="2100" b="0" i="0">
                <a:solidFill>
                  <a:srgbClr val="111111"/>
                </a:solidFill>
                <a:latin typeface="Arial"/>
                <a:ea typeface="Arial"/>
                <a:cs typeface="Arial"/>
              </a:defRPr>
            </a:lvl1pPr>
            <a:lvl2pPr algn="l">
              <a:buNone/>
              <a:defRPr sz="2100" b="0" i="0">
                <a:solidFill>
                  <a:srgbClr val="111111"/>
                </a:solidFill>
                <a:latin typeface="Arial"/>
                <a:ea typeface="Arial"/>
                <a:cs typeface="Arial"/>
              </a:defRPr>
            </a:lvl2pPr>
            <a:lvl3pPr algn="l">
              <a:buNone/>
              <a:defRPr sz="2100" b="0" i="0">
                <a:solidFill>
                  <a:srgbClr val="111111"/>
                </a:solidFill>
                <a:latin typeface="Arial"/>
                <a:ea typeface="Arial"/>
                <a:cs typeface="Arial"/>
              </a:defRPr>
            </a:lvl3pPr>
            <a:lvl4pPr algn="l">
              <a:buNone/>
              <a:defRPr sz="2100" b="0" i="0">
                <a:solidFill>
                  <a:srgbClr val="111111"/>
                </a:solidFill>
                <a:latin typeface="Arial"/>
                <a:ea typeface="Arial"/>
                <a:cs typeface="Arial"/>
              </a:defRPr>
            </a:lvl4pPr>
            <a:lvl5pPr algn="l">
              <a:buNone/>
              <a:defRPr sz="2100" b="0" i="0">
                <a:solidFill>
                  <a:srgbClr val="111111"/>
                </a:solidFill>
                <a:latin typeface="Arial"/>
                <a:ea typeface="Arial"/>
                <a:cs typeface="Arial"/>
              </a:defRPr>
            </a:lvl5pPr>
            <a:lvl6pPr algn="l">
              <a:buNone/>
              <a:defRPr sz="2100" b="0" i="0">
                <a:solidFill>
                  <a:srgbClr val="111111"/>
                </a:solidFill>
                <a:latin typeface="Arial"/>
                <a:ea typeface="Arial"/>
                <a:cs typeface="Arial"/>
              </a:defRPr>
            </a:lvl6pPr>
            <a:lvl7pPr algn="l">
              <a:buNone/>
              <a:defRPr sz="2100" b="0" i="0">
                <a:solidFill>
                  <a:srgbClr val="111111"/>
                </a:solidFill>
                <a:latin typeface="Arial"/>
                <a:ea typeface="Arial"/>
                <a:cs typeface="Arial"/>
              </a:defRPr>
            </a:lvl7pPr>
            <a:lvl8pPr algn="l">
              <a:buNone/>
              <a:defRPr sz="2100" b="0" i="0">
                <a:solidFill>
                  <a:srgbClr val="111111"/>
                </a:solidFill>
                <a:latin typeface="Arial"/>
                <a:ea typeface="Arial"/>
                <a:cs typeface="Arial"/>
              </a:defRPr>
            </a:lvl8pPr>
            <a:lvl9pPr algn="l">
              <a:buNone/>
              <a:defRPr sz="2100" b="0" i="0">
                <a:solidFill>
                  <a:srgbClr val="111111"/>
                </a:solidFill>
                <a:latin typeface="Arial"/>
                <a:ea typeface="Arial"/>
                <a:cs typeface="Arial"/>
              </a:defRPr>
            </a:lvl9pPr>
          </a:lstStyle>
          <a:p>
            <a:pPr algn="l">
              <a:buNone/>
              <a:defRPr sz="2100" b="0" i="0">
                <a:solidFill>
                  <a:srgbClr val="111111"/>
                </a:solidFill>
                <a:latin typeface="Arial"/>
                <a:ea typeface="Arial"/>
                <a:cs typeface="Arial"/>
              </a:defRPr>
            </a:pPr>
            <a:r>
              <a:rPr sz="2100" b="0" i="0">
                <a:solidFill>
                  <a:srgbClr val="111111"/>
                </a:solidFill>
                <a:latin typeface="Arial"/>
                <a:ea typeface="Arial"/>
                <a:cs typeface="Arial"/>
              </a:rPr>
              <a:t>Localize the supporting primitives and expose their relations,</a:t>
            </a:r>
          </a:p>
          <a:p>
            <a:pPr algn="l">
              <a:buNone/>
              <a:defRPr sz="2100" b="0" i="0">
                <a:solidFill>
                  <a:srgbClr val="111111"/>
                </a:solidFill>
                <a:latin typeface="Arial"/>
                <a:ea typeface="Arial"/>
                <a:cs typeface="Arial"/>
              </a:defRPr>
            </a:pPr>
            <a:r>
              <a:rPr sz="2100" b="0" i="0">
                <a:solidFill>
                  <a:srgbClr val="111111"/>
                </a:solidFill>
                <a:latin typeface="Arial"/>
                <a:ea typeface="Arial"/>
                <a:cs typeface="Arial"/>
              </a:rPr>
              <a:t>so experts can check why an event was detected.</a:t>
            </a:r>
          </a:p>
        </p:txBody>
      </p:sp>
    </p:spTree>
    <p:extLst>
      <p:ext uri="{BB962C8B-B14F-4D97-AF65-F5344CB8AC3E}">
        <p14:creationId xmlns:p14="http://schemas.microsoft.com/office/powerpoint/2010/main" val="19021251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6" name="图片 25">
            <a:extLst>
              <a:ext uri="{FF2B5EF4-FFF2-40B4-BE49-F238E27FC236}">
                <a16:creationId xmlns:a16="http://schemas.microsoft.com/office/drawing/2014/main" id="{ED45DDFA-FB92-4821-8957-7D4B327F2C40}"/>
              </a:ext>
            </a:extLst>
          </p:cNvPr>
          <p:cNvPicPr>
            <a:picLocks noChangeAspect="1"/>
          </p:cNvPicPr>
          <p:nvPr/>
        </p:nvPicPr>
        <p:blipFill>
          <a:blip r:embed="rId3"/>
          <a:stretch/>
        </p:blipFill>
        <p:spPr>
          <a:xfrm>
            <a:off x="76200" y="77337"/>
            <a:ext cx="2390775" cy="378725"/>
          </a:xfrm>
          <a:prstGeom prst="rect">
            <a:avLst/>
          </a:prstGeom>
        </p:spPr>
      </p:pic>
      <p:sp>
        <p:nvSpPr>
          <p:cNvPr id="2" name="v5-text-5010">
            <a:extLst>
              <a:ext uri="{FF2B5EF4-FFF2-40B4-BE49-F238E27FC236}">
                <a16:creationId xmlns:a16="http://schemas.microsoft.com/office/drawing/2014/main" id="{C6008226-986D-411B-88D7-769FDF66B3C2}"/>
              </a:ext>
            </a:extLst>
          </p:cNvPr>
          <p:cNvSpPr>
            <a:spLocks noGrp="1"/>
          </p:cNvSpPr>
          <p:nvPr/>
        </p:nvSpPr>
        <p:spPr>
          <a:xfrm>
            <a:off x="914400" y="876300"/>
            <a:ext cx="10477500" cy="647700"/>
          </a:xfrm>
          <a:prstGeom prst="rect">
            <a:avLst/>
          </a:prstGeom>
          <a:noFill/>
          <a:ln w="0">
            <a:noFill/>
          </a:ln>
        </p:spPr>
        <p:txBody>
          <a:bodyPr wrap="square" lIns="0" tIns="0" rIns="0" bIns="0" anchor="ctr">
            <a:noAutofit/>
          </a:bodyPr>
          <a:lstStyle>
            <a:defPPr algn="l">
              <a:defRPr sz="3600" b="0" i="0">
                <a:solidFill>
                  <a:srgbClr val="111111"/>
                </a:solidFill>
                <a:latin typeface="Arial"/>
                <a:ea typeface="Arial"/>
                <a:cs typeface="Arial"/>
              </a:defRPr>
            </a:defPPr>
            <a:lvl1pPr algn="l">
              <a:buNone/>
              <a:defRPr sz="3600" b="0" i="0">
                <a:solidFill>
                  <a:srgbClr val="111111"/>
                </a:solidFill>
                <a:latin typeface="Arial"/>
                <a:ea typeface="Arial"/>
                <a:cs typeface="Arial"/>
              </a:defRPr>
            </a:lvl1pPr>
            <a:lvl2pPr algn="l">
              <a:buNone/>
              <a:defRPr sz="3600" b="0" i="0">
                <a:solidFill>
                  <a:srgbClr val="111111"/>
                </a:solidFill>
                <a:latin typeface="Arial"/>
                <a:ea typeface="Arial"/>
                <a:cs typeface="Arial"/>
              </a:defRPr>
            </a:lvl2pPr>
            <a:lvl3pPr algn="l">
              <a:buNone/>
              <a:defRPr sz="3600" b="0" i="0">
                <a:solidFill>
                  <a:srgbClr val="111111"/>
                </a:solidFill>
                <a:latin typeface="Arial"/>
                <a:ea typeface="Arial"/>
                <a:cs typeface="Arial"/>
              </a:defRPr>
            </a:lvl3pPr>
            <a:lvl4pPr algn="l">
              <a:buNone/>
              <a:defRPr sz="3600" b="0" i="0">
                <a:solidFill>
                  <a:srgbClr val="111111"/>
                </a:solidFill>
                <a:latin typeface="Arial"/>
                <a:ea typeface="Arial"/>
                <a:cs typeface="Arial"/>
              </a:defRPr>
            </a:lvl4pPr>
            <a:lvl5pPr algn="l">
              <a:buNone/>
              <a:defRPr sz="3600" b="0" i="0">
                <a:solidFill>
                  <a:srgbClr val="111111"/>
                </a:solidFill>
                <a:latin typeface="Arial"/>
                <a:ea typeface="Arial"/>
                <a:cs typeface="Arial"/>
              </a:defRPr>
            </a:lvl5pPr>
            <a:lvl6pPr algn="l">
              <a:buNone/>
              <a:defRPr sz="3600" b="0" i="0">
                <a:solidFill>
                  <a:srgbClr val="111111"/>
                </a:solidFill>
                <a:latin typeface="Arial"/>
                <a:ea typeface="Arial"/>
                <a:cs typeface="Arial"/>
              </a:defRPr>
            </a:lvl6pPr>
            <a:lvl7pPr algn="l">
              <a:buNone/>
              <a:defRPr sz="3600" b="0" i="0">
                <a:solidFill>
                  <a:srgbClr val="111111"/>
                </a:solidFill>
                <a:latin typeface="Arial"/>
                <a:ea typeface="Arial"/>
                <a:cs typeface="Arial"/>
              </a:defRPr>
            </a:lvl7pPr>
            <a:lvl8pPr algn="l">
              <a:buNone/>
              <a:defRPr sz="3600" b="0" i="0">
                <a:solidFill>
                  <a:srgbClr val="111111"/>
                </a:solidFill>
                <a:latin typeface="Arial"/>
                <a:ea typeface="Arial"/>
                <a:cs typeface="Arial"/>
              </a:defRPr>
            </a:lvl8pPr>
            <a:lvl9pPr algn="l">
              <a:buNone/>
              <a:defRPr sz="3600" b="0" i="0">
                <a:solidFill>
                  <a:srgbClr val="111111"/>
                </a:solidFill>
                <a:latin typeface="Arial"/>
                <a:ea typeface="Arial"/>
                <a:cs typeface="Arial"/>
              </a:defRPr>
            </a:lvl9pPr>
          </a:lstStyle>
          <a:p>
            <a:pPr algn="l">
              <a:buNone/>
              <a:defRPr sz="3600" b="0" i="0">
                <a:solidFill>
                  <a:srgbClr val="111111"/>
                </a:solidFill>
                <a:latin typeface="Arial"/>
                <a:ea typeface="Arial"/>
                <a:cs typeface="Arial"/>
              </a:defRPr>
            </a:pPr>
            <a:r>
              <a:rPr sz="3600" b="0" i="0">
                <a:solidFill>
                  <a:srgbClr val="111111"/>
                </a:solidFill>
                <a:latin typeface="Arial"/>
                <a:ea typeface="Arial"/>
                <a:cs typeface="Arial"/>
              </a:rPr>
              <a:t>Event Logic Tree</a:t>
            </a:r>
          </a:p>
        </p:txBody>
      </p:sp>
      <p:sp>
        <p:nvSpPr>
          <p:cNvPr id="3" name="v5-text-5011">
            <a:extLst>
              <a:ext uri="{FF2B5EF4-FFF2-40B4-BE49-F238E27FC236}">
                <a16:creationId xmlns:a16="http://schemas.microsoft.com/office/drawing/2014/main" id="{2C78CEA2-2596-46D2-AC09-4444417BA705}"/>
              </a:ext>
            </a:extLst>
          </p:cNvPr>
          <p:cNvSpPr>
            <a:spLocks noGrp="1"/>
          </p:cNvSpPr>
          <p:nvPr/>
        </p:nvSpPr>
        <p:spPr>
          <a:xfrm>
            <a:off x="914400" y="1638300"/>
            <a:ext cx="10572750" cy="457200"/>
          </a:xfrm>
          <a:prstGeom prst="rect">
            <a:avLst/>
          </a:prstGeom>
          <a:noFill/>
          <a:ln w="0">
            <a:noFill/>
          </a:ln>
        </p:spPr>
        <p:txBody>
          <a:bodyPr wrap="square" lIns="0" tIns="0" rIns="0" bIns="0" anchor="ctr">
            <a:noAutofit/>
          </a:bodyPr>
          <a:lstStyle>
            <a:defPPr algn="l">
              <a:defRPr sz="2250" b="0" i="0">
                <a:solidFill>
                  <a:srgbClr val="111111"/>
                </a:solidFill>
                <a:latin typeface="Arial"/>
                <a:ea typeface="Arial"/>
                <a:cs typeface="Arial"/>
              </a:defRPr>
            </a:defPPr>
            <a:lvl1pPr algn="l">
              <a:buNone/>
              <a:defRPr sz="2250" b="0" i="0">
                <a:solidFill>
                  <a:srgbClr val="111111"/>
                </a:solidFill>
                <a:latin typeface="Arial"/>
                <a:ea typeface="Arial"/>
                <a:cs typeface="Arial"/>
              </a:defRPr>
            </a:lvl1pPr>
            <a:lvl2pPr algn="l">
              <a:buNone/>
              <a:defRPr sz="2250" b="0" i="0">
                <a:solidFill>
                  <a:srgbClr val="111111"/>
                </a:solidFill>
                <a:latin typeface="Arial"/>
                <a:ea typeface="Arial"/>
                <a:cs typeface="Arial"/>
              </a:defRPr>
            </a:lvl2pPr>
            <a:lvl3pPr algn="l">
              <a:buNone/>
              <a:defRPr sz="2250" b="0" i="0">
                <a:solidFill>
                  <a:srgbClr val="111111"/>
                </a:solidFill>
                <a:latin typeface="Arial"/>
                <a:ea typeface="Arial"/>
                <a:cs typeface="Arial"/>
              </a:defRPr>
            </a:lvl3pPr>
            <a:lvl4pPr algn="l">
              <a:buNone/>
              <a:defRPr sz="2250" b="0" i="0">
                <a:solidFill>
                  <a:srgbClr val="111111"/>
                </a:solidFill>
                <a:latin typeface="Arial"/>
                <a:ea typeface="Arial"/>
                <a:cs typeface="Arial"/>
              </a:defRPr>
            </a:lvl4pPr>
            <a:lvl5pPr algn="l">
              <a:buNone/>
              <a:defRPr sz="2250" b="0" i="0">
                <a:solidFill>
                  <a:srgbClr val="111111"/>
                </a:solidFill>
                <a:latin typeface="Arial"/>
                <a:ea typeface="Arial"/>
                <a:cs typeface="Arial"/>
              </a:defRPr>
            </a:lvl5pPr>
            <a:lvl6pPr algn="l">
              <a:buNone/>
              <a:defRPr sz="2250" b="0" i="0">
                <a:solidFill>
                  <a:srgbClr val="111111"/>
                </a:solidFill>
                <a:latin typeface="Arial"/>
                <a:ea typeface="Arial"/>
                <a:cs typeface="Arial"/>
              </a:defRPr>
            </a:lvl6pPr>
            <a:lvl7pPr algn="l">
              <a:buNone/>
              <a:defRPr sz="2250" b="0" i="0">
                <a:solidFill>
                  <a:srgbClr val="111111"/>
                </a:solidFill>
                <a:latin typeface="Arial"/>
                <a:ea typeface="Arial"/>
                <a:cs typeface="Arial"/>
              </a:defRPr>
            </a:lvl7pPr>
            <a:lvl8pPr algn="l">
              <a:buNone/>
              <a:defRPr sz="2250" b="0" i="0">
                <a:solidFill>
                  <a:srgbClr val="111111"/>
                </a:solidFill>
                <a:latin typeface="Arial"/>
                <a:ea typeface="Arial"/>
                <a:cs typeface="Arial"/>
              </a:defRPr>
            </a:lvl8pPr>
            <a:lvl9pPr algn="l">
              <a:buNone/>
              <a:defRPr sz="2250" b="0" i="0">
                <a:solidFill>
                  <a:srgbClr val="111111"/>
                </a:solidFill>
                <a:latin typeface="Arial"/>
                <a:ea typeface="Arial"/>
                <a:cs typeface="Arial"/>
              </a:defRPr>
            </a:lvl9pPr>
          </a:lstStyle>
          <a:p>
            <a:pPr algn="l">
              <a:buNone/>
              <a:defRPr sz="2250" b="0" i="0">
                <a:solidFill>
                  <a:srgbClr val="111111"/>
                </a:solidFill>
                <a:latin typeface="Arial"/>
                <a:ea typeface="Arial"/>
                <a:cs typeface="Arial"/>
              </a:defRPr>
            </a:pPr>
            <a:r>
              <a:rPr sz="2250" b="0" i="0">
                <a:solidFill>
                  <a:srgbClr val="111111"/>
                </a:solidFill>
                <a:latin typeface="Arial"/>
                <a:ea typeface="Arial"/>
                <a:cs typeface="Arial"/>
              </a:rPr>
              <a:t>Temporal operators build on Allen’s interval algebra (1983)</a:t>
            </a:r>
          </a:p>
        </p:txBody>
      </p:sp>
      <p:sp>
        <p:nvSpPr>
          <p:cNvPr id="4" name="v5-text-5012">
            <a:extLst>
              <a:ext uri="{FF2B5EF4-FFF2-40B4-BE49-F238E27FC236}">
                <a16:creationId xmlns:a16="http://schemas.microsoft.com/office/drawing/2014/main" id="{4B3CC3A9-0468-426C-B969-AB6170A0C4BA}"/>
              </a:ext>
            </a:extLst>
          </p:cNvPr>
          <p:cNvSpPr>
            <a:spLocks noGrp="1"/>
          </p:cNvSpPr>
          <p:nvPr/>
        </p:nvSpPr>
        <p:spPr>
          <a:xfrm>
            <a:off x="11572875" y="6429375"/>
            <a:ext cx="304800" cy="238125"/>
          </a:xfrm>
          <a:prstGeom prst="rect">
            <a:avLst/>
          </a:prstGeom>
          <a:noFill/>
          <a:ln w="0">
            <a:noFill/>
          </a:ln>
        </p:spPr>
        <p:txBody>
          <a:bodyPr wrap="square" lIns="0" tIns="0" rIns="0" bIns="0" anchor="ctr">
            <a:noAutofit/>
          </a:bodyPr>
          <a:lstStyle>
            <a:defPPr algn="r">
              <a:defRPr sz="1275" b="0" i="0">
                <a:solidFill>
                  <a:srgbClr val="999999"/>
                </a:solidFill>
                <a:latin typeface="Arial"/>
                <a:ea typeface="Arial"/>
                <a:cs typeface="Arial"/>
              </a:defRPr>
            </a:defPPr>
            <a:lvl1pPr algn="r">
              <a:buNone/>
              <a:defRPr sz="1275" b="0" i="0">
                <a:solidFill>
                  <a:srgbClr val="999999"/>
                </a:solidFill>
                <a:latin typeface="Arial"/>
                <a:ea typeface="Arial"/>
                <a:cs typeface="Arial"/>
              </a:defRPr>
            </a:lvl1pPr>
            <a:lvl2pPr algn="r">
              <a:buNone/>
              <a:defRPr sz="1275" b="0" i="0">
                <a:solidFill>
                  <a:srgbClr val="999999"/>
                </a:solidFill>
                <a:latin typeface="Arial"/>
                <a:ea typeface="Arial"/>
                <a:cs typeface="Arial"/>
              </a:defRPr>
            </a:lvl2pPr>
            <a:lvl3pPr algn="r">
              <a:buNone/>
              <a:defRPr sz="1275" b="0" i="0">
                <a:solidFill>
                  <a:srgbClr val="999999"/>
                </a:solidFill>
                <a:latin typeface="Arial"/>
                <a:ea typeface="Arial"/>
                <a:cs typeface="Arial"/>
              </a:defRPr>
            </a:lvl3pPr>
            <a:lvl4pPr algn="r">
              <a:buNone/>
              <a:defRPr sz="1275" b="0" i="0">
                <a:solidFill>
                  <a:srgbClr val="999999"/>
                </a:solidFill>
                <a:latin typeface="Arial"/>
                <a:ea typeface="Arial"/>
                <a:cs typeface="Arial"/>
              </a:defRPr>
            </a:lvl4pPr>
            <a:lvl5pPr algn="r">
              <a:buNone/>
              <a:defRPr sz="1275" b="0" i="0">
                <a:solidFill>
                  <a:srgbClr val="999999"/>
                </a:solidFill>
                <a:latin typeface="Arial"/>
                <a:ea typeface="Arial"/>
                <a:cs typeface="Arial"/>
              </a:defRPr>
            </a:lvl5pPr>
            <a:lvl6pPr algn="r">
              <a:buNone/>
              <a:defRPr sz="1275" b="0" i="0">
                <a:solidFill>
                  <a:srgbClr val="999999"/>
                </a:solidFill>
                <a:latin typeface="Arial"/>
                <a:ea typeface="Arial"/>
                <a:cs typeface="Arial"/>
              </a:defRPr>
            </a:lvl6pPr>
            <a:lvl7pPr algn="r">
              <a:buNone/>
              <a:defRPr sz="1275" b="0" i="0">
                <a:solidFill>
                  <a:srgbClr val="999999"/>
                </a:solidFill>
                <a:latin typeface="Arial"/>
                <a:ea typeface="Arial"/>
                <a:cs typeface="Arial"/>
              </a:defRPr>
            </a:lvl7pPr>
            <a:lvl8pPr algn="r">
              <a:buNone/>
              <a:defRPr sz="1275" b="0" i="0">
                <a:solidFill>
                  <a:srgbClr val="999999"/>
                </a:solidFill>
                <a:latin typeface="Arial"/>
                <a:ea typeface="Arial"/>
                <a:cs typeface="Arial"/>
              </a:defRPr>
            </a:lvl8pPr>
            <a:lvl9pPr algn="r">
              <a:buNone/>
              <a:defRPr sz="1275" b="0" i="0">
                <a:solidFill>
                  <a:srgbClr val="999999"/>
                </a:solidFill>
                <a:latin typeface="Arial"/>
                <a:ea typeface="Arial"/>
                <a:cs typeface="Arial"/>
              </a:defRPr>
            </a:lvl9pPr>
          </a:lstStyle>
          <a:p>
            <a:pPr algn="r">
              <a:buNone/>
              <a:defRPr sz="1275" b="0" i="0">
                <a:solidFill>
                  <a:srgbClr val="999999"/>
                </a:solidFill>
                <a:latin typeface="Arial"/>
                <a:ea typeface="Arial"/>
                <a:cs typeface="Arial"/>
              </a:defRPr>
            </a:pPr>
            <a:r>
              <a:rPr sz="1275" b="0" i="0">
                <a:solidFill>
                  <a:srgbClr val="999999"/>
                </a:solidFill>
                <a:latin typeface="Arial"/>
                <a:ea typeface="Arial"/>
                <a:cs typeface="Arial"/>
              </a:rPr>
              <a:t>3</a:t>
            </a:r>
          </a:p>
        </p:txBody>
      </p:sp>
      <p:sp>
        <p:nvSpPr>
          <p:cNvPr id="5" name="v5-shape-5013">
            <a:extLst>
              <a:ext uri="{FF2B5EF4-FFF2-40B4-BE49-F238E27FC236}">
                <a16:creationId xmlns:a16="http://schemas.microsoft.com/office/drawing/2014/main" id="{CECDE082-9C6A-4E08-88E2-2CE651A19F0E}"/>
              </a:ext>
            </a:extLst>
          </p:cNvPr>
          <p:cNvSpPr>
            <a:spLocks noGrp="1"/>
          </p:cNvSpPr>
          <p:nvPr/>
        </p:nvSpPr>
        <p:spPr>
          <a:xfrm>
            <a:off x="885825" y="2914650"/>
            <a:ext cx="4781550" cy="2622550"/>
          </a:xfrm>
          <a:prstGeom prst="roundRect">
            <a:avLst>
              <a:gd name="adj" fmla="val 3692"/>
            </a:avLst>
          </a:prstGeom>
          <a:solidFill>
            <a:srgbClr val="FFF5E6"/>
          </a:solidFill>
          <a:ln w="10478">
            <a:solidFill>
              <a:srgbClr val="E2CEAF"/>
            </a:solidFill>
            <a:prstDash val="solid"/>
          </a:ln>
        </p:spPr>
        <p:txBody>
          <a:bodyPr/>
          <a:lstStyle/>
          <a:p>
            <a:endParaRPr lang="zh-CN" altLang="en-US"/>
          </a:p>
        </p:txBody>
      </p:sp>
      <p:sp>
        <p:nvSpPr>
          <p:cNvPr id="6" name="直接连接符 5">
            <a:extLst>
              <a:ext uri="{FF2B5EF4-FFF2-40B4-BE49-F238E27FC236}">
                <a16:creationId xmlns:a16="http://schemas.microsoft.com/office/drawing/2014/main" id="{F534E861-C304-4125-84F4-50DE0324250E}"/>
              </a:ext>
            </a:extLst>
          </p:cNvPr>
          <p:cNvSpPr>
            <a:spLocks noGrp="1"/>
          </p:cNvSpPr>
          <p:nvPr/>
        </p:nvSpPr>
        <p:spPr>
          <a:xfrm flipH="1">
            <a:off x="990600" y="3051175"/>
            <a:ext cx="6350" cy="2349500"/>
          </a:xfrm>
          <a:prstGeom prst="line">
            <a:avLst/>
          </a:prstGeom>
          <a:ln w="38100">
            <a:solidFill>
              <a:srgbClr val="AD7D46"/>
            </a:solidFill>
            <a:prstDash val="solid"/>
          </a:ln>
        </p:spPr>
        <p:txBody>
          <a:bodyPr/>
          <a:lstStyle/>
          <a:p>
            <a:endParaRPr lang="zh-CN" altLang="en-US"/>
          </a:p>
        </p:txBody>
      </p:sp>
      <p:sp>
        <p:nvSpPr>
          <p:cNvPr id="7" name="v5-text-5014">
            <a:extLst>
              <a:ext uri="{FF2B5EF4-FFF2-40B4-BE49-F238E27FC236}">
                <a16:creationId xmlns:a16="http://schemas.microsoft.com/office/drawing/2014/main" id="{17229C2E-9A79-4DF0-A2F1-520F64492889}"/>
              </a:ext>
            </a:extLst>
          </p:cNvPr>
          <p:cNvSpPr>
            <a:spLocks noGrp="1"/>
          </p:cNvSpPr>
          <p:nvPr/>
        </p:nvSpPr>
        <p:spPr>
          <a:xfrm>
            <a:off x="1171575" y="3095625"/>
            <a:ext cx="4257675" cy="2339975"/>
          </a:xfrm>
          <a:prstGeom prst="rect">
            <a:avLst/>
          </a:prstGeom>
          <a:noFill/>
          <a:ln w="0">
            <a:noFill/>
          </a:ln>
        </p:spPr>
        <p:txBody>
          <a:bodyPr wrap="square" lIns="0" tIns="0" rIns="0" bIns="0" anchor="t">
            <a:noAutofit/>
          </a:bodyPr>
          <a:lstStyle>
            <a:defPPr algn="l">
              <a:defRPr sz="2100" b="0" i="0">
                <a:solidFill>
                  <a:srgbClr val="111111"/>
                </a:solidFill>
                <a:latin typeface="Liberation Serif"/>
                <a:ea typeface="Liberation Serif"/>
                <a:cs typeface="Liberation Serif"/>
              </a:defRPr>
            </a:defPPr>
            <a:lvl1pPr algn="l">
              <a:buNone/>
              <a:defRPr sz="2100" b="0" i="0">
                <a:solidFill>
                  <a:srgbClr val="111111"/>
                </a:solidFill>
                <a:latin typeface="Liberation Serif"/>
                <a:ea typeface="Liberation Serif"/>
                <a:cs typeface="Liberation Serif"/>
              </a:defRPr>
            </a:lvl1pPr>
            <a:lvl2pPr algn="l">
              <a:buNone/>
              <a:defRPr sz="2100" b="0" i="0">
                <a:solidFill>
                  <a:srgbClr val="111111"/>
                </a:solidFill>
                <a:latin typeface="Liberation Serif"/>
                <a:ea typeface="Liberation Serif"/>
                <a:cs typeface="Liberation Serif"/>
              </a:defRPr>
            </a:lvl2pPr>
            <a:lvl3pPr algn="l">
              <a:buNone/>
              <a:defRPr sz="2100" b="0" i="0">
                <a:solidFill>
                  <a:srgbClr val="111111"/>
                </a:solidFill>
                <a:latin typeface="Liberation Serif"/>
                <a:ea typeface="Liberation Serif"/>
                <a:cs typeface="Liberation Serif"/>
              </a:defRPr>
            </a:lvl3pPr>
            <a:lvl4pPr algn="l">
              <a:buNone/>
              <a:defRPr sz="2100" b="0" i="0">
                <a:solidFill>
                  <a:srgbClr val="111111"/>
                </a:solidFill>
                <a:latin typeface="Liberation Serif"/>
                <a:ea typeface="Liberation Serif"/>
                <a:cs typeface="Liberation Serif"/>
              </a:defRPr>
            </a:lvl4pPr>
            <a:lvl5pPr algn="l">
              <a:buNone/>
              <a:defRPr sz="2100" b="0" i="0">
                <a:solidFill>
                  <a:srgbClr val="111111"/>
                </a:solidFill>
                <a:latin typeface="Liberation Serif"/>
                <a:ea typeface="Liberation Serif"/>
                <a:cs typeface="Liberation Serif"/>
              </a:defRPr>
            </a:lvl5pPr>
            <a:lvl6pPr algn="l">
              <a:buNone/>
              <a:defRPr sz="2100" b="0" i="0">
                <a:solidFill>
                  <a:srgbClr val="111111"/>
                </a:solidFill>
                <a:latin typeface="Liberation Serif"/>
                <a:ea typeface="Liberation Serif"/>
                <a:cs typeface="Liberation Serif"/>
              </a:defRPr>
            </a:lvl6pPr>
            <a:lvl7pPr algn="l">
              <a:buNone/>
              <a:defRPr sz="2100" b="0" i="0">
                <a:solidFill>
                  <a:srgbClr val="111111"/>
                </a:solidFill>
                <a:latin typeface="Liberation Serif"/>
                <a:ea typeface="Liberation Serif"/>
                <a:cs typeface="Liberation Serif"/>
              </a:defRPr>
            </a:lvl7pPr>
            <a:lvl8pPr algn="l">
              <a:buNone/>
              <a:defRPr sz="2100" b="0" i="0">
                <a:solidFill>
                  <a:srgbClr val="111111"/>
                </a:solidFill>
                <a:latin typeface="Liberation Serif"/>
                <a:ea typeface="Liberation Serif"/>
                <a:cs typeface="Liberation Serif"/>
              </a:defRPr>
            </a:lvl8pPr>
            <a:lvl9pPr algn="l">
              <a:buNone/>
              <a:defRPr sz="2100" b="0" i="0">
                <a:solidFill>
                  <a:srgbClr val="111111"/>
                </a:solidFill>
                <a:latin typeface="Liberation Serif"/>
                <a:ea typeface="Liberation Serif"/>
                <a:cs typeface="Liberation Serif"/>
              </a:defRPr>
            </a:lvl9pPr>
          </a:lstStyle>
          <a:p>
            <a:pPr algn="l">
              <a:buNone/>
              <a:defRPr sz="2100" b="0" i="0">
                <a:solidFill>
                  <a:srgbClr val="111111"/>
                </a:solidFill>
                <a:latin typeface="Liberation Serif"/>
                <a:ea typeface="Liberation Serif"/>
                <a:cs typeface="Liberation Serif"/>
              </a:defRPr>
            </a:pPr>
            <a:r>
              <a:rPr sz="2100" b="0" i="0" dirty="0">
                <a:solidFill>
                  <a:srgbClr val="111111"/>
                </a:solidFill>
                <a:latin typeface="Liberation Serif"/>
                <a:ea typeface="Liberation Serif"/>
                <a:cs typeface="Liberation Serif"/>
              </a:rPr>
              <a:t>“During the </a:t>
            </a:r>
            <a:r>
              <a:rPr sz="2100" b="1" i="0" dirty="0">
                <a:solidFill>
                  <a:srgbClr val="111111"/>
                </a:solidFill>
                <a:latin typeface="Liberation Serif"/>
                <a:ea typeface="Liberation Serif"/>
                <a:cs typeface="Liberation Serif"/>
              </a:rPr>
              <a:t>Buildup</a:t>
            </a:r>
            <a:r>
              <a:rPr sz="2100" b="0" i="0" dirty="0">
                <a:solidFill>
                  <a:srgbClr val="111111"/>
                </a:solidFill>
                <a:latin typeface="Liberation Serif"/>
                <a:ea typeface="Liberation Serif"/>
                <a:cs typeface="Liberation Serif"/>
              </a:rPr>
              <a:t> event, the </a:t>
            </a:r>
            <a:r>
              <a:rPr sz="2100" b="0" i="1" dirty="0">
                <a:solidFill>
                  <a:srgbClr val="111111"/>
                </a:solidFill>
                <a:latin typeface="Liberation Serif"/>
                <a:ea typeface="Liberation Serif"/>
                <a:cs typeface="Liberation Serif"/>
              </a:rPr>
              <a:t>Volume</a:t>
            </a:r>
            <a:r>
              <a:rPr sz="2100" b="0" i="0" dirty="0">
                <a:solidFill>
                  <a:srgbClr val="111111"/>
                </a:solidFill>
                <a:latin typeface="Liberation Serif"/>
                <a:ea typeface="Liberation Serif"/>
                <a:cs typeface="Liberation Serif"/>
              </a:rPr>
              <a:t> should remain </a:t>
            </a:r>
            <a:r>
              <a:rPr sz="2100" b="0" i="0" dirty="0">
                <a:solidFill>
                  <a:srgbClr val="26763A"/>
                </a:solidFill>
                <a:latin typeface="Liberation Serif"/>
                <a:ea typeface="Liberation Serif"/>
                <a:cs typeface="Liberation Serif"/>
              </a:rPr>
              <a:t>stable</a:t>
            </a:r>
            <a:r>
              <a:rPr sz="2100" b="0" i="0" dirty="0">
                <a:solidFill>
                  <a:srgbClr val="111111"/>
                </a:solidFill>
                <a:latin typeface="Liberation Serif"/>
                <a:ea typeface="Liberation Serif"/>
                <a:cs typeface="Liberation Serif"/>
              </a:rPr>
              <a:t> across the entire phase. Simultaneously, the </a:t>
            </a:r>
            <a:r>
              <a:rPr sz="2100" b="0" i="1" dirty="0">
                <a:solidFill>
                  <a:srgbClr val="111111"/>
                </a:solidFill>
                <a:latin typeface="Liberation Serif"/>
                <a:ea typeface="Liberation Serif"/>
                <a:cs typeface="Liberation Serif"/>
              </a:rPr>
              <a:t>Pressure</a:t>
            </a:r>
            <a:r>
              <a:rPr sz="2100" b="0" i="0" dirty="0">
                <a:solidFill>
                  <a:srgbClr val="111111"/>
                </a:solidFill>
                <a:latin typeface="Liberation Serif"/>
                <a:ea typeface="Liberation Serif"/>
                <a:cs typeface="Liberation Serif"/>
              </a:rPr>
              <a:t> should either </a:t>
            </a:r>
            <a:r>
              <a:rPr sz="2100" b="0" i="0" dirty="0">
                <a:solidFill>
                  <a:srgbClr val="C86328"/>
                </a:solidFill>
                <a:latin typeface="Liberation Serif"/>
                <a:ea typeface="Liberation Serif"/>
                <a:cs typeface="Liberation Serif"/>
              </a:rPr>
              <a:t>recover</a:t>
            </a:r>
            <a:r>
              <a:rPr sz="2100" b="0" i="0" dirty="0">
                <a:solidFill>
                  <a:srgbClr val="111111"/>
                </a:solidFill>
                <a:latin typeface="Liberation Serif"/>
                <a:ea typeface="Liberation Serif"/>
                <a:cs typeface="Liberation Serif"/>
              </a:rPr>
              <a:t> slightly with the rate of change decreasing or </a:t>
            </a:r>
            <a:r>
              <a:rPr sz="2100" b="0" i="0" dirty="0">
                <a:solidFill>
                  <a:srgbClr val="C86328"/>
                </a:solidFill>
                <a:latin typeface="Liberation Serif"/>
                <a:ea typeface="Liberation Serif"/>
                <a:cs typeface="Liberation Serif"/>
              </a:rPr>
              <a:t>bounce</a:t>
            </a:r>
            <a:r>
              <a:rPr sz="2100" b="0" i="0" dirty="0">
                <a:solidFill>
                  <a:srgbClr val="111111"/>
                </a:solidFill>
                <a:latin typeface="Liberation Serif"/>
                <a:ea typeface="Liberation Serif"/>
                <a:cs typeface="Liberation Serif"/>
              </a:rPr>
              <a:t> up quickly, and then reach a </a:t>
            </a:r>
            <a:r>
              <a:rPr sz="2100" b="0" i="0" dirty="0">
                <a:solidFill>
                  <a:srgbClr val="C86328"/>
                </a:solidFill>
                <a:latin typeface="Liberation Serif"/>
                <a:ea typeface="Liberation Serif"/>
                <a:cs typeface="Liberation Serif"/>
              </a:rPr>
              <a:t>steady</a:t>
            </a:r>
            <a:r>
              <a:rPr sz="2100" b="0" i="0" dirty="0">
                <a:solidFill>
                  <a:srgbClr val="111111"/>
                </a:solidFill>
                <a:latin typeface="Liberation Serif"/>
                <a:ea typeface="Liberation Serif"/>
                <a:cs typeface="Liberation Serif"/>
              </a:rPr>
              <a:t> phase.”</a:t>
            </a:r>
          </a:p>
        </p:txBody>
      </p:sp>
      <p:sp>
        <p:nvSpPr>
          <p:cNvPr id="25" name="v5-text-5025">
            <a:extLst>
              <a:ext uri="{FF2B5EF4-FFF2-40B4-BE49-F238E27FC236}">
                <a16:creationId xmlns:a16="http://schemas.microsoft.com/office/drawing/2014/main" id="{E40551D1-CF41-4777-B8A8-09D96E76B1BC}"/>
              </a:ext>
            </a:extLst>
          </p:cNvPr>
          <p:cNvSpPr>
            <a:spLocks noGrp="1"/>
          </p:cNvSpPr>
          <p:nvPr/>
        </p:nvSpPr>
        <p:spPr>
          <a:xfrm>
            <a:off x="7353300" y="5976937"/>
            <a:ext cx="4000500" cy="257175"/>
          </a:xfrm>
          <a:prstGeom prst="rect">
            <a:avLst/>
          </a:prstGeom>
          <a:noFill/>
          <a:ln w="0">
            <a:noFill/>
          </a:ln>
        </p:spPr>
        <p:txBody>
          <a:bodyPr wrap="square" lIns="0" tIns="0" rIns="0" bIns="0" anchor="ctr">
            <a:noAutofit/>
          </a:bodyPr>
          <a:lstStyle>
            <a:defPPr algn="ctr">
              <a:defRPr sz="1500" b="0" i="0">
                <a:solidFill>
                  <a:srgbClr val="777777"/>
                </a:solidFill>
                <a:latin typeface="Arial"/>
                <a:ea typeface="Arial"/>
                <a:cs typeface="Arial"/>
              </a:defRPr>
            </a:defPPr>
            <a:lvl1pPr algn="ctr">
              <a:buNone/>
              <a:defRPr sz="1500" b="0" i="0">
                <a:solidFill>
                  <a:srgbClr val="777777"/>
                </a:solidFill>
                <a:latin typeface="Arial"/>
                <a:ea typeface="Arial"/>
                <a:cs typeface="Arial"/>
              </a:defRPr>
            </a:lvl1pPr>
            <a:lvl2pPr algn="ctr">
              <a:buNone/>
              <a:defRPr sz="1500" b="0" i="0">
                <a:solidFill>
                  <a:srgbClr val="777777"/>
                </a:solidFill>
                <a:latin typeface="Arial"/>
                <a:ea typeface="Arial"/>
                <a:cs typeface="Arial"/>
              </a:defRPr>
            </a:lvl2pPr>
            <a:lvl3pPr algn="ctr">
              <a:buNone/>
              <a:defRPr sz="1500" b="0" i="0">
                <a:solidFill>
                  <a:srgbClr val="777777"/>
                </a:solidFill>
                <a:latin typeface="Arial"/>
                <a:ea typeface="Arial"/>
                <a:cs typeface="Arial"/>
              </a:defRPr>
            </a:lvl3pPr>
            <a:lvl4pPr algn="ctr">
              <a:buNone/>
              <a:defRPr sz="1500" b="0" i="0">
                <a:solidFill>
                  <a:srgbClr val="777777"/>
                </a:solidFill>
                <a:latin typeface="Arial"/>
                <a:ea typeface="Arial"/>
                <a:cs typeface="Arial"/>
              </a:defRPr>
            </a:lvl4pPr>
            <a:lvl5pPr algn="ctr">
              <a:buNone/>
              <a:defRPr sz="1500" b="0" i="0">
                <a:solidFill>
                  <a:srgbClr val="777777"/>
                </a:solidFill>
                <a:latin typeface="Arial"/>
                <a:ea typeface="Arial"/>
                <a:cs typeface="Arial"/>
              </a:defRPr>
            </a:lvl5pPr>
            <a:lvl6pPr algn="ctr">
              <a:buNone/>
              <a:defRPr sz="1500" b="0" i="0">
                <a:solidFill>
                  <a:srgbClr val="777777"/>
                </a:solidFill>
                <a:latin typeface="Arial"/>
                <a:ea typeface="Arial"/>
                <a:cs typeface="Arial"/>
              </a:defRPr>
            </a:lvl6pPr>
            <a:lvl7pPr algn="ctr">
              <a:buNone/>
              <a:defRPr sz="1500" b="0" i="0">
                <a:solidFill>
                  <a:srgbClr val="777777"/>
                </a:solidFill>
                <a:latin typeface="Arial"/>
                <a:ea typeface="Arial"/>
                <a:cs typeface="Arial"/>
              </a:defRPr>
            </a:lvl7pPr>
            <a:lvl8pPr algn="ctr">
              <a:buNone/>
              <a:defRPr sz="1500" b="0" i="0">
                <a:solidFill>
                  <a:srgbClr val="777777"/>
                </a:solidFill>
                <a:latin typeface="Arial"/>
                <a:ea typeface="Arial"/>
                <a:cs typeface="Arial"/>
              </a:defRPr>
            </a:lvl8pPr>
            <a:lvl9pPr algn="ctr">
              <a:buNone/>
              <a:defRPr sz="1500" b="0" i="0">
                <a:solidFill>
                  <a:srgbClr val="777777"/>
                </a:solidFill>
                <a:latin typeface="Arial"/>
                <a:ea typeface="Arial"/>
                <a:cs typeface="Arial"/>
              </a:defRPr>
            </a:lvl9pPr>
          </a:lstStyle>
          <a:p>
            <a:pPr algn="ctr">
              <a:buNone/>
              <a:defRPr sz="1500" b="0" i="0">
                <a:solidFill>
                  <a:srgbClr val="777777"/>
                </a:solidFill>
                <a:latin typeface="Arial"/>
                <a:ea typeface="Arial"/>
                <a:cs typeface="Arial"/>
              </a:defRPr>
            </a:pPr>
            <a:r>
              <a:rPr sz="1500" b="0" i="0">
                <a:solidFill>
                  <a:srgbClr val="777777"/>
                </a:solidFill>
                <a:latin typeface="Arial"/>
                <a:ea typeface="Arial"/>
                <a:cs typeface="Arial"/>
              </a:rPr>
              <a:t>V: Volume     P: Pressure</a:t>
            </a:r>
          </a:p>
        </p:txBody>
      </p:sp>
      <p:sp>
        <p:nvSpPr>
          <p:cNvPr id="27" name="v7-tree-edge-7001">
            <a:extLst>
              <a:ext uri="{FF2B5EF4-FFF2-40B4-BE49-F238E27FC236}">
                <a16:creationId xmlns:a16="http://schemas.microsoft.com/office/drawing/2014/main" id="{D2402D31-93E9-4592-84E6-8BF3BF45F908}"/>
              </a:ext>
            </a:extLst>
          </p:cNvPr>
          <p:cNvSpPr>
            <a:spLocks noGrp="1"/>
          </p:cNvSpPr>
          <p:nvPr/>
        </p:nvSpPr>
        <p:spPr>
          <a:xfrm>
            <a:off x="7134225" y="2547937"/>
            <a:ext cx="3390900" cy="1095375"/>
          </a:xfrm>
          <a:custGeom>
            <a:avLst/>
            <a:gdLst/>
            <a:ahLst/>
            <a:cxnLst/>
            <a:rect l="0" t="0" r="0" b="0"/>
            <a:pathLst>
              <a:path w="3390900" h="1095375">
                <a:moveTo>
                  <a:pt x="0" y="1095375"/>
                </a:moveTo>
                <a:cubicBezTo>
                  <a:pt x="1627632" y="1095375"/>
                  <a:pt x="1763268" y="0"/>
                  <a:pt x="3390900" y="0"/>
                </a:cubicBezTo>
              </a:path>
            </a:pathLst>
          </a:custGeom>
          <a:noFill/>
          <a:ln w="23813">
            <a:solidFill>
              <a:srgbClr val="A8AEA9"/>
            </a:solidFill>
            <a:prstDash val="solid"/>
          </a:ln>
        </p:spPr>
        <p:txBody>
          <a:bodyPr/>
          <a:lstStyle/>
          <a:p>
            <a:endParaRPr lang="zh-CN" altLang="en-US"/>
          </a:p>
        </p:txBody>
      </p:sp>
      <p:sp>
        <p:nvSpPr>
          <p:cNvPr id="28" name="v7-tree-edge-7002">
            <a:extLst>
              <a:ext uri="{FF2B5EF4-FFF2-40B4-BE49-F238E27FC236}">
                <a16:creationId xmlns:a16="http://schemas.microsoft.com/office/drawing/2014/main" id="{F61BB89A-5D2B-4FDE-90FF-B8716BFF28BC}"/>
              </a:ext>
            </a:extLst>
          </p:cNvPr>
          <p:cNvSpPr>
            <a:spLocks noGrp="1"/>
          </p:cNvSpPr>
          <p:nvPr/>
        </p:nvSpPr>
        <p:spPr>
          <a:xfrm>
            <a:off x="7134225" y="3643312"/>
            <a:ext cx="342900" cy="1104900"/>
          </a:xfrm>
          <a:custGeom>
            <a:avLst/>
            <a:gdLst/>
            <a:ahLst/>
            <a:cxnLst/>
            <a:rect l="0" t="0" r="0" b="0"/>
            <a:pathLst>
              <a:path w="342900" h="1104900">
                <a:moveTo>
                  <a:pt x="0" y="0"/>
                </a:moveTo>
                <a:cubicBezTo>
                  <a:pt x="164592" y="0"/>
                  <a:pt x="178308" y="1104900"/>
                  <a:pt x="342900" y="1104900"/>
                </a:cubicBezTo>
              </a:path>
            </a:pathLst>
          </a:custGeom>
          <a:noFill/>
          <a:ln w="23813">
            <a:solidFill>
              <a:srgbClr val="A8AEA9"/>
            </a:solidFill>
            <a:prstDash val="solid"/>
          </a:ln>
        </p:spPr>
        <p:txBody>
          <a:bodyPr/>
          <a:lstStyle/>
          <a:p>
            <a:endParaRPr lang="zh-CN" altLang="en-US"/>
          </a:p>
        </p:txBody>
      </p:sp>
      <p:sp>
        <p:nvSpPr>
          <p:cNvPr id="29" name="v7-tree-edge-7003">
            <a:extLst>
              <a:ext uri="{FF2B5EF4-FFF2-40B4-BE49-F238E27FC236}">
                <a16:creationId xmlns:a16="http://schemas.microsoft.com/office/drawing/2014/main" id="{97F2A6A5-D4E5-4099-854B-0C44F7D5729F}"/>
              </a:ext>
            </a:extLst>
          </p:cNvPr>
          <p:cNvSpPr>
            <a:spLocks noGrp="1"/>
          </p:cNvSpPr>
          <p:nvPr/>
        </p:nvSpPr>
        <p:spPr>
          <a:xfrm>
            <a:off x="8658225" y="3919537"/>
            <a:ext cx="342900" cy="828675"/>
          </a:xfrm>
          <a:custGeom>
            <a:avLst/>
            <a:gdLst/>
            <a:ahLst/>
            <a:cxnLst/>
            <a:rect l="0" t="0" r="0" b="0"/>
            <a:pathLst>
              <a:path w="342900" h="828675">
                <a:moveTo>
                  <a:pt x="0" y="828675"/>
                </a:moveTo>
                <a:cubicBezTo>
                  <a:pt x="164592" y="828675"/>
                  <a:pt x="178308" y="0"/>
                  <a:pt x="342900" y="0"/>
                </a:cubicBezTo>
              </a:path>
            </a:pathLst>
          </a:custGeom>
          <a:noFill/>
          <a:ln w="23813">
            <a:solidFill>
              <a:srgbClr val="A8AEA9"/>
            </a:solidFill>
            <a:prstDash val="solid"/>
          </a:ln>
        </p:spPr>
        <p:txBody>
          <a:bodyPr/>
          <a:lstStyle/>
          <a:p>
            <a:endParaRPr lang="zh-CN" altLang="en-US"/>
          </a:p>
        </p:txBody>
      </p:sp>
      <p:sp>
        <p:nvSpPr>
          <p:cNvPr id="30" name="v7-tree-edge-7004">
            <a:extLst>
              <a:ext uri="{FF2B5EF4-FFF2-40B4-BE49-F238E27FC236}">
                <a16:creationId xmlns:a16="http://schemas.microsoft.com/office/drawing/2014/main" id="{3B5415FA-289E-470E-818F-5318C445DA86}"/>
              </a:ext>
            </a:extLst>
          </p:cNvPr>
          <p:cNvSpPr>
            <a:spLocks noGrp="1"/>
          </p:cNvSpPr>
          <p:nvPr/>
        </p:nvSpPr>
        <p:spPr>
          <a:xfrm>
            <a:off x="8658225" y="4748212"/>
            <a:ext cx="1866900" cy="828675"/>
          </a:xfrm>
          <a:custGeom>
            <a:avLst/>
            <a:gdLst/>
            <a:ahLst/>
            <a:cxnLst/>
            <a:rect l="0" t="0" r="0" b="0"/>
            <a:pathLst>
              <a:path w="1866900" h="828675">
                <a:moveTo>
                  <a:pt x="0" y="0"/>
                </a:moveTo>
                <a:cubicBezTo>
                  <a:pt x="896112" y="0"/>
                  <a:pt x="970788" y="828675"/>
                  <a:pt x="1866900" y="828675"/>
                </a:cubicBezTo>
              </a:path>
            </a:pathLst>
          </a:custGeom>
          <a:noFill/>
          <a:ln w="23813">
            <a:solidFill>
              <a:srgbClr val="A8AEA9"/>
            </a:solidFill>
            <a:prstDash val="solid"/>
          </a:ln>
        </p:spPr>
        <p:txBody>
          <a:bodyPr/>
          <a:lstStyle/>
          <a:p>
            <a:endParaRPr lang="zh-CN" altLang="en-US"/>
          </a:p>
        </p:txBody>
      </p:sp>
      <p:sp>
        <p:nvSpPr>
          <p:cNvPr id="31" name="v7-tree-edge-7005">
            <a:extLst>
              <a:ext uri="{FF2B5EF4-FFF2-40B4-BE49-F238E27FC236}">
                <a16:creationId xmlns:a16="http://schemas.microsoft.com/office/drawing/2014/main" id="{BBDA2FE2-E6A4-42BF-B668-3C4305E8A7CF}"/>
              </a:ext>
            </a:extLst>
          </p:cNvPr>
          <p:cNvSpPr>
            <a:spLocks noGrp="1"/>
          </p:cNvSpPr>
          <p:nvPr/>
        </p:nvSpPr>
        <p:spPr>
          <a:xfrm>
            <a:off x="10182225" y="3462337"/>
            <a:ext cx="342900" cy="457200"/>
          </a:xfrm>
          <a:custGeom>
            <a:avLst/>
            <a:gdLst/>
            <a:ahLst/>
            <a:cxnLst/>
            <a:rect l="0" t="0" r="0" b="0"/>
            <a:pathLst>
              <a:path w="342900" h="457200">
                <a:moveTo>
                  <a:pt x="0" y="457200"/>
                </a:moveTo>
                <a:cubicBezTo>
                  <a:pt x="164592" y="457200"/>
                  <a:pt x="178308" y="0"/>
                  <a:pt x="342900" y="0"/>
                </a:cubicBezTo>
              </a:path>
            </a:pathLst>
          </a:custGeom>
          <a:noFill/>
          <a:ln w="23813">
            <a:solidFill>
              <a:srgbClr val="A8AEA9"/>
            </a:solidFill>
            <a:prstDash val="solid"/>
          </a:ln>
        </p:spPr>
        <p:txBody>
          <a:bodyPr/>
          <a:lstStyle/>
          <a:p>
            <a:endParaRPr lang="zh-CN" altLang="en-US"/>
          </a:p>
        </p:txBody>
      </p:sp>
      <p:sp>
        <p:nvSpPr>
          <p:cNvPr id="32" name="v7-tree-edge-7006">
            <a:extLst>
              <a:ext uri="{FF2B5EF4-FFF2-40B4-BE49-F238E27FC236}">
                <a16:creationId xmlns:a16="http://schemas.microsoft.com/office/drawing/2014/main" id="{A2E247E5-409E-4C88-B81F-6748931920CD}"/>
              </a:ext>
            </a:extLst>
          </p:cNvPr>
          <p:cNvSpPr>
            <a:spLocks noGrp="1"/>
          </p:cNvSpPr>
          <p:nvPr/>
        </p:nvSpPr>
        <p:spPr>
          <a:xfrm>
            <a:off x="10182225" y="3919537"/>
            <a:ext cx="342900" cy="457200"/>
          </a:xfrm>
          <a:custGeom>
            <a:avLst/>
            <a:gdLst/>
            <a:ahLst/>
            <a:cxnLst/>
            <a:rect l="0" t="0" r="0" b="0"/>
            <a:pathLst>
              <a:path w="342900" h="457200">
                <a:moveTo>
                  <a:pt x="0" y="0"/>
                </a:moveTo>
                <a:cubicBezTo>
                  <a:pt x="164592" y="0"/>
                  <a:pt x="178308" y="457200"/>
                  <a:pt x="342900" y="457200"/>
                </a:cubicBezTo>
              </a:path>
            </a:pathLst>
          </a:custGeom>
          <a:noFill/>
          <a:ln w="23813">
            <a:solidFill>
              <a:srgbClr val="A8AEA9"/>
            </a:solidFill>
            <a:prstDash val="solid"/>
          </a:ln>
        </p:spPr>
        <p:txBody>
          <a:bodyPr/>
          <a:lstStyle/>
          <a:p>
            <a:endParaRPr lang="zh-CN" altLang="en-US"/>
          </a:p>
        </p:txBody>
      </p:sp>
      <p:sp>
        <p:nvSpPr>
          <p:cNvPr id="33" name="v7-tree-node-7007">
            <a:extLst>
              <a:ext uri="{FF2B5EF4-FFF2-40B4-BE49-F238E27FC236}">
                <a16:creationId xmlns:a16="http://schemas.microsoft.com/office/drawing/2014/main" id="{35B65649-F5D1-402E-95A5-873BD1DBDC19}"/>
              </a:ext>
            </a:extLst>
          </p:cNvPr>
          <p:cNvSpPr>
            <a:spLocks noGrp="1"/>
          </p:cNvSpPr>
          <p:nvPr/>
        </p:nvSpPr>
        <p:spPr>
          <a:xfrm>
            <a:off x="5953125" y="3348037"/>
            <a:ext cx="1181100" cy="590550"/>
          </a:xfrm>
          <a:prstGeom prst="roundRect">
            <a:avLst>
              <a:gd name="adj" fmla="val 11290"/>
            </a:avLst>
          </a:prstGeom>
          <a:solidFill>
            <a:srgbClr val="FFFFFF"/>
          </a:solidFill>
          <a:ln w="23813">
            <a:solidFill>
              <a:srgbClr val="7030A0"/>
            </a:solidFill>
            <a:prstDash val="solid"/>
          </a:ln>
        </p:spPr>
        <p:txBody>
          <a:bodyPr lIns="9525" tIns="9525" rIns="9525" bIns="9525" anchor="ctr">
            <a:noAutofit/>
          </a:bodyPr>
          <a:lstStyle>
            <a:defPPr algn="ctr">
              <a:defRPr sz="1650" b="1">
                <a:solidFill>
                  <a:srgbClr val="7030A0"/>
                </a:solidFill>
                <a:latin typeface="Arial"/>
                <a:ea typeface="Arial"/>
                <a:cs typeface="Arial"/>
              </a:defRPr>
            </a:defPPr>
            <a:lvl1pPr algn="ctr">
              <a:buNone/>
              <a:defRPr sz="1650" b="1">
                <a:solidFill>
                  <a:srgbClr val="7030A0"/>
                </a:solidFill>
                <a:latin typeface="Arial"/>
                <a:ea typeface="Arial"/>
                <a:cs typeface="Arial"/>
              </a:defRPr>
            </a:lvl1pPr>
            <a:lvl2pPr algn="ctr">
              <a:buNone/>
              <a:defRPr sz="1650" b="1">
                <a:solidFill>
                  <a:srgbClr val="7030A0"/>
                </a:solidFill>
                <a:latin typeface="Arial"/>
                <a:ea typeface="Arial"/>
                <a:cs typeface="Arial"/>
              </a:defRPr>
            </a:lvl2pPr>
            <a:lvl3pPr algn="ctr">
              <a:buNone/>
              <a:defRPr sz="1650" b="1">
                <a:solidFill>
                  <a:srgbClr val="7030A0"/>
                </a:solidFill>
                <a:latin typeface="Arial"/>
                <a:ea typeface="Arial"/>
                <a:cs typeface="Arial"/>
              </a:defRPr>
            </a:lvl3pPr>
            <a:lvl4pPr algn="ctr">
              <a:buNone/>
              <a:defRPr sz="1650" b="1">
                <a:solidFill>
                  <a:srgbClr val="7030A0"/>
                </a:solidFill>
                <a:latin typeface="Arial"/>
                <a:ea typeface="Arial"/>
                <a:cs typeface="Arial"/>
              </a:defRPr>
            </a:lvl4pPr>
            <a:lvl5pPr algn="ctr">
              <a:buNone/>
              <a:defRPr sz="1650" b="1">
                <a:solidFill>
                  <a:srgbClr val="7030A0"/>
                </a:solidFill>
                <a:latin typeface="Arial"/>
                <a:ea typeface="Arial"/>
                <a:cs typeface="Arial"/>
              </a:defRPr>
            </a:lvl5pPr>
            <a:lvl6pPr algn="ctr">
              <a:buNone/>
              <a:defRPr sz="1650" b="1">
                <a:solidFill>
                  <a:srgbClr val="7030A0"/>
                </a:solidFill>
                <a:latin typeface="Arial"/>
                <a:ea typeface="Arial"/>
                <a:cs typeface="Arial"/>
              </a:defRPr>
            </a:lvl6pPr>
            <a:lvl7pPr algn="ctr">
              <a:buNone/>
              <a:defRPr sz="1650" b="1">
                <a:solidFill>
                  <a:srgbClr val="7030A0"/>
                </a:solidFill>
                <a:latin typeface="Arial"/>
                <a:ea typeface="Arial"/>
                <a:cs typeface="Arial"/>
              </a:defRPr>
            </a:lvl7pPr>
            <a:lvl8pPr algn="ctr">
              <a:buNone/>
              <a:defRPr sz="1650" b="1">
                <a:solidFill>
                  <a:srgbClr val="7030A0"/>
                </a:solidFill>
                <a:latin typeface="Arial"/>
                <a:ea typeface="Arial"/>
                <a:cs typeface="Arial"/>
              </a:defRPr>
            </a:lvl8pPr>
            <a:lvl9pPr algn="ctr">
              <a:buNone/>
              <a:defRPr sz="1650" b="1">
                <a:solidFill>
                  <a:srgbClr val="7030A0"/>
                </a:solidFill>
                <a:latin typeface="Arial"/>
                <a:ea typeface="Arial"/>
                <a:cs typeface="Arial"/>
              </a:defRPr>
            </a:lvl9pPr>
          </a:lstStyle>
          <a:p>
            <a:pPr algn="ctr">
              <a:buNone/>
              <a:defRPr sz="1650" b="1">
                <a:solidFill>
                  <a:srgbClr val="7030A0"/>
                </a:solidFill>
                <a:latin typeface="Arial"/>
                <a:ea typeface="Arial"/>
                <a:cs typeface="Arial"/>
              </a:defRPr>
            </a:pPr>
            <a:r>
              <a:rPr sz="1650" b="1">
                <a:solidFill>
                  <a:srgbClr val="7030A0"/>
                </a:solidFill>
                <a:latin typeface="Arial"/>
                <a:ea typeface="Arial"/>
                <a:cs typeface="Arial"/>
              </a:rPr>
              <a:t>SYNC</a:t>
            </a:r>
          </a:p>
        </p:txBody>
      </p:sp>
      <p:sp>
        <p:nvSpPr>
          <p:cNvPr id="34" name="v7-tree-node-7008">
            <a:extLst>
              <a:ext uri="{FF2B5EF4-FFF2-40B4-BE49-F238E27FC236}">
                <a16:creationId xmlns:a16="http://schemas.microsoft.com/office/drawing/2014/main" id="{4619B10F-B2CD-4243-B0AE-4BD34B0A0159}"/>
              </a:ext>
            </a:extLst>
          </p:cNvPr>
          <p:cNvSpPr>
            <a:spLocks noGrp="1"/>
          </p:cNvSpPr>
          <p:nvPr/>
        </p:nvSpPr>
        <p:spPr>
          <a:xfrm>
            <a:off x="7477125" y="4452937"/>
            <a:ext cx="1181100" cy="590550"/>
          </a:xfrm>
          <a:prstGeom prst="roundRect">
            <a:avLst>
              <a:gd name="adj" fmla="val 11290"/>
            </a:avLst>
          </a:prstGeom>
          <a:solidFill>
            <a:srgbClr val="FFFFFF"/>
          </a:solidFill>
          <a:ln w="23813">
            <a:solidFill>
              <a:srgbClr val="0B96BE"/>
            </a:solidFill>
            <a:prstDash val="solid"/>
          </a:ln>
        </p:spPr>
        <p:txBody>
          <a:bodyPr lIns="9525" tIns="9525" rIns="9525" bIns="9525" anchor="ctr">
            <a:noAutofit/>
          </a:bodyPr>
          <a:lstStyle>
            <a:defPPr algn="ctr">
              <a:defRPr sz="1650" b="1">
                <a:solidFill>
                  <a:srgbClr val="0B96BE"/>
                </a:solidFill>
                <a:latin typeface="Arial"/>
                <a:ea typeface="Arial"/>
                <a:cs typeface="Arial"/>
              </a:defRPr>
            </a:defPPr>
            <a:lvl1pPr algn="ctr">
              <a:buNone/>
              <a:defRPr sz="1650" b="1">
                <a:solidFill>
                  <a:srgbClr val="0B96BE"/>
                </a:solidFill>
                <a:latin typeface="Arial"/>
                <a:ea typeface="Arial"/>
                <a:cs typeface="Arial"/>
              </a:defRPr>
            </a:lvl1pPr>
            <a:lvl2pPr algn="ctr">
              <a:buNone/>
              <a:defRPr sz="1650" b="1">
                <a:solidFill>
                  <a:srgbClr val="0B96BE"/>
                </a:solidFill>
                <a:latin typeface="Arial"/>
                <a:ea typeface="Arial"/>
                <a:cs typeface="Arial"/>
              </a:defRPr>
            </a:lvl2pPr>
            <a:lvl3pPr algn="ctr">
              <a:buNone/>
              <a:defRPr sz="1650" b="1">
                <a:solidFill>
                  <a:srgbClr val="0B96BE"/>
                </a:solidFill>
                <a:latin typeface="Arial"/>
                <a:ea typeface="Arial"/>
                <a:cs typeface="Arial"/>
              </a:defRPr>
            </a:lvl3pPr>
            <a:lvl4pPr algn="ctr">
              <a:buNone/>
              <a:defRPr sz="1650" b="1">
                <a:solidFill>
                  <a:srgbClr val="0B96BE"/>
                </a:solidFill>
                <a:latin typeface="Arial"/>
                <a:ea typeface="Arial"/>
                <a:cs typeface="Arial"/>
              </a:defRPr>
            </a:lvl4pPr>
            <a:lvl5pPr algn="ctr">
              <a:buNone/>
              <a:defRPr sz="1650" b="1">
                <a:solidFill>
                  <a:srgbClr val="0B96BE"/>
                </a:solidFill>
                <a:latin typeface="Arial"/>
                <a:ea typeface="Arial"/>
                <a:cs typeface="Arial"/>
              </a:defRPr>
            </a:lvl5pPr>
            <a:lvl6pPr algn="ctr">
              <a:buNone/>
              <a:defRPr sz="1650" b="1">
                <a:solidFill>
                  <a:srgbClr val="0B96BE"/>
                </a:solidFill>
                <a:latin typeface="Arial"/>
                <a:ea typeface="Arial"/>
                <a:cs typeface="Arial"/>
              </a:defRPr>
            </a:lvl6pPr>
            <a:lvl7pPr algn="ctr">
              <a:buNone/>
              <a:defRPr sz="1650" b="1">
                <a:solidFill>
                  <a:srgbClr val="0B96BE"/>
                </a:solidFill>
                <a:latin typeface="Arial"/>
                <a:ea typeface="Arial"/>
                <a:cs typeface="Arial"/>
              </a:defRPr>
            </a:lvl7pPr>
            <a:lvl8pPr algn="ctr">
              <a:buNone/>
              <a:defRPr sz="1650" b="1">
                <a:solidFill>
                  <a:srgbClr val="0B96BE"/>
                </a:solidFill>
                <a:latin typeface="Arial"/>
                <a:ea typeface="Arial"/>
                <a:cs typeface="Arial"/>
              </a:defRPr>
            </a:lvl8pPr>
            <a:lvl9pPr algn="ctr">
              <a:buNone/>
              <a:defRPr sz="1650" b="1">
                <a:solidFill>
                  <a:srgbClr val="0B96BE"/>
                </a:solidFill>
                <a:latin typeface="Arial"/>
                <a:ea typeface="Arial"/>
                <a:cs typeface="Arial"/>
              </a:defRPr>
            </a:lvl9pPr>
          </a:lstStyle>
          <a:p>
            <a:pPr algn="ctr">
              <a:buNone/>
              <a:defRPr sz="1650" b="1">
                <a:solidFill>
                  <a:srgbClr val="0B96BE"/>
                </a:solidFill>
                <a:latin typeface="Arial"/>
                <a:ea typeface="Arial"/>
                <a:cs typeface="Arial"/>
              </a:defRPr>
            </a:pPr>
            <a:r>
              <a:rPr sz="1650" b="1">
                <a:solidFill>
                  <a:srgbClr val="0B96BE"/>
                </a:solidFill>
                <a:latin typeface="Arial"/>
                <a:ea typeface="Arial"/>
                <a:cs typeface="Arial"/>
              </a:rPr>
              <a:t>SEQ</a:t>
            </a:r>
          </a:p>
        </p:txBody>
      </p:sp>
      <p:sp>
        <p:nvSpPr>
          <p:cNvPr id="35" name="v7-tree-node-7009">
            <a:extLst>
              <a:ext uri="{FF2B5EF4-FFF2-40B4-BE49-F238E27FC236}">
                <a16:creationId xmlns:a16="http://schemas.microsoft.com/office/drawing/2014/main" id="{ED3EE2E9-DC01-4B8C-ACD3-1447818C7F33}"/>
              </a:ext>
            </a:extLst>
          </p:cNvPr>
          <p:cNvSpPr>
            <a:spLocks noGrp="1"/>
          </p:cNvSpPr>
          <p:nvPr/>
        </p:nvSpPr>
        <p:spPr>
          <a:xfrm>
            <a:off x="9001125" y="3624262"/>
            <a:ext cx="1181100" cy="590550"/>
          </a:xfrm>
          <a:prstGeom prst="roundRect">
            <a:avLst>
              <a:gd name="adj" fmla="val 11290"/>
            </a:avLst>
          </a:prstGeom>
          <a:solidFill>
            <a:srgbClr val="FFFFFF"/>
          </a:solidFill>
          <a:ln w="23813">
            <a:solidFill>
              <a:srgbClr val="D8A100"/>
            </a:solidFill>
            <a:prstDash val="solid"/>
          </a:ln>
        </p:spPr>
        <p:txBody>
          <a:bodyPr lIns="9525" tIns="9525" rIns="9525" bIns="9525" anchor="ctr">
            <a:noAutofit/>
          </a:bodyPr>
          <a:lstStyle>
            <a:defPPr algn="ctr">
              <a:defRPr sz="1650" b="1">
                <a:solidFill>
                  <a:srgbClr val="D8A100"/>
                </a:solidFill>
                <a:latin typeface="Arial"/>
                <a:ea typeface="Arial"/>
                <a:cs typeface="Arial"/>
              </a:defRPr>
            </a:defPPr>
            <a:lvl1pPr algn="ctr">
              <a:buNone/>
              <a:defRPr sz="1650" b="1">
                <a:solidFill>
                  <a:srgbClr val="D8A100"/>
                </a:solidFill>
                <a:latin typeface="Arial"/>
                <a:ea typeface="Arial"/>
                <a:cs typeface="Arial"/>
              </a:defRPr>
            </a:lvl1pPr>
            <a:lvl2pPr algn="ctr">
              <a:buNone/>
              <a:defRPr sz="1650" b="1">
                <a:solidFill>
                  <a:srgbClr val="D8A100"/>
                </a:solidFill>
                <a:latin typeface="Arial"/>
                <a:ea typeface="Arial"/>
                <a:cs typeface="Arial"/>
              </a:defRPr>
            </a:lvl2pPr>
            <a:lvl3pPr algn="ctr">
              <a:buNone/>
              <a:defRPr sz="1650" b="1">
                <a:solidFill>
                  <a:srgbClr val="D8A100"/>
                </a:solidFill>
                <a:latin typeface="Arial"/>
                <a:ea typeface="Arial"/>
                <a:cs typeface="Arial"/>
              </a:defRPr>
            </a:lvl3pPr>
            <a:lvl4pPr algn="ctr">
              <a:buNone/>
              <a:defRPr sz="1650" b="1">
                <a:solidFill>
                  <a:srgbClr val="D8A100"/>
                </a:solidFill>
                <a:latin typeface="Arial"/>
                <a:ea typeface="Arial"/>
                <a:cs typeface="Arial"/>
              </a:defRPr>
            </a:lvl4pPr>
            <a:lvl5pPr algn="ctr">
              <a:buNone/>
              <a:defRPr sz="1650" b="1">
                <a:solidFill>
                  <a:srgbClr val="D8A100"/>
                </a:solidFill>
                <a:latin typeface="Arial"/>
                <a:ea typeface="Arial"/>
                <a:cs typeface="Arial"/>
              </a:defRPr>
            </a:lvl5pPr>
            <a:lvl6pPr algn="ctr">
              <a:buNone/>
              <a:defRPr sz="1650" b="1">
                <a:solidFill>
                  <a:srgbClr val="D8A100"/>
                </a:solidFill>
                <a:latin typeface="Arial"/>
                <a:ea typeface="Arial"/>
                <a:cs typeface="Arial"/>
              </a:defRPr>
            </a:lvl6pPr>
            <a:lvl7pPr algn="ctr">
              <a:buNone/>
              <a:defRPr sz="1650" b="1">
                <a:solidFill>
                  <a:srgbClr val="D8A100"/>
                </a:solidFill>
                <a:latin typeface="Arial"/>
                <a:ea typeface="Arial"/>
                <a:cs typeface="Arial"/>
              </a:defRPr>
            </a:lvl7pPr>
            <a:lvl8pPr algn="ctr">
              <a:buNone/>
              <a:defRPr sz="1650" b="1">
                <a:solidFill>
                  <a:srgbClr val="D8A100"/>
                </a:solidFill>
                <a:latin typeface="Arial"/>
                <a:ea typeface="Arial"/>
                <a:cs typeface="Arial"/>
              </a:defRPr>
            </a:lvl8pPr>
            <a:lvl9pPr algn="ctr">
              <a:buNone/>
              <a:defRPr sz="1650" b="1">
                <a:solidFill>
                  <a:srgbClr val="D8A100"/>
                </a:solidFill>
                <a:latin typeface="Arial"/>
                <a:ea typeface="Arial"/>
                <a:cs typeface="Arial"/>
              </a:defRPr>
            </a:lvl9pPr>
          </a:lstStyle>
          <a:p>
            <a:pPr algn="ctr">
              <a:buNone/>
              <a:defRPr sz="1650" b="1">
                <a:solidFill>
                  <a:srgbClr val="D8A100"/>
                </a:solidFill>
                <a:latin typeface="Arial"/>
                <a:ea typeface="Arial"/>
                <a:cs typeface="Arial"/>
              </a:defRPr>
            </a:pPr>
            <a:r>
              <a:rPr sz="1650" b="1">
                <a:solidFill>
                  <a:srgbClr val="D8A100"/>
                </a:solidFill>
                <a:latin typeface="Arial"/>
                <a:ea typeface="Arial"/>
                <a:cs typeface="Arial"/>
              </a:rPr>
              <a:t>OR</a:t>
            </a:r>
          </a:p>
        </p:txBody>
      </p:sp>
      <p:sp>
        <p:nvSpPr>
          <p:cNvPr id="36" name="v7-tree-node-7010">
            <a:extLst>
              <a:ext uri="{FF2B5EF4-FFF2-40B4-BE49-F238E27FC236}">
                <a16:creationId xmlns:a16="http://schemas.microsoft.com/office/drawing/2014/main" id="{C725E63D-CE75-4DBF-92D8-208633DDB039}"/>
              </a:ext>
            </a:extLst>
          </p:cNvPr>
          <p:cNvSpPr>
            <a:spLocks noGrp="1"/>
          </p:cNvSpPr>
          <p:nvPr/>
        </p:nvSpPr>
        <p:spPr>
          <a:xfrm>
            <a:off x="10525125" y="2252662"/>
            <a:ext cx="1181100" cy="590550"/>
          </a:xfrm>
          <a:prstGeom prst="roundRect">
            <a:avLst>
              <a:gd name="adj" fmla="val 11290"/>
            </a:avLst>
          </a:prstGeom>
          <a:solidFill>
            <a:srgbClr val="FFFFFF"/>
          </a:solidFill>
          <a:ln w="23813">
            <a:solidFill>
              <a:srgbClr val="196B24"/>
            </a:solidFill>
            <a:prstDash val="dash"/>
          </a:ln>
        </p:spPr>
        <p:txBody>
          <a:bodyPr lIns="9525" tIns="9525" rIns="9525" bIns="9525" anchor="ctr">
            <a:noAutofit/>
          </a:bodyPr>
          <a:lstStyle>
            <a:defPPr algn="ctr">
              <a:defRPr sz="1650" b="0">
                <a:solidFill>
                  <a:srgbClr val="222222"/>
                </a:solidFill>
                <a:latin typeface="Arial"/>
                <a:ea typeface="Arial"/>
                <a:cs typeface="Arial"/>
              </a:defRPr>
            </a:defPPr>
            <a:lvl1pPr algn="ctr">
              <a:buNone/>
              <a:defRPr sz="1650" b="0">
                <a:solidFill>
                  <a:srgbClr val="222222"/>
                </a:solidFill>
                <a:latin typeface="Arial"/>
                <a:ea typeface="Arial"/>
                <a:cs typeface="Arial"/>
              </a:defRPr>
            </a:lvl1pPr>
            <a:lvl2pPr algn="ctr">
              <a:buNone/>
              <a:defRPr sz="1650" b="0">
                <a:solidFill>
                  <a:srgbClr val="222222"/>
                </a:solidFill>
                <a:latin typeface="Arial"/>
                <a:ea typeface="Arial"/>
                <a:cs typeface="Arial"/>
              </a:defRPr>
            </a:lvl2pPr>
            <a:lvl3pPr algn="ctr">
              <a:buNone/>
              <a:defRPr sz="1650" b="0">
                <a:solidFill>
                  <a:srgbClr val="222222"/>
                </a:solidFill>
                <a:latin typeface="Arial"/>
                <a:ea typeface="Arial"/>
                <a:cs typeface="Arial"/>
              </a:defRPr>
            </a:lvl3pPr>
            <a:lvl4pPr algn="ctr">
              <a:buNone/>
              <a:defRPr sz="1650" b="0">
                <a:solidFill>
                  <a:srgbClr val="222222"/>
                </a:solidFill>
                <a:latin typeface="Arial"/>
                <a:ea typeface="Arial"/>
                <a:cs typeface="Arial"/>
              </a:defRPr>
            </a:lvl4pPr>
            <a:lvl5pPr algn="ctr">
              <a:buNone/>
              <a:defRPr sz="1650" b="0">
                <a:solidFill>
                  <a:srgbClr val="222222"/>
                </a:solidFill>
                <a:latin typeface="Arial"/>
                <a:ea typeface="Arial"/>
                <a:cs typeface="Arial"/>
              </a:defRPr>
            </a:lvl5pPr>
            <a:lvl6pPr algn="ctr">
              <a:buNone/>
              <a:defRPr sz="1650" b="0">
                <a:solidFill>
                  <a:srgbClr val="222222"/>
                </a:solidFill>
                <a:latin typeface="Arial"/>
                <a:ea typeface="Arial"/>
                <a:cs typeface="Arial"/>
              </a:defRPr>
            </a:lvl6pPr>
            <a:lvl7pPr algn="ctr">
              <a:buNone/>
              <a:defRPr sz="1650" b="0">
                <a:solidFill>
                  <a:srgbClr val="222222"/>
                </a:solidFill>
                <a:latin typeface="Arial"/>
                <a:ea typeface="Arial"/>
                <a:cs typeface="Arial"/>
              </a:defRPr>
            </a:lvl7pPr>
            <a:lvl8pPr algn="ctr">
              <a:buNone/>
              <a:defRPr sz="1650" b="0">
                <a:solidFill>
                  <a:srgbClr val="222222"/>
                </a:solidFill>
                <a:latin typeface="Arial"/>
                <a:ea typeface="Arial"/>
                <a:cs typeface="Arial"/>
              </a:defRPr>
            </a:lvl8pPr>
            <a:lvl9pPr algn="ctr">
              <a:buNone/>
              <a:defRPr sz="1650" b="0">
                <a:solidFill>
                  <a:srgbClr val="222222"/>
                </a:solidFill>
                <a:latin typeface="Arial"/>
                <a:ea typeface="Arial"/>
                <a:cs typeface="Arial"/>
              </a:defRPr>
            </a:lvl9pPr>
          </a:lstStyle>
          <a:p>
            <a:pPr algn="ctr">
              <a:buNone/>
              <a:defRPr sz="1650" b="0">
                <a:solidFill>
                  <a:srgbClr val="222222"/>
                </a:solidFill>
                <a:latin typeface="Arial"/>
                <a:ea typeface="Arial"/>
                <a:cs typeface="Arial"/>
              </a:defRPr>
            </a:pPr>
            <a:r>
              <a:rPr sz="1650" b="0">
                <a:solidFill>
                  <a:srgbClr val="222222"/>
                </a:solidFill>
                <a:latin typeface="Arial"/>
                <a:ea typeface="Arial"/>
                <a:cs typeface="Arial"/>
              </a:rPr>
              <a:t>Stable(V)</a:t>
            </a:r>
          </a:p>
        </p:txBody>
      </p:sp>
      <p:sp>
        <p:nvSpPr>
          <p:cNvPr id="37" name="v7-tree-node-7011">
            <a:extLst>
              <a:ext uri="{FF2B5EF4-FFF2-40B4-BE49-F238E27FC236}">
                <a16:creationId xmlns:a16="http://schemas.microsoft.com/office/drawing/2014/main" id="{B91C2EDE-3057-4B10-A630-F0F4A664C170}"/>
              </a:ext>
            </a:extLst>
          </p:cNvPr>
          <p:cNvSpPr>
            <a:spLocks noGrp="1"/>
          </p:cNvSpPr>
          <p:nvPr/>
        </p:nvSpPr>
        <p:spPr>
          <a:xfrm>
            <a:off x="10525125" y="3167062"/>
            <a:ext cx="1181100" cy="590550"/>
          </a:xfrm>
          <a:prstGeom prst="roundRect">
            <a:avLst>
              <a:gd name="adj" fmla="val 11290"/>
            </a:avLst>
          </a:prstGeom>
          <a:solidFill>
            <a:srgbClr val="FFFFFF"/>
          </a:solidFill>
          <a:ln w="23813">
            <a:solidFill>
              <a:srgbClr val="D76A29"/>
            </a:solidFill>
            <a:prstDash val="dash"/>
          </a:ln>
        </p:spPr>
        <p:txBody>
          <a:bodyPr lIns="9525" tIns="9525" rIns="9525" bIns="9525" anchor="ctr">
            <a:noAutofit/>
          </a:bodyPr>
          <a:lstStyle>
            <a:defPPr algn="ctr">
              <a:defRPr sz="1575" b="0">
                <a:solidFill>
                  <a:srgbClr val="222222"/>
                </a:solidFill>
                <a:latin typeface="Arial"/>
                <a:ea typeface="Arial"/>
                <a:cs typeface="Arial"/>
              </a:defRPr>
            </a:defPPr>
            <a:lvl1pPr algn="ctr">
              <a:buNone/>
              <a:defRPr sz="1575" b="0">
                <a:solidFill>
                  <a:srgbClr val="222222"/>
                </a:solidFill>
                <a:latin typeface="Arial"/>
                <a:ea typeface="Arial"/>
                <a:cs typeface="Arial"/>
              </a:defRPr>
            </a:lvl1pPr>
            <a:lvl2pPr algn="ctr">
              <a:buNone/>
              <a:defRPr sz="1575" b="0">
                <a:solidFill>
                  <a:srgbClr val="222222"/>
                </a:solidFill>
                <a:latin typeface="Arial"/>
                <a:ea typeface="Arial"/>
                <a:cs typeface="Arial"/>
              </a:defRPr>
            </a:lvl2pPr>
            <a:lvl3pPr algn="ctr">
              <a:buNone/>
              <a:defRPr sz="1575" b="0">
                <a:solidFill>
                  <a:srgbClr val="222222"/>
                </a:solidFill>
                <a:latin typeface="Arial"/>
                <a:ea typeface="Arial"/>
                <a:cs typeface="Arial"/>
              </a:defRPr>
            </a:lvl3pPr>
            <a:lvl4pPr algn="ctr">
              <a:buNone/>
              <a:defRPr sz="1575" b="0">
                <a:solidFill>
                  <a:srgbClr val="222222"/>
                </a:solidFill>
                <a:latin typeface="Arial"/>
                <a:ea typeface="Arial"/>
                <a:cs typeface="Arial"/>
              </a:defRPr>
            </a:lvl4pPr>
            <a:lvl5pPr algn="ctr">
              <a:buNone/>
              <a:defRPr sz="1575" b="0">
                <a:solidFill>
                  <a:srgbClr val="222222"/>
                </a:solidFill>
                <a:latin typeface="Arial"/>
                <a:ea typeface="Arial"/>
                <a:cs typeface="Arial"/>
              </a:defRPr>
            </a:lvl5pPr>
            <a:lvl6pPr algn="ctr">
              <a:buNone/>
              <a:defRPr sz="1575" b="0">
                <a:solidFill>
                  <a:srgbClr val="222222"/>
                </a:solidFill>
                <a:latin typeface="Arial"/>
                <a:ea typeface="Arial"/>
                <a:cs typeface="Arial"/>
              </a:defRPr>
            </a:lvl6pPr>
            <a:lvl7pPr algn="ctr">
              <a:buNone/>
              <a:defRPr sz="1575" b="0">
                <a:solidFill>
                  <a:srgbClr val="222222"/>
                </a:solidFill>
                <a:latin typeface="Arial"/>
                <a:ea typeface="Arial"/>
                <a:cs typeface="Arial"/>
              </a:defRPr>
            </a:lvl7pPr>
            <a:lvl8pPr algn="ctr">
              <a:buNone/>
              <a:defRPr sz="1575" b="0">
                <a:solidFill>
                  <a:srgbClr val="222222"/>
                </a:solidFill>
                <a:latin typeface="Arial"/>
                <a:ea typeface="Arial"/>
                <a:cs typeface="Arial"/>
              </a:defRPr>
            </a:lvl8pPr>
            <a:lvl9pPr algn="ctr">
              <a:buNone/>
              <a:defRPr sz="1575" b="0">
                <a:solidFill>
                  <a:srgbClr val="222222"/>
                </a:solidFill>
                <a:latin typeface="Arial"/>
                <a:ea typeface="Arial"/>
                <a:cs typeface="Arial"/>
              </a:defRPr>
            </a:lvl9pPr>
          </a:lstStyle>
          <a:p>
            <a:pPr algn="ctr">
              <a:buNone/>
              <a:defRPr sz="1575" b="0">
                <a:solidFill>
                  <a:srgbClr val="222222"/>
                </a:solidFill>
                <a:latin typeface="Arial"/>
                <a:ea typeface="Arial"/>
                <a:cs typeface="Arial"/>
              </a:defRPr>
            </a:pPr>
            <a:r>
              <a:rPr sz="1575" b="0">
                <a:solidFill>
                  <a:srgbClr val="222222"/>
                </a:solidFill>
                <a:latin typeface="Arial"/>
                <a:ea typeface="Arial"/>
                <a:cs typeface="Arial"/>
              </a:rPr>
              <a:t>Recover(P)</a:t>
            </a:r>
          </a:p>
        </p:txBody>
      </p:sp>
      <p:sp>
        <p:nvSpPr>
          <p:cNvPr id="38" name="v7-tree-node-7012">
            <a:extLst>
              <a:ext uri="{FF2B5EF4-FFF2-40B4-BE49-F238E27FC236}">
                <a16:creationId xmlns:a16="http://schemas.microsoft.com/office/drawing/2014/main" id="{60C86450-2E22-4BCB-983E-1579BC869622}"/>
              </a:ext>
            </a:extLst>
          </p:cNvPr>
          <p:cNvSpPr>
            <a:spLocks noGrp="1"/>
          </p:cNvSpPr>
          <p:nvPr/>
        </p:nvSpPr>
        <p:spPr>
          <a:xfrm>
            <a:off x="10525125" y="4081462"/>
            <a:ext cx="1181100" cy="590550"/>
          </a:xfrm>
          <a:prstGeom prst="roundRect">
            <a:avLst>
              <a:gd name="adj" fmla="val 11290"/>
            </a:avLst>
          </a:prstGeom>
          <a:solidFill>
            <a:srgbClr val="FFFFFF"/>
          </a:solidFill>
          <a:ln w="23813">
            <a:solidFill>
              <a:srgbClr val="D76A29"/>
            </a:solidFill>
            <a:prstDash val="dash"/>
          </a:ln>
        </p:spPr>
        <p:txBody>
          <a:bodyPr lIns="9525" tIns="9525" rIns="9525" bIns="9525" anchor="ctr">
            <a:noAutofit/>
          </a:bodyPr>
          <a:lstStyle>
            <a:defPPr algn="ctr">
              <a:defRPr sz="1650" b="0">
                <a:solidFill>
                  <a:srgbClr val="222222"/>
                </a:solidFill>
                <a:latin typeface="Arial"/>
                <a:ea typeface="Arial"/>
                <a:cs typeface="Arial"/>
              </a:defRPr>
            </a:defPPr>
            <a:lvl1pPr algn="ctr">
              <a:buNone/>
              <a:defRPr sz="1650" b="0">
                <a:solidFill>
                  <a:srgbClr val="222222"/>
                </a:solidFill>
                <a:latin typeface="Arial"/>
                <a:ea typeface="Arial"/>
                <a:cs typeface="Arial"/>
              </a:defRPr>
            </a:lvl1pPr>
            <a:lvl2pPr algn="ctr">
              <a:buNone/>
              <a:defRPr sz="1650" b="0">
                <a:solidFill>
                  <a:srgbClr val="222222"/>
                </a:solidFill>
                <a:latin typeface="Arial"/>
                <a:ea typeface="Arial"/>
                <a:cs typeface="Arial"/>
              </a:defRPr>
            </a:lvl2pPr>
            <a:lvl3pPr algn="ctr">
              <a:buNone/>
              <a:defRPr sz="1650" b="0">
                <a:solidFill>
                  <a:srgbClr val="222222"/>
                </a:solidFill>
                <a:latin typeface="Arial"/>
                <a:ea typeface="Arial"/>
                <a:cs typeface="Arial"/>
              </a:defRPr>
            </a:lvl3pPr>
            <a:lvl4pPr algn="ctr">
              <a:buNone/>
              <a:defRPr sz="1650" b="0">
                <a:solidFill>
                  <a:srgbClr val="222222"/>
                </a:solidFill>
                <a:latin typeface="Arial"/>
                <a:ea typeface="Arial"/>
                <a:cs typeface="Arial"/>
              </a:defRPr>
            </a:lvl4pPr>
            <a:lvl5pPr algn="ctr">
              <a:buNone/>
              <a:defRPr sz="1650" b="0">
                <a:solidFill>
                  <a:srgbClr val="222222"/>
                </a:solidFill>
                <a:latin typeface="Arial"/>
                <a:ea typeface="Arial"/>
                <a:cs typeface="Arial"/>
              </a:defRPr>
            </a:lvl5pPr>
            <a:lvl6pPr algn="ctr">
              <a:buNone/>
              <a:defRPr sz="1650" b="0">
                <a:solidFill>
                  <a:srgbClr val="222222"/>
                </a:solidFill>
                <a:latin typeface="Arial"/>
                <a:ea typeface="Arial"/>
                <a:cs typeface="Arial"/>
              </a:defRPr>
            </a:lvl6pPr>
            <a:lvl7pPr algn="ctr">
              <a:buNone/>
              <a:defRPr sz="1650" b="0">
                <a:solidFill>
                  <a:srgbClr val="222222"/>
                </a:solidFill>
                <a:latin typeface="Arial"/>
                <a:ea typeface="Arial"/>
                <a:cs typeface="Arial"/>
              </a:defRPr>
            </a:lvl7pPr>
            <a:lvl8pPr algn="ctr">
              <a:buNone/>
              <a:defRPr sz="1650" b="0">
                <a:solidFill>
                  <a:srgbClr val="222222"/>
                </a:solidFill>
                <a:latin typeface="Arial"/>
                <a:ea typeface="Arial"/>
                <a:cs typeface="Arial"/>
              </a:defRPr>
            </a:lvl8pPr>
            <a:lvl9pPr algn="ctr">
              <a:buNone/>
              <a:defRPr sz="1650" b="0">
                <a:solidFill>
                  <a:srgbClr val="222222"/>
                </a:solidFill>
                <a:latin typeface="Arial"/>
                <a:ea typeface="Arial"/>
                <a:cs typeface="Arial"/>
              </a:defRPr>
            </a:lvl9pPr>
          </a:lstStyle>
          <a:p>
            <a:pPr algn="ctr">
              <a:buNone/>
              <a:defRPr sz="1650" b="0">
                <a:solidFill>
                  <a:srgbClr val="222222"/>
                </a:solidFill>
                <a:latin typeface="Arial"/>
                <a:ea typeface="Arial"/>
                <a:cs typeface="Arial"/>
              </a:defRPr>
            </a:pPr>
            <a:r>
              <a:rPr sz="1650" b="0">
                <a:solidFill>
                  <a:srgbClr val="222222"/>
                </a:solidFill>
                <a:latin typeface="Arial"/>
                <a:ea typeface="Arial"/>
                <a:cs typeface="Arial"/>
              </a:rPr>
              <a:t>Bounce(P)</a:t>
            </a:r>
          </a:p>
        </p:txBody>
      </p:sp>
      <p:sp>
        <p:nvSpPr>
          <p:cNvPr id="39" name="v7-tree-node-7013">
            <a:extLst>
              <a:ext uri="{FF2B5EF4-FFF2-40B4-BE49-F238E27FC236}">
                <a16:creationId xmlns:a16="http://schemas.microsoft.com/office/drawing/2014/main" id="{19EBC15B-4D74-4D6E-9C6D-2E409C574BA8}"/>
              </a:ext>
            </a:extLst>
          </p:cNvPr>
          <p:cNvSpPr>
            <a:spLocks noGrp="1"/>
          </p:cNvSpPr>
          <p:nvPr/>
        </p:nvSpPr>
        <p:spPr>
          <a:xfrm>
            <a:off x="10525125" y="5281612"/>
            <a:ext cx="1181100" cy="590550"/>
          </a:xfrm>
          <a:prstGeom prst="roundRect">
            <a:avLst>
              <a:gd name="adj" fmla="val 11290"/>
            </a:avLst>
          </a:prstGeom>
          <a:solidFill>
            <a:srgbClr val="FFFFFF"/>
          </a:solidFill>
          <a:ln w="23813">
            <a:solidFill>
              <a:srgbClr val="D76A29"/>
            </a:solidFill>
            <a:prstDash val="dash"/>
          </a:ln>
        </p:spPr>
        <p:txBody>
          <a:bodyPr lIns="9525" tIns="9525" rIns="9525" bIns="9525" anchor="ctr">
            <a:noAutofit/>
          </a:bodyPr>
          <a:lstStyle>
            <a:defPPr algn="ctr">
              <a:defRPr sz="1650" b="0">
                <a:solidFill>
                  <a:srgbClr val="222222"/>
                </a:solidFill>
                <a:latin typeface="Arial"/>
                <a:ea typeface="Arial"/>
                <a:cs typeface="Arial"/>
              </a:defRPr>
            </a:defPPr>
            <a:lvl1pPr algn="ctr">
              <a:buNone/>
              <a:defRPr sz="1650" b="0">
                <a:solidFill>
                  <a:srgbClr val="222222"/>
                </a:solidFill>
                <a:latin typeface="Arial"/>
                <a:ea typeface="Arial"/>
                <a:cs typeface="Arial"/>
              </a:defRPr>
            </a:lvl1pPr>
            <a:lvl2pPr algn="ctr">
              <a:buNone/>
              <a:defRPr sz="1650" b="0">
                <a:solidFill>
                  <a:srgbClr val="222222"/>
                </a:solidFill>
                <a:latin typeface="Arial"/>
                <a:ea typeface="Arial"/>
                <a:cs typeface="Arial"/>
              </a:defRPr>
            </a:lvl2pPr>
            <a:lvl3pPr algn="ctr">
              <a:buNone/>
              <a:defRPr sz="1650" b="0">
                <a:solidFill>
                  <a:srgbClr val="222222"/>
                </a:solidFill>
                <a:latin typeface="Arial"/>
                <a:ea typeface="Arial"/>
                <a:cs typeface="Arial"/>
              </a:defRPr>
            </a:lvl3pPr>
            <a:lvl4pPr algn="ctr">
              <a:buNone/>
              <a:defRPr sz="1650" b="0">
                <a:solidFill>
                  <a:srgbClr val="222222"/>
                </a:solidFill>
                <a:latin typeface="Arial"/>
                <a:ea typeface="Arial"/>
                <a:cs typeface="Arial"/>
              </a:defRPr>
            </a:lvl4pPr>
            <a:lvl5pPr algn="ctr">
              <a:buNone/>
              <a:defRPr sz="1650" b="0">
                <a:solidFill>
                  <a:srgbClr val="222222"/>
                </a:solidFill>
                <a:latin typeface="Arial"/>
                <a:ea typeface="Arial"/>
                <a:cs typeface="Arial"/>
              </a:defRPr>
            </a:lvl5pPr>
            <a:lvl6pPr algn="ctr">
              <a:buNone/>
              <a:defRPr sz="1650" b="0">
                <a:solidFill>
                  <a:srgbClr val="222222"/>
                </a:solidFill>
                <a:latin typeface="Arial"/>
                <a:ea typeface="Arial"/>
                <a:cs typeface="Arial"/>
              </a:defRPr>
            </a:lvl6pPr>
            <a:lvl7pPr algn="ctr">
              <a:buNone/>
              <a:defRPr sz="1650" b="0">
                <a:solidFill>
                  <a:srgbClr val="222222"/>
                </a:solidFill>
                <a:latin typeface="Arial"/>
                <a:ea typeface="Arial"/>
                <a:cs typeface="Arial"/>
              </a:defRPr>
            </a:lvl7pPr>
            <a:lvl8pPr algn="ctr">
              <a:buNone/>
              <a:defRPr sz="1650" b="0">
                <a:solidFill>
                  <a:srgbClr val="222222"/>
                </a:solidFill>
                <a:latin typeface="Arial"/>
                <a:ea typeface="Arial"/>
                <a:cs typeface="Arial"/>
              </a:defRPr>
            </a:lvl8pPr>
            <a:lvl9pPr algn="ctr">
              <a:buNone/>
              <a:defRPr sz="1650" b="0">
                <a:solidFill>
                  <a:srgbClr val="222222"/>
                </a:solidFill>
                <a:latin typeface="Arial"/>
                <a:ea typeface="Arial"/>
                <a:cs typeface="Arial"/>
              </a:defRPr>
            </a:lvl9pPr>
          </a:lstStyle>
          <a:p>
            <a:pPr algn="ctr">
              <a:buNone/>
              <a:defRPr sz="1650" b="0">
                <a:solidFill>
                  <a:srgbClr val="222222"/>
                </a:solidFill>
                <a:latin typeface="Arial"/>
                <a:ea typeface="Arial"/>
                <a:cs typeface="Arial"/>
              </a:defRPr>
            </a:pPr>
            <a:r>
              <a:rPr sz="1650" b="0">
                <a:solidFill>
                  <a:srgbClr val="222222"/>
                </a:solidFill>
                <a:latin typeface="Arial"/>
                <a:ea typeface="Arial"/>
                <a:cs typeface="Arial"/>
              </a:rPr>
              <a:t>Steady(P)</a:t>
            </a:r>
          </a:p>
        </p:txBody>
      </p:sp>
    </p:spTree>
    <p:extLst>
      <p:ext uri="{BB962C8B-B14F-4D97-AF65-F5344CB8AC3E}">
        <p14:creationId xmlns:p14="http://schemas.microsoft.com/office/powerpoint/2010/main" val="12987964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6" name="图片 55">
            <a:extLst>
              <a:ext uri="{FF2B5EF4-FFF2-40B4-BE49-F238E27FC236}">
                <a16:creationId xmlns:a16="http://schemas.microsoft.com/office/drawing/2014/main" id="{C16C3EEE-BDFB-45AC-8F1D-32686C90EEFE}"/>
              </a:ext>
            </a:extLst>
          </p:cNvPr>
          <p:cNvPicPr>
            <a:picLocks noChangeAspect="1"/>
          </p:cNvPicPr>
          <p:nvPr/>
        </p:nvPicPr>
        <p:blipFill>
          <a:blip r:embed="rId3"/>
          <a:stretch/>
        </p:blipFill>
        <p:spPr>
          <a:xfrm>
            <a:off x="76200" y="77337"/>
            <a:ext cx="2390775" cy="378725"/>
          </a:xfrm>
          <a:prstGeom prst="rect">
            <a:avLst/>
          </a:prstGeom>
        </p:spPr>
      </p:pic>
      <p:sp>
        <p:nvSpPr>
          <p:cNvPr id="2" name="allen-text-1">
            <a:extLst>
              <a:ext uri="{FF2B5EF4-FFF2-40B4-BE49-F238E27FC236}">
                <a16:creationId xmlns:a16="http://schemas.microsoft.com/office/drawing/2014/main" id="{99420E33-05B1-4131-8DA7-16B11450D73C}"/>
              </a:ext>
            </a:extLst>
          </p:cNvPr>
          <p:cNvSpPr>
            <a:spLocks noGrp="1"/>
          </p:cNvSpPr>
          <p:nvPr/>
        </p:nvSpPr>
        <p:spPr>
          <a:xfrm>
            <a:off x="914400" y="876300"/>
            <a:ext cx="10572750" cy="647700"/>
          </a:xfrm>
          <a:prstGeom prst="rect">
            <a:avLst/>
          </a:prstGeom>
          <a:noFill/>
          <a:ln w="0">
            <a:noFill/>
          </a:ln>
        </p:spPr>
        <p:txBody>
          <a:bodyPr wrap="square" lIns="0" tIns="0" rIns="0" bIns="0" anchor="ctr">
            <a:noAutofit/>
          </a:bodyPr>
          <a:lstStyle>
            <a:defPPr algn="l">
              <a:defRPr sz="3600" b="0">
                <a:solidFill>
                  <a:srgbClr val="111111"/>
                </a:solidFill>
                <a:latin typeface="Arial"/>
                <a:ea typeface="Arial"/>
                <a:cs typeface="Arial"/>
              </a:defRPr>
            </a:defPPr>
            <a:lvl1pPr algn="l">
              <a:buNone/>
              <a:defRPr sz="3600" b="0">
                <a:solidFill>
                  <a:srgbClr val="111111"/>
                </a:solidFill>
                <a:latin typeface="Arial"/>
                <a:ea typeface="Arial"/>
                <a:cs typeface="Arial"/>
              </a:defRPr>
            </a:lvl1pPr>
            <a:lvl2pPr algn="l">
              <a:buNone/>
              <a:defRPr sz="3600" b="0">
                <a:solidFill>
                  <a:srgbClr val="111111"/>
                </a:solidFill>
                <a:latin typeface="Arial"/>
                <a:ea typeface="Arial"/>
                <a:cs typeface="Arial"/>
              </a:defRPr>
            </a:lvl2pPr>
            <a:lvl3pPr algn="l">
              <a:buNone/>
              <a:defRPr sz="3600" b="0">
                <a:solidFill>
                  <a:srgbClr val="111111"/>
                </a:solidFill>
                <a:latin typeface="Arial"/>
                <a:ea typeface="Arial"/>
                <a:cs typeface="Arial"/>
              </a:defRPr>
            </a:lvl3pPr>
            <a:lvl4pPr algn="l">
              <a:buNone/>
              <a:defRPr sz="3600" b="0">
                <a:solidFill>
                  <a:srgbClr val="111111"/>
                </a:solidFill>
                <a:latin typeface="Arial"/>
                <a:ea typeface="Arial"/>
                <a:cs typeface="Arial"/>
              </a:defRPr>
            </a:lvl4pPr>
            <a:lvl5pPr algn="l">
              <a:buNone/>
              <a:defRPr sz="3600" b="0">
                <a:solidFill>
                  <a:srgbClr val="111111"/>
                </a:solidFill>
                <a:latin typeface="Arial"/>
                <a:ea typeface="Arial"/>
                <a:cs typeface="Arial"/>
              </a:defRPr>
            </a:lvl5pPr>
            <a:lvl6pPr algn="l">
              <a:buNone/>
              <a:defRPr sz="3600" b="0">
                <a:solidFill>
                  <a:srgbClr val="111111"/>
                </a:solidFill>
                <a:latin typeface="Arial"/>
                <a:ea typeface="Arial"/>
                <a:cs typeface="Arial"/>
              </a:defRPr>
            </a:lvl6pPr>
            <a:lvl7pPr algn="l">
              <a:buNone/>
              <a:defRPr sz="3600" b="0">
                <a:solidFill>
                  <a:srgbClr val="111111"/>
                </a:solidFill>
                <a:latin typeface="Arial"/>
                <a:ea typeface="Arial"/>
                <a:cs typeface="Arial"/>
              </a:defRPr>
            </a:lvl7pPr>
            <a:lvl8pPr algn="l">
              <a:buNone/>
              <a:defRPr sz="3600" b="0">
                <a:solidFill>
                  <a:srgbClr val="111111"/>
                </a:solidFill>
                <a:latin typeface="Arial"/>
                <a:ea typeface="Arial"/>
                <a:cs typeface="Arial"/>
              </a:defRPr>
            </a:lvl8pPr>
            <a:lvl9pPr algn="l">
              <a:buNone/>
              <a:defRPr sz="3600" b="0">
                <a:solidFill>
                  <a:srgbClr val="111111"/>
                </a:solidFill>
                <a:latin typeface="Arial"/>
                <a:ea typeface="Arial"/>
                <a:cs typeface="Arial"/>
              </a:defRPr>
            </a:lvl9pPr>
          </a:lstStyle>
          <a:p>
            <a:pPr algn="l">
              <a:buNone/>
              <a:defRPr sz="3600" b="0">
                <a:solidFill>
                  <a:srgbClr val="111111"/>
                </a:solidFill>
                <a:latin typeface="Arial"/>
                <a:ea typeface="Arial"/>
                <a:cs typeface="Arial"/>
              </a:defRPr>
            </a:pPr>
            <a:r>
              <a:rPr sz="3600" b="0">
                <a:solidFill>
                  <a:srgbClr val="111111"/>
                </a:solidFill>
                <a:latin typeface="Arial"/>
                <a:ea typeface="Arial"/>
                <a:cs typeface="Arial"/>
              </a:rPr>
              <a:t>ELT operators and Allen relations</a:t>
            </a:r>
          </a:p>
        </p:txBody>
      </p:sp>
      <p:sp>
        <p:nvSpPr>
          <p:cNvPr id="3" name="allen-text-2">
            <a:extLst>
              <a:ext uri="{FF2B5EF4-FFF2-40B4-BE49-F238E27FC236}">
                <a16:creationId xmlns:a16="http://schemas.microsoft.com/office/drawing/2014/main" id="{F6A6C2EE-AA9E-4635-8323-23CD7C22EF2F}"/>
              </a:ext>
            </a:extLst>
          </p:cNvPr>
          <p:cNvSpPr>
            <a:spLocks noGrp="1"/>
          </p:cNvSpPr>
          <p:nvPr/>
        </p:nvSpPr>
        <p:spPr>
          <a:xfrm>
            <a:off x="914400" y="1666875"/>
            <a:ext cx="10572750" cy="457200"/>
          </a:xfrm>
          <a:prstGeom prst="rect">
            <a:avLst/>
          </a:prstGeom>
          <a:noFill/>
          <a:ln w="0">
            <a:noFill/>
          </a:ln>
        </p:spPr>
        <p:txBody>
          <a:bodyPr wrap="square" lIns="0" tIns="0" rIns="0" bIns="0" anchor="ctr">
            <a:noAutofit/>
          </a:bodyPr>
          <a:lstStyle>
            <a:defPPr algn="l">
              <a:defRPr sz="2175" b="0">
                <a:solidFill>
                  <a:srgbClr val="111111"/>
                </a:solidFill>
                <a:latin typeface="Arial"/>
                <a:ea typeface="Arial"/>
                <a:cs typeface="Arial"/>
              </a:defRPr>
            </a:defPPr>
            <a:lvl1pPr algn="l">
              <a:buNone/>
              <a:defRPr sz="2175" b="0">
                <a:solidFill>
                  <a:srgbClr val="111111"/>
                </a:solidFill>
                <a:latin typeface="Arial"/>
                <a:ea typeface="Arial"/>
                <a:cs typeface="Arial"/>
              </a:defRPr>
            </a:lvl1pPr>
            <a:lvl2pPr algn="l">
              <a:buNone/>
              <a:defRPr sz="2175" b="0">
                <a:solidFill>
                  <a:srgbClr val="111111"/>
                </a:solidFill>
                <a:latin typeface="Arial"/>
                <a:ea typeface="Arial"/>
                <a:cs typeface="Arial"/>
              </a:defRPr>
            </a:lvl2pPr>
            <a:lvl3pPr algn="l">
              <a:buNone/>
              <a:defRPr sz="2175" b="0">
                <a:solidFill>
                  <a:srgbClr val="111111"/>
                </a:solidFill>
                <a:latin typeface="Arial"/>
                <a:ea typeface="Arial"/>
                <a:cs typeface="Arial"/>
              </a:defRPr>
            </a:lvl3pPr>
            <a:lvl4pPr algn="l">
              <a:buNone/>
              <a:defRPr sz="2175" b="0">
                <a:solidFill>
                  <a:srgbClr val="111111"/>
                </a:solidFill>
                <a:latin typeface="Arial"/>
                <a:ea typeface="Arial"/>
                <a:cs typeface="Arial"/>
              </a:defRPr>
            </a:lvl4pPr>
            <a:lvl5pPr algn="l">
              <a:buNone/>
              <a:defRPr sz="2175" b="0">
                <a:solidFill>
                  <a:srgbClr val="111111"/>
                </a:solidFill>
                <a:latin typeface="Arial"/>
                <a:ea typeface="Arial"/>
                <a:cs typeface="Arial"/>
              </a:defRPr>
            </a:lvl5pPr>
            <a:lvl6pPr algn="l">
              <a:buNone/>
              <a:defRPr sz="2175" b="0">
                <a:solidFill>
                  <a:srgbClr val="111111"/>
                </a:solidFill>
                <a:latin typeface="Arial"/>
                <a:ea typeface="Arial"/>
                <a:cs typeface="Arial"/>
              </a:defRPr>
            </a:lvl6pPr>
            <a:lvl7pPr algn="l">
              <a:buNone/>
              <a:defRPr sz="2175" b="0">
                <a:solidFill>
                  <a:srgbClr val="111111"/>
                </a:solidFill>
                <a:latin typeface="Arial"/>
                <a:ea typeface="Arial"/>
                <a:cs typeface="Arial"/>
              </a:defRPr>
            </a:lvl7pPr>
            <a:lvl8pPr algn="l">
              <a:buNone/>
              <a:defRPr sz="2175" b="0">
                <a:solidFill>
                  <a:srgbClr val="111111"/>
                </a:solidFill>
                <a:latin typeface="Arial"/>
                <a:ea typeface="Arial"/>
                <a:cs typeface="Arial"/>
              </a:defRPr>
            </a:lvl8pPr>
            <a:lvl9pPr algn="l">
              <a:buNone/>
              <a:defRPr sz="2175" b="0">
                <a:solidFill>
                  <a:srgbClr val="111111"/>
                </a:solidFill>
                <a:latin typeface="Arial"/>
                <a:ea typeface="Arial"/>
                <a:cs typeface="Arial"/>
              </a:defRPr>
            </a:lvl9pPr>
          </a:lstStyle>
          <a:p>
            <a:pPr algn="l">
              <a:buNone/>
              <a:defRPr sz="2175" b="0">
                <a:solidFill>
                  <a:srgbClr val="111111"/>
                </a:solidFill>
                <a:latin typeface="Arial"/>
                <a:ea typeface="Arial"/>
                <a:cs typeface="Arial"/>
              </a:defRPr>
            </a:pPr>
            <a:r>
              <a:rPr sz="2175" b="0">
                <a:solidFill>
                  <a:srgbClr val="111111"/>
                </a:solidFill>
                <a:latin typeface="Arial"/>
                <a:ea typeface="Arial"/>
                <a:cs typeface="Arial"/>
              </a:rPr>
              <a:t>Allen’s interval algebra, adapted to compact event grounding</a:t>
            </a:r>
          </a:p>
        </p:txBody>
      </p:sp>
      <p:sp>
        <p:nvSpPr>
          <p:cNvPr id="4" name="allen-text-3">
            <a:extLst>
              <a:ext uri="{FF2B5EF4-FFF2-40B4-BE49-F238E27FC236}">
                <a16:creationId xmlns:a16="http://schemas.microsoft.com/office/drawing/2014/main" id="{F027F611-A675-4A31-8274-082ACA335854}"/>
              </a:ext>
            </a:extLst>
          </p:cNvPr>
          <p:cNvSpPr>
            <a:spLocks noGrp="1"/>
          </p:cNvSpPr>
          <p:nvPr/>
        </p:nvSpPr>
        <p:spPr>
          <a:xfrm>
            <a:off x="914400" y="2200275"/>
            <a:ext cx="1238250" cy="304800"/>
          </a:xfrm>
          <a:prstGeom prst="rect">
            <a:avLst/>
          </a:prstGeom>
          <a:noFill/>
          <a:ln w="0">
            <a:noFill/>
          </a:ln>
        </p:spPr>
        <p:txBody>
          <a:bodyPr wrap="square" lIns="0" tIns="0" rIns="0" bIns="0" anchor="ctr">
            <a:noAutofit/>
          </a:bodyPr>
          <a:lstStyle>
            <a:defPPr algn="l">
              <a:defRPr sz="1650" b="0">
                <a:solidFill>
                  <a:srgbClr val="777777"/>
                </a:solidFill>
                <a:latin typeface="Arial"/>
                <a:ea typeface="Arial"/>
                <a:cs typeface="Arial"/>
              </a:defRPr>
            </a:defPPr>
            <a:lvl1pPr algn="l">
              <a:buNone/>
              <a:defRPr sz="1650" b="0">
                <a:solidFill>
                  <a:srgbClr val="777777"/>
                </a:solidFill>
                <a:latin typeface="Arial"/>
                <a:ea typeface="Arial"/>
                <a:cs typeface="Arial"/>
              </a:defRPr>
            </a:lvl1pPr>
            <a:lvl2pPr algn="l">
              <a:buNone/>
              <a:defRPr sz="1650" b="0">
                <a:solidFill>
                  <a:srgbClr val="777777"/>
                </a:solidFill>
                <a:latin typeface="Arial"/>
                <a:ea typeface="Arial"/>
                <a:cs typeface="Arial"/>
              </a:defRPr>
            </a:lvl2pPr>
            <a:lvl3pPr algn="l">
              <a:buNone/>
              <a:defRPr sz="1650" b="0">
                <a:solidFill>
                  <a:srgbClr val="777777"/>
                </a:solidFill>
                <a:latin typeface="Arial"/>
                <a:ea typeface="Arial"/>
                <a:cs typeface="Arial"/>
              </a:defRPr>
            </a:lvl3pPr>
            <a:lvl4pPr algn="l">
              <a:buNone/>
              <a:defRPr sz="1650" b="0">
                <a:solidFill>
                  <a:srgbClr val="777777"/>
                </a:solidFill>
                <a:latin typeface="Arial"/>
                <a:ea typeface="Arial"/>
                <a:cs typeface="Arial"/>
              </a:defRPr>
            </a:lvl4pPr>
            <a:lvl5pPr algn="l">
              <a:buNone/>
              <a:defRPr sz="1650" b="0">
                <a:solidFill>
                  <a:srgbClr val="777777"/>
                </a:solidFill>
                <a:latin typeface="Arial"/>
                <a:ea typeface="Arial"/>
                <a:cs typeface="Arial"/>
              </a:defRPr>
            </a:lvl5pPr>
            <a:lvl6pPr algn="l">
              <a:buNone/>
              <a:defRPr sz="1650" b="0">
                <a:solidFill>
                  <a:srgbClr val="777777"/>
                </a:solidFill>
                <a:latin typeface="Arial"/>
                <a:ea typeface="Arial"/>
                <a:cs typeface="Arial"/>
              </a:defRPr>
            </a:lvl6pPr>
            <a:lvl7pPr algn="l">
              <a:buNone/>
              <a:defRPr sz="1650" b="0">
                <a:solidFill>
                  <a:srgbClr val="777777"/>
                </a:solidFill>
                <a:latin typeface="Arial"/>
                <a:ea typeface="Arial"/>
                <a:cs typeface="Arial"/>
              </a:defRPr>
            </a:lvl7pPr>
            <a:lvl8pPr algn="l">
              <a:buNone/>
              <a:defRPr sz="1650" b="0">
                <a:solidFill>
                  <a:srgbClr val="777777"/>
                </a:solidFill>
                <a:latin typeface="Arial"/>
                <a:ea typeface="Arial"/>
                <a:cs typeface="Arial"/>
              </a:defRPr>
            </a:lvl8pPr>
            <a:lvl9pPr algn="l">
              <a:buNone/>
              <a:defRPr sz="1650" b="0">
                <a:solidFill>
                  <a:srgbClr val="777777"/>
                </a:solidFill>
                <a:latin typeface="Arial"/>
                <a:ea typeface="Arial"/>
                <a:cs typeface="Arial"/>
              </a:defRPr>
            </a:lvl9pPr>
          </a:lstStyle>
          <a:p>
            <a:pPr algn="l">
              <a:buNone/>
              <a:defRPr sz="1650" b="0">
                <a:solidFill>
                  <a:srgbClr val="777777"/>
                </a:solidFill>
                <a:latin typeface="Arial"/>
                <a:ea typeface="Arial"/>
                <a:cs typeface="Arial"/>
              </a:defRPr>
            </a:pPr>
            <a:r>
              <a:rPr sz="1650" b="0">
                <a:solidFill>
                  <a:srgbClr val="777777"/>
                </a:solidFill>
                <a:latin typeface="Arial"/>
                <a:ea typeface="Arial"/>
                <a:cs typeface="Arial"/>
              </a:rPr>
              <a:t>ELT</a:t>
            </a:r>
          </a:p>
        </p:txBody>
      </p:sp>
      <p:sp>
        <p:nvSpPr>
          <p:cNvPr id="5" name="allen-text-4">
            <a:extLst>
              <a:ext uri="{FF2B5EF4-FFF2-40B4-BE49-F238E27FC236}">
                <a16:creationId xmlns:a16="http://schemas.microsoft.com/office/drawing/2014/main" id="{08A954DF-1547-4B3D-A3CD-FB06BBB4F24A}"/>
              </a:ext>
            </a:extLst>
          </p:cNvPr>
          <p:cNvSpPr>
            <a:spLocks noGrp="1"/>
          </p:cNvSpPr>
          <p:nvPr/>
        </p:nvSpPr>
        <p:spPr>
          <a:xfrm>
            <a:off x="2647950" y="2200275"/>
            <a:ext cx="3524250" cy="304800"/>
          </a:xfrm>
          <a:prstGeom prst="rect">
            <a:avLst/>
          </a:prstGeom>
          <a:noFill/>
          <a:ln w="0">
            <a:noFill/>
          </a:ln>
        </p:spPr>
        <p:txBody>
          <a:bodyPr wrap="square" lIns="0" tIns="0" rIns="0" bIns="0" anchor="ctr">
            <a:noAutofit/>
          </a:bodyPr>
          <a:lstStyle>
            <a:defPPr algn="l">
              <a:defRPr sz="1650" b="0">
                <a:solidFill>
                  <a:srgbClr val="777777"/>
                </a:solidFill>
                <a:latin typeface="Arial"/>
                <a:ea typeface="Arial"/>
                <a:cs typeface="Arial"/>
              </a:defRPr>
            </a:defPPr>
            <a:lvl1pPr algn="l">
              <a:buNone/>
              <a:defRPr sz="1650" b="0">
                <a:solidFill>
                  <a:srgbClr val="777777"/>
                </a:solidFill>
                <a:latin typeface="Arial"/>
                <a:ea typeface="Arial"/>
                <a:cs typeface="Arial"/>
              </a:defRPr>
            </a:lvl1pPr>
            <a:lvl2pPr algn="l">
              <a:buNone/>
              <a:defRPr sz="1650" b="0">
                <a:solidFill>
                  <a:srgbClr val="777777"/>
                </a:solidFill>
                <a:latin typeface="Arial"/>
                <a:ea typeface="Arial"/>
                <a:cs typeface="Arial"/>
              </a:defRPr>
            </a:lvl2pPr>
            <a:lvl3pPr algn="l">
              <a:buNone/>
              <a:defRPr sz="1650" b="0">
                <a:solidFill>
                  <a:srgbClr val="777777"/>
                </a:solidFill>
                <a:latin typeface="Arial"/>
                <a:ea typeface="Arial"/>
                <a:cs typeface="Arial"/>
              </a:defRPr>
            </a:lvl3pPr>
            <a:lvl4pPr algn="l">
              <a:buNone/>
              <a:defRPr sz="1650" b="0">
                <a:solidFill>
                  <a:srgbClr val="777777"/>
                </a:solidFill>
                <a:latin typeface="Arial"/>
                <a:ea typeface="Arial"/>
                <a:cs typeface="Arial"/>
              </a:defRPr>
            </a:lvl4pPr>
            <a:lvl5pPr algn="l">
              <a:buNone/>
              <a:defRPr sz="1650" b="0">
                <a:solidFill>
                  <a:srgbClr val="777777"/>
                </a:solidFill>
                <a:latin typeface="Arial"/>
                <a:ea typeface="Arial"/>
                <a:cs typeface="Arial"/>
              </a:defRPr>
            </a:lvl5pPr>
            <a:lvl6pPr algn="l">
              <a:buNone/>
              <a:defRPr sz="1650" b="0">
                <a:solidFill>
                  <a:srgbClr val="777777"/>
                </a:solidFill>
                <a:latin typeface="Arial"/>
                <a:ea typeface="Arial"/>
                <a:cs typeface="Arial"/>
              </a:defRPr>
            </a:lvl6pPr>
            <a:lvl7pPr algn="l">
              <a:buNone/>
              <a:defRPr sz="1650" b="0">
                <a:solidFill>
                  <a:srgbClr val="777777"/>
                </a:solidFill>
                <a:latin typeface="Arial"/>
                <a:ea typeface="Arial"/>
                <a:cs typeface="Arial"/>
              </a:defRPr>
            </a:lvl7pPr>
            <a:lvl8pPr algn="l">
              <a:buNone/>
              <a:defRPr sz="1650" b="0">
                <a:solidFill>
                  <a:srgbClr val="777777"/>
                </a:solidFill>
                <a:latin typeface="Arial"/>
                <a:ea typeface="Arial"/>
                <a:cs typeface="Arial"/>
              </a:defRPr>
            </a:lvl8pPr>
            <a:lvl9pPr algn="l">
              <a:buNone/>
              <a:defRPr sz="1650" b="0">
                <a:solidFill>
                  <a:srgbClr val="777777"/>
                </a:solidFill>
                <a:latin typeface="Arial"/>
                <a:ea typeface="Arial"/>
                <a:cs typeface="Arial"/>
              </a:defRPr>
            </a:lvl9pPr>
          </a:lstStyle>
          <a:p>
            <a:pPr algn="l">
              <a:buNone/>
              <a:defRPr sz="1650" b="0">
                <a:solidFill>
                  <a:srgbClr val="777777"/>
                </a:solidFill>
                <a:latin typeface="Arial"/>
                <a:ea typeface="Arial"/>
                <a:cs typeface="Arial"/>
              </a:defRPr>
            </a:pPr>
            <a:r>
              <a:rPr sz="1650" b="0">
                <a:solidFill>
                  <a:srgbClr val="777777"/>
                </a:solidFill>
                <a:latin typeface="Arial"/>
                <a:ea typeface="Arial"/>
                <a:cs typeface="Arial"/>
              </a:rPr>
              <a:t>Allen relations</a:t>
            </a:r>
          </a:p>
        </p:txBody>
      </p:sp>
      <p:sp>
        <p:nvSpPr>
          <p:cNvPr id="6" name="interval-5">
            <a:extLst>
              <a:ext uri="{FF2B5EF4-FFF2-40B4-BE49-F238E27FC236}">
                <a16:creationId xmlns:a16="http://schemas.microsoft.com/office/drawing/2014/main" id="{AE3AAF75-58EE-423D-9301-F937E321D9AB}"/>
              </a:ext>
            </a:extLst>
          </p:cNvPr>
          <p:cNvSpPr>
            <a:spLocks noGrp="1"/>
          </p:cNvSpPr>
          <p:nvPr/>
        </p:nvSpPr>
        <p:spPr>
          <a:xfrm>
            <a:off x="7162800" y="2314575"/>
            <a:ext cx="238125" cy="95250"/>
          </a:xfrm>
          <a:prstGeom prst="rect">
            <a:avLst/>
          </a:prstGeom>
          <a:solidFill>
            <a:srgbClr val="156082"/>
          </a:solidFill>
          <a:ln w="0">
            <a:noFill/>
          </a:ln>
        </p:spPr>
        <p:txBody>
          <a:bodyPr/>
          <a:lstStyle/>
          <a:p>
            <a:endParaRPr lang="zh-CN" altLang="en-US"/>
          </a:p>
        </p:txBody>
      </p:sp>
      <p:sp>
        <p:nvSpPr>
          <p:cNvPr id="7" name="allen-text-6">
            <a:extLst>
              <a:ext uri="{FF2B5EF4-FFF2-40B4-BE49-F238E27FC236}">
                <a16:creationId xmlns:a16="http://schemas.microsoft.com/office/drawing/2014/main" id="{0400811A-0ED4-43CE-8788-B7B6C2955392}"/>
              </a:ext>
            </a:extLst>
          </p:cNvPr>
          <p:cNvSpPr>
            <a:spLocks noGrp="1"/>
          </p:cNvSpPr>
          <p:nvPr/>
        </p:nvSpPr>
        <p:spPr>
          <a:xfrm>
            <a:off x="7458075" y="2200275"/>
            <a:ext cx="314325" cy="304800"/>
          </a:xfrm>
          <a:prstGeom prst="rect">
            <a:avLst/>
          </a:prstGeom>
          <a:noFill/>
          <a:ln w="0">
            <a:noFill/>
          </a:ln>
        </p:spPr>
        <p:txBody>
          <a:bodyPr wrap="square" lIns="0" tIns="0" rIns="0" bIns="0" anchor="ctr">
            <a:noAutofit/>
          </a:bodyPr>
          <a:lstStyle>
            <a:defPPr algn="l">
              <a:defRPr sz="1575" b="0">
                <a:solidFill>
                  <a:srgbClr val="156082"/>
                </a:solidFill>
                <a:latin typeface="Arial"/>
                <a:ea typeface="Arial"/>
                <a:cs typeface="Arial"/>
              </a:defRPr>
            </a:defPPr>
            <a:lvl1pPr algn="l">
              <a:buNone/>
              <a:defRPr sz="1575" b="0">
                <a:solidFill>
                  <a:srgbClr val="156082"/>
                </a:solidFill>
                <a:latin typeface="Arial"/>
                <a:ea typeface="Arial"/>
                <a:cs typeface="Arial"/>
              </a:defRPr>
            </a:lvl1pPr>
            <a:lvl2pPr algn="l">
              <a:buNone/>
              <a:defRPr sz="1575" b="0">
                <a:solidFill>
                  <a:srgbClr val="156082"/>
                </a:solidFill>
                <a:latin typeface="Arial"/>
                <a:ea typeface="Arial"/>
                <a:cs typeface="Arial"/>
              </a:defRPr>
            </a:lvl2pPr>
            <a:lvl3pPr algn="l">
              <a:buNone/>
              <a:defRPr sz="1575" b="0">
                <a:solidFill>
                  <a:srgbClr val="156082"/>
                </a:solidFill>
                <a:latin typeface="Arial"/>
                <a:ea typeface="Arial"/>
                <a:cs typeface="Arial"/>
              </a:defRPr>
            </a:lvl3pPr>
            <a:lvl4pPr algn="l">
              <a:buNone/>
              <a:defRPr sz="1575" b="0">
                <a:solidFill>
                  <a:srgbClr val="156082"/>
                </a:solidFill>
                <a:latin typeface="Arial"/>
                <a:ea typeface="Arial"/>
                <a:cs typeface="Arial"/>
              </a:defRPr>
            </a:lvl4pPr>
            <a:lvl5pPr algn="l">
              <a:buNone/>
              <a:defRPr sz="1575" b="0">
                <a:solidFill>
                  <a:srgbClr val="156082"/>
                </a:solidFill>
                <a:latin typeface="Arial"/>
                <a:ea typeface="Arial"/>
                <a:cs typeface="Arial"/>
              </a:defRPr>
            </a:lvl5pPr>
            <a:lvl6pPr algn="l">
              <a:buNone/>
              <a:defRPr sz="1575" b="0">
                <a:solidFill>
                  <a:srgbClr val="156082"/>
                </a:solidFill>
                <a:latin typeface="Arial"/>
                <a:ea typeface="Arial"/>
                <a:cs typeface="Arial"/>
              </a:defRPr>
            </a:lvl6pPr>
            <a:lvl7pPr algn="l">
              <a:buNone/>
              <a:defRPr sz="1575" b="0">
                <a:solidFill>
                  <a:srgbClr val="156082"/>
                </a:solidFill>
                <a:latin typeface="Arial"/>
                <a:ea typeface="Arial"/>
                <a:cs typeface="Arial"/>
              </a:defRPr>
            </a:lvl7pPr>
            <a:lvl8pPr algn="l">
              <a:buNone/>
              <a:defRPr sz="1575" b="0">
                <a:solidFill>
                  <a:srgbClr val="156082"/>
                </a:solidFill>
                <a:latin typeface="Arial"/>
                <a:ea typeface="Arial"/>
                <a:cs typeface="Arial"/>
              </a:defRPr>
            </a:lvl8pPr>
            <a:lvl9pPr algn="l">
              <a:buNone/>
              <a:defRPr sz="1575" b="0">
                <a:solidFill>
                  <a:srgbClr val="156082"/>
                </a:solidFill>
                <a:latin typeface="Arial"/>
                <a:ea typeface="Arial"/>
                <a:cs typeface="Arial"/>
              </a:defRPr>
            </a:lvl9pPr>
          </a:lstStyle>
          <a:p>
            <a:pPr algn="l">
              <a:buNone/>
              <a:defRPr sz="1575" b="0">
                <a:solidFill>
                  <a:srgbClr val="156082"/>
                </a:solidFill>
                <a:latin typeface="Arial"/>
                <a:ea typeface="Arial"/>
                <a:cs typeface="Arial"/>
              </a:defRPr>
            </a:pPr>
            <a:r>
              <a:rPr sz="1575" b="0">
                <a:solidFill>
                  <a:srgbClr val="156082"/>
                </a:solidFill>
                <a:latin typeface="Arial"/>
                <a:ea typeface="Arial"/>
                <a:cs typeface="Arial"/>
              </a:rPr>
              <a:t>A</a:t>
            </a:r>
          </a:p>
        </p:txBody>
      </p:sp>
      <p:sp>
        <p:nvSpPr>
          <p:cNvPr id="8" name="interval-7">
            <a:extLst>
              <a:ext uri="{FF2B5EF4-FFF2-40B4-BE49-F238E27FC236}">
                <a16:creationId xmlns:a16="http://schemas.microsoft.com/office/drawing/2014/main" id="{0B176BBF-7BD6-4A8A-A584-D6CC252DF8AD}"/>
              </a:ext>
            </a:extLst>
          </p:cNvPr>
          <p:cNvSpPr>
            <a:spLocks noGrp="1"/>
          </p:cNvSpPr>
          <p:nvPr/>
        </p:nvSpPr>
        <p:spPr>
          <a:xfrm>
            <a:off x="7867650" y="2314575"/>
            <a:ext cx="238125" cy="95250"/>
          </a:xfrm>
          <a:prstGeom prst="rect">
            <a:avLst/>
          </a:prstGeom>
          <a:solidFill>
            <a:srgbClr val="E97132"/>
          </a:solidFill>
          <a:ln w="0">
            <a:noFill/>
          </a:ln>
        </p:spPr>
        <p:txBody>
          <a:bodyPr/>
          <a:lstStyle/>
          <a:p>
            <a:endParaRPr lang="zh-CN" altLang="en-US"/>
          </a:p>
        </p:txBody>
      </p:sp>
      <p:sp>
        <p:nvSpPr>
          <p:cNvPr id="9" name="allen-text-8">
            <a:extLst>
              <a:ext uri="{FF2B5EF4-FFF2-40B4-BE49-F238E27FC236}">
                <a16:creationId xmlns:a16="http://schemas.microsoft.com/office/drawing/2014/main" id="{949AE182-D99F-493C-8986-2EA61EF774F4}"/>
              </a:ext>
            </a:extLst>
          </p:cNvPr>
          <p:cNvSpPr>
            <a:spLocks noGrp="1"/>
          </p:cNvSpPr>
          <p:nvPr/>
        </p:nvSpPr>
        <p:spPr>
          <a:xfrm>
            <a:off x="8162925" y="2200275"/>
            <a:ext cx="304800" cy="304800"/>
          </a:xfrm>
          <a:prstGeom prst="rect">
            <a:avLst/>
          </a:prstGeom>
          <a:noFill/>
          <a:ln w="0">
            <a:noFill/>
          </a:ln>
        </p:spPr>
        <p:txBody>
          <a:bodyPr wrap="square" lIns="0" tIns="0" rIns="0" bIns="0" anchor="ctr">
            <a:noAutofit/>
          </a:bodyPr>
          <a:lstStyle>
            <a:defPPr algn="l">
              <a:defRPr sz="1575" b="0">
                <a:solidFill>
                  <a:srgbClr val="E97132"/>
                </a:solidFill>
                <a:latin typeface="Arial"/>
                <a:ea typeface="Arial"/>
                <a:cs typeface="Arial"/>
              </a:defRPr>
            </a:defPPr>
            <a:lvl1pPr algn="l">
              <a:buNone/>
              <a:defRPr sz="1575" b="0">
                <a:solidFill>
                  <a:srgbClr val="E97132"/>
                </a:solidFill>
                <a:latin typeface="Arial"/>
                <a:ea typeface="Arial"/>
                <a:cs typeface="Arial"/>
              </a:defRPr>
            </a:lvl1pPr>
            <a:lvl2pPr algn="l">
              <a:buNone/>
              <a:defRPr sz="1575" b="0">
                <a:solidFill>
                  <a:srgbClr val="E97132"/>
                </a:solidFill>
                <a:latin typeface="Arial"/>
                <a:ea typeface="Arial"/>
                <a:cs typeface="Arial"/>
              </a:defRPr>
            </a:lvl2pPr>
            <a:lvl3pPr algn="l">
              <a:buNone/>
              <a:defRPr sz="1575" b="0">
                <a:solidFill>
                  <a:srgbClr val="E97132"/>
                </a:solidFill>
                <a:latin typeface="Arial"/>
                <a:ea typeface="Arial"/>
                <a:cs typeface="Arial"/>
              </a:defRPr>
            </a:lvl3pPr>
            <a:lvl4pPr algn="l">
              <a:buNone/>
              <a:defRPr sz="1575" b="0">
                <a:solidFill>
                  <a:srgbClr val="E97132"/>
                </a:solidFill>
                <a:latin typeface="Arial"/>
                <a:ea typeface="Arial"/>
                <a:cs typeface="Arial"/>
              </a:defRPr>
            </a:lvl4pPr>
            <a:lvl5pPr algn="l">
              <a:buNone/>
              <a:defRPr sz="1575" b="0">
                <a:solidFill>
                  <a:srgbClr val="E97132"/>
                </a:solidFill>
                <a:latin typeface="Arial"/>
                <a:ea typeface="Arial"/>
                <a:cs typeface="Arial"/>
              </a:defRPr>
            </a:lvl5pPr>
            <a:lvl6pPr algn="l">
              <a:buNone/>
              <a:defRPr sz="1575" b="0">
                <a:solidFill>
                  <a:srgbClr val="E97132"/>
                </a:solidFill>
                <a:latin typeface="Arial"/>
                <a:ea typeface="Arial"/>
                <a:cs typeface="Arial"/>
              </a:defRPr>
            </a:lvl6pPr>
            <a:lvl7pPr algn="l">
              <a:buNone/>
              <a:defRPr sz="1575" b="0">
                <a:solidFill>
                  <a:srgbClr val="E97132"/>
                </a:solidFill>
                <a:latin typeface="Arial"/>
                <a:ea typeface="Arial"/>
                <a:cs typeface="Arial"/>
              </a:defRPr>
            </a:lvl7pPr>
            <a:lvl8pPr algn="l">
              <a:buNone/>
              <a:defRPr sz="1575" b="0">
                <a:solidFill>
                  <a:srgbClr val="E97132"/>
                </a:solidFill>
                <a:latin typeface="Arial"/>
                <a:ea typeface="Arial"/>
                <a:cs typeface="Arial"/>
              </a:defRPr>
            </a:lvl8pPr>
            <a:lvl9pPr algn="l">
              <a:buNone/>
              <a:defRPr sz="1575" b="0">
                <a:solidFill>
                  <a:srgbClr val="E97132"/>
                </a:solidFill>
                <a:latin typeface="Arial"/>
                <a:ea typeface="Arial"/>
                <a:cs typeface="Arial"/>
              </a:defRPr>
            </a:lvl9pPr>
          </a:lstStyle>
          <a:p>
            <a:pPr algn="l">
              <a:buNone/>
              <a:defRPr sz="1575" b="0">
                <a:solidFill>
                  <a:srgbClr val="E97132"/>
                </a:solidFill>
                <a:latin typeface="Arial"/>
                <a:ea typeface="Arial"/>
                <a:cs typeface="Arial"/>
              </a:defRPr>
            </a:pPr>
            <a:r>
              <a:rPr sz="1575" b="0">
                <a:solidFill>
                  <a:srgbClr val="E97132"/>
                </a:solidFill>
                <a:latin typeface="Arial"/>
                <a:ea typeface="Arial"/>
                <a:cs typeface="Arial"/>
              </a:rPr>
              <a:t>B</a:t>
            </a:r>
          </a:p>
        </p:txBody>
      </p:sp>
      <p:sp>
        <p:nvSpPr>
          <p:cNvPr id="10" name="allen-text-9">
            <a:extLst>
              <a:ext uri="{FF2B5EF4-FFF2-40B4-BE49-F238E27FC236}">
                <a16:creationId xmlns:a16="http://schemas.microsoft.com/office/drawing/2014/main" id="{20795181-0736-45B3-A9B8-32EEA3526243}"/>
              </a:ext>
            </a:extLst>
          </p:cNvPr>
          <p:cNvSpPr>
            <a:spLocks noGrp="1"/>
          </p:cNvSpPr>
          <p:nvPr/>
        </p:nvSpPr>
        <p:spPr>
          <a:xfrm>
            <a:off x="914400" y="2905125"/>
            <a:ext cx="1181100" cy="381000"/>
          </a:xfrm>
          <a:prstGeom prst="rect">
            <a:avLst/>
          </a:prstGeom>
          <a:noFill/>
          <a:ln w="0">
            <a:noFill/>
          </a:ln>
        </p:spPr>
        <p:txBody>
          <a:bodyPr wrap="square" lIns="0" tIns="0" rIns="0" bIns="0" anchor="ctr">
            <a:noAutofit/>
          </a:bodyPr>
          <a:lstStyle>
            <a:defPPr algn="l">
              <a:defRPr sz="2100" b="1">
                <a:solidFill>
                  <a:srgbClr val="156082"/>
                </a:solidFill>
                <a:latin typeface="Arial"/>
                <a:ea typeface="Arial"/>
                <a:cs typeface="Arial"/>
              </a:defRPr>
            </a:defPPr>
            <a:lvl1pPr algn="l">
              <a:buNone/>
              <a:defRPr sz="2100" b="1">
                <a:solidFill>
                  <a:srgbClr val="156082"/>
                </a:solidFill>
                <a:latin typeface="Arial"/>
                <a:ea typeface="Arial"/>
                <a:cs typeface="Arial"/>
              </a:defRPr>
            </a:lvl1pPr>
            <a:lvl2pPr algn="l">
              <a:buNone/>
              <a:defRPr sz="2100" b="1">
                <a:solidFill>
                  <a:srgbClr val="156082"/>
                </a:solidFill>
                <a:latin typeface="Arial"/>
                <a:ea typeface="Arial"/>
                <a:cs typeface="Arial"/>
              </a:defRPr>
            </a:lvl2pPr>
            <a:lvl3pPr algn="l">
              <a:buNone/>
              <a:defRPr sz="2100" b="1">
                <a:solidFill>
                  <a:srgbClr val="156082"/>
                </a:solidFill>
                <a:latin typeface="Arial"/>
                <a:ea typeface="Arial"/>
                <a:cs typeface="Arial"/>
              </a:defRPr>
            </a:lvl3pPr>
            <a:lvl4pPr algn="l">
              <a:buNone/>
              <a:defRPr sz="2100" b="1">
                <a:solidFill>
                  <a:srgbClr val="156082"/>
                </a:solidFill>
                <a:latin typeface="Arial"/>
                <a:ea typeface="Arial"/>
                <a:cs typeface="Arial"/>
              </a:defRPr>
            </a:lvl4pPr>
            <a:lvl5pPr algn="l">
              <a:buNone/>
              <a:defRPr sz="2100" b="1">
                <a:solidFill>
                  <a:srgbClr val="156082"/>
                </a:solidFill>
                <a:latin typeface="Arial"/>
                <a:ea typeface="Arial"/>
                <a:cs typeface="Arial"/>
              </a:defRPr>
            </a:lvl5pPr>
            <a:lvl6pPr algn="l">
              <a:buNone/>
              <a:defRPr sz="2100" b="1">
                <a:solidFill>
                  <a:srgbClr val="156082"/>
                </a:solidFill>
                <a:latin typeface="Arial"/>
                <a:ea typeface="Arial"/>
                <a:cs typeface="Arial"/>
              </a:defRPr>
            </a:lvl6pPr>
            <a:lvl7pPr algn="l">
              <a:buNone/>
              <a:defRPr sz="2100" b="1">
                <a:solidFill>
                  <a:srgbClr val="156082"/>
                </a:solidFill>
                <a:latin typeface="Arial"/>
                <a:ea typeface="Arial"/>
                <a:cs typeface="Arial"/>
              </a:defRPr>
            </a:lvl7pPr>
            <a:lvl8pPr algn="l">
              <a:buNone/>
              <a:defRPr sz="2100" b="1">
                <a:solidFill>
                  <a:srgbClr val="156082"/>
                </a:solidFill>
                <a:latin typeface="Arial"/>
                <a:ea typeface="Arial"/>
                <a:cs typeface="Arial"/>
              </a:defRPr>
            </a:lvl8pPr>
            <a:lvl9pPr algn="l">
              <a:buNone/>
              <a:defRPr sz="2100" b="1">
                <a:solidFill>
                  <a:srgbClr val="156082"/>
                </a:solidFill>
                <a:latin typeface="Arial"/>
                <a:ea typeface="Arial"/>
                <a:cs typeface="Arial"/>
              </a:defRPr>
            </a:lvl9pPr>
          </a:lstStyle>
          <a:p>
            <a:pPr algn="l">
              <a:buNone/>
              <a:defRPr sz="2100" b="1">
                <a:solidFill>
                  <a:srgbClr val="156082"/>
                </a:solidFill>
                <a:latin typeface="Arial"/>
                <a:ea typeface="Arial"/>
                <a:cs typeface="Arial"/>
              </a:defRPr>
            </a:pPr>
            <a:r>
              <a:rPr sz="2100" b="1">
                <a:solidFill>
                  <a:srgbClr val="156082"/>
                </a:solidFill>
                <a:latin typeface="Arial"/>
                <a:ea typeface="Arial"/>
                <a:cs typeface="Arial"/>
              </a:rPr>
              <a:t>SEQ</a:t>
            </a:r>
          </a:p>
        </p:txBody>
      </p:sp>
      <p:cxnSp>
        <p:nvCxnSpPr>
          <p:cNvPr id="11" name="直接箭头连接符 10">
            <a:extLst>
              <a:ext uri="{FF2B5EF4-FFF2-40B4-BE49-F238E27FC236}">
                <a16:creationId xmlns:a16="http://schemas.microsoft.com/office/drawing/2014/main" id="{C1ED7EC6-D247-465D-9F35-84F59F1FBD5A}"/>
              </a:ext>
            </a:extLst>
          </p:cNvPr>
          <p:cNvCxnSpPr/>
          <p:nvPr/>
        </p:nvCxnSpPr>
        <p:spPr>
          <a:xfrm>
            <a:off x="2019300" y="3095625"/>
            <a:ext cx="419100" cy="0"/>
          </a:xfrm>
          <a:prstGeom prst="straightConnector1">
            <a:avLst/>
          </a:prstGeom>
          <a:ln w="19050">
            <a:solidFill>
              <a:srgbClr val="A5B0B5"/>
            </a:solidFill>
            <a:prstDash val="solid"/>
            <a:tailEnd type="triangle" w="sm" len="sm"/>
          </a:ln>
        </p:spPr>
      </p:cxnSp>
      <p:sp>
        <p:nvSpPr>
          <p:cNvPr id="12" name="allen-text-10">
            <a:extLst>
              <a:ext uri="{FF2B5EF4-FFF2-40B4-BE49-F238E27FC236}">
                <a16:creationId xmlns:a16="http://schemas.microsoft.com/office/drawing/2014/main" id="{C39A09EF-30A6-44F8-8BE0-DBECB4EFE858}"/>
              </a:ext>
            </a:extLst>
          </p:cNvPr>
          <p:cNvSpPr>
            <a:spLocks noGrp="1"/>
          </p:cNvSpPr>
          <p:nvPr/>
        </p:nvSpPr>
        <p:spPr>
          <a:xfrm>
            <a:off x="2600325" y="2600325"/>
            <a:ext cx="1714500" cy="266700"/>
          </a:xfrm>
          <a:prstGeom prst="rect">
            <a:avLst/>
          </a:prstGeom>
          <a:noFill/>
          <a:ln w="0">
            <a:noFill/>
          </a:ln>
        </p:spPr>
        <p:txBody>
          <a:bodyPr wrap="square" lIns="0" tIns="0" rIns="0" bIns="0" anchor="ctr">
            <a:noAutofit/>
          </a:bodyPr>
          <a:lstStyle>
            <a:defPPr algn="ctr">
              <a:defRPr sz="1725" b="0">
                <a:solidFill>
                  <a:srgbClr val="111111"/>
                </a:solidFill>
                <a:latin typeface="Arial"/>
                <a:ea typeface="Arial"/>
                <a:cs typeface="Arial"/>
              </a:defRPr>
            </a:defPPr>
            <a:lvl1pPr algn="ctr">
              <a:buNone/>
              <a:defRPr sz="1725" b="0">
                <a:solidFill>
                  <a:srgbClr val="111111"/>
                </a:solidFill>
                <a:latin typeface="Arial"/>
                <a:ea typeface="Arial"/>
                <a:cs typeface="Arial"/>
              </a:defRPr>
            </a:lvl1pPr>
            <a:lvl2pPr algn="ctr">
              <a:buNone/>
              <a:defRPr sz="1725" b="0">
                <a:solidFill>
                  <a:srgbClr val="111111"/>
                </a:solidFill>
                <a:latin typeface="Arial"/>
                <a:ea typeface="Arial"/>
                <a:cs typeface="Arial"/>
              </a:defRPr>
            </a:lvl2pPr>
            <a:lvl3pPr algn="ctr">
              <a:buNone/>
              <a:defRPr sz="1725" b="0">
                <a:solidFill>
                  <a:srgbClr val="111111"/>
                </a:solidFill>
                <a:latin typeface="Arial"/>
                <a:ea typeface="Arial"/>
                <a:cs typeface="Arial"/>
              </a:defRPr>
            </a:lvl3pPr>
            <a:lvl4pPr algn="ctr">
              <a:buNone/>
              <a:defRPr sz="1725" b="0">
                <a:solidFill>
                  <a:srgbClr val="111111"/>
                </a:solidFill>
                <a:latin typeface="Arial"/>
                <a:ea typeface="Arial"/>
                <a:cs typeface="Arial"/>
              </a:defRPr>
            </a:lvl4pPr>
            <a:lvl5pPr algn="ctr">
              <a:buNone/>
              <a:defRPr sz="1725" b="0">
                <a:solidFill>
                  <a:srgbClr val="111111"/>
                </a:solidFill>
                <a:latin typeface="Arial"/>
                <a:ea typeface="Arial"/>
                <a:cs typeface="Arial"/>
              </a:defRPr>
            </a:lvl5pPr>
            <a:lvl6pPr algn="ctr">
              <a:buNone/>
              <a:defRPr sz="1725" b="0">
                <a:solidFill>
                  <a:srgbClr val="111111"/>
                </a:solidFill>
                <a:latin typeface="Arial"/>
                <a:ea typeface="Arial"/>
                <a:cs typeface="Arial"/>
              </a:defRPr>
            </a:lvl6pPr>
            <a:lvl7pPr algn="ctr">
              <a:buNone/>
              <a:defRPr sz="1725" b="0">
                <a:solidFill>
                  <a:srgbClr val="111111"/>
                </a:solidFill>
                <a:latin typeface="Arial"/>
                <a:ea typeface="Arial"/>
                <a:cs typeface="Arial"/>
              </a:defRPr>
            </a:lvl7pPr>
            <a:lvl8pPr algn="ctr">
              <a:buNone/>
              <a:defRPr sz="1725" b="0">
                <a:solidFill>
                  <a:srgbClr val="111111"/>
                </a:solidFill>
                <a:latin typeface="Arial"/>
                <a:ea typeface="Arial"/>
                <a:cs typeface="Arial"/>
              </a:defRPr>
            </a:lvl8pPr>
            <a:lvl9pPr algn="ctr">
              <a:buNone/>
              <a:defRPr sz="1725" b="0">
                <a:solidFill>
                  <a:srgbClr val="111111"/>
                </a:solidFill>
                <a:latin typeface="Arial"/>
                <a:ea typeface="Arial"/>
                <a:cs typeface="Arial"/>
              </a:defRPr>
            </a:lvl9pPr>
          </a:lstStyle>
          <a:p>
            <a:pPr algn="ctr">
              <a:buNone/>
              <a:defRPr sz="1725" b="0">
                <a:solidFill>
                  <a:srgbClr val="111111"/>
                </a:solidFill>
                <a:latin typeface="Arial"/>
                <a:ea typeface="Arial"/>
                <a:cs typeface="Arial"/>
              </a:defRPr>
            </a:pPr>
            <a:r>
              <a:rPr sz="1725" b="0">
                <a:solidFill>
                  <a:srgbClr val="111111"/>
                </a:solidFill>
                <a:latin typeface="Arial"/>
                <a:ea typeface="Arial"/>
                <a:cs typeface="Arial"/>
              </a:rPr>
              <a:t>meets</a:t>
            </a:r>
          </a:p>
        </p:txBody>
      </p:sp>
      <p:sp>
        <p:nvSpPr>
          <p:cNvPr id="13" name="interval-11">
            <a:extLst>
              <a:ext uri="{FF2B5EF4-FFF2-40B4-BE49-F238E27FC236}">
                <a16:creationId xmlns:a16="http://schemas.microsoft.com/office/drawing/2014/main" id="{0A926F3A-7C30-437D-A4E9-5F6D641D9860}"/>
              </a:ext>
            </a:extLst>
          </p:cNvPr>
          <p:cNvSpPr>
            <a:spLocks noGrp="1"/>
          </p:cNvSpPr>
          <p:nvPr/>
        </p:nvSpPr>
        <p:spPr>
          <a:xfrm>
            <a:off x="2667000" y="2971800"/>
            <a:ext cx="790575" cy="95250"/>
          </a:xfrm>
          <a:prstGeom prst="rect">
            <a:avLst/>
          </a:prstGeom>
          <a:solidFill>
            <a:srgbClr val="156082"/>
          </a:solidFill>
          <a:ln w="0">
            <a:noFill/>
          </a:ln>
        </p:spPr>
        <p:txBody>
          <a:bodyPr/>
          <a:lstStyle/>
          <a:p>
            <a:endParaRPr lang="zh-CN" altLang="en-US"/>
          </a:p>
        </p:txBody>
      </p:sp>
      <p:sp>
        <p:nvSpPr>
          <p:cNvPr id="14" name="interval-12">
            <a:extLst>
              <a:ext uri="{FF2B5EF4-FFF2-40B4-BE49-F238E27FC236}">
                <a16:creationId xmlns:a16="http://schemas.microsoft.com/office/drawing/2014/main" id="{45B8A593-CC31-449F-9C68-F30D931045F9}"/>
              </a:ext>
            </a:extLst>
          </p:cNvPr>
          <p:cNvSpPr>
            <a:spLocks noGrp="1"/>
          </p:cNvSpPr>
          <p:nvPr/>
        </p:nvSpPr>
        <p:spPr>
          <a:xfrm>
            <a:off x="3457575" y="3200400"/>
            <a:ext cx="790575" cy="95250"/>
          </a:xfrm>
          <a:prstGeom prst="rect">
            <a:avLst/>
          </a:prstGeom>
          <a:solidFill>
            <a:srgbClr val="E97132"/>
          </a:solidFill>
          <a:ln w="0">
            <a:noFill/>
          </a:ln>
        </p:spPr>
        <p:txBody>
          <a:bodyPr/>
          <a:lstStyle/>
          <a:p>
            <a:endParaRPr lang="zh-CN" altLang="en-US"/>
          </a:p>
        </p:txBody>
      </p:sp>
      <p:sp>
        <p:nvSpPr>
          <p:cNvPr id="15" name="allen-text-13">
            <a:extLst>
              <a:ext uri="{FF2B5EF4-FFF2-40B4-BE49-F238E27FC236}">
                <a16:creationId xmlns:a16="http://schemas.microsoft.com/office/drawing/2014/main" id="{1BDAE08F-0FEA-4E27-88B0-28610F7D9235}"/>
              </a:ext>
            </a:extLst>
          </p:cNvPr>
          <p:cNvSpPr>
            <a:spLocks noGrp="1"/>
          </p:cNvSpPr>
          <p:nvPr/>
        </p:nvSpPr>
        <p:spPr>
          <a:xfrm>
            <a:off x="4505325" y="2600325"/>
            <a:ext cx="1714500" cy="266700"/>
          </a:xfrm>
          <a:prstGeom prst="rect">
            <a:avLst/>
          </a:prstGeom>
          <a:noFill/>
          <a:ln w="0">
            <a:noFill/>
          </a:ln>
        </p:spPr>
        <p:txBody>
          <a:bodyPr wrap="square" lIns="0" tIns="0" rIns="0" bIns="0" anchor="ctr">
            <a:noAutofit/>
          </a:bodyPr>
          <a:lstStyle>
            <a:defPPr algn="ctr">
              <a:defRPr sz="1725" b="0">
                <a:solidFill>
                  <a:srgbClr val="111111"/>
                </a:solidFill>
                <a:latin typeface="Arial"/>
                <a:ea typeface="Arial"/>
                <a:cs typeface="Arial"/>
              </a:defRPr>
            </a:defPPr>
            <a:lvl1pPr algn="ctr">
              <a:buNone/>
              <a:defRPr sz="1725" b="0">
                <a:solidFill>
                  <a:srgbClr val="111111"/>
                </a:solidFill>
                <a:latin typeface="Arial"/>
                <a:ea typeface="Arial"/>
                <a:cs typeface="Arial"/>
              </a:defRPr>
            </a:lvl1pPr>
            <a:lvl2pPr algn="ctr">
              <a:buNone/>
              <a:defRPr sz="1725" b="0">
                <a:solidFill>
                  <a:srgbClr val="111111"/>
                </a:solidFill>
                <a:latin typeface="Arial"/>
                <a:ea typeface="Arial"/>
                <a:cs typeface="Arial"/>
              </a:defRPr>
            </a:lvl2pPr>
            <a:lvl3pPr algn="ctr">
              <a:buNone/>
              <a:defRPr sz="1725" b="0">
                <a:solidFill>
                  <a:srgbClr val="111111"/>
                </a:solidFill>
                <a:latin typeface="Arial"/>
                <a:ea typeface="Arial"/>
                <a:cs typeface="Arial"/>
              </a:defRPr>
            </a:lvl3pPr>
            <a:lvl4pPr algn="ctr">
              <a:buNone/>
              <a:defRPr sz="1725" b="0">
                <a:solidFill>
                  <a:srgbClr val="111111"/>
                </a:solidFill>
                <a:latin typeface="Arial"/>
                <a:ea typeface="Arial"/>
                <a:cs typeface="Arial"/>
              </a:defRPr>
            </a:lvl4pPr>
            <a:lvl5pPr algn="ctr">
              <a:buNone/>
              <a:defRPr sz="1725" b="0">
                <a:solidFill>
                  <a:srgbClr val="111111"/>
                </a:solidFill>
                <a:latin typeface="Arial"/>
                <a:ea typeface="Arial"/>
                <a:cs typeface="Arial"/>
              </a:defRPr>
            </a:lvl5pPr>
            <a:lvl6pPr algn="ctr">
              <a:buNone/>
              <a:defRPr sz="1725" b="0">
                <a:solidFill>
                  <a:srgbClr val="111111"/>
                </a:solidFill>
                <a:latin typeface="Arial"/>
                <a:ea typeface="Arial"/>
                <a:cs typeface="Arial"/>
              </a:defRPr>
            </a:lvl6pPr>
            <a:lvl7pPr algn="ctr">
              <a:buNone/>
              <a:defRPr sz="1725" b="0">
                <a:solidFill>
                  <a:srgbClr val="111111"/>
                </a:solidFill>
                <a:latin typeface="Arial"/>
                <a:ea typeface="Arial"/>
                <a:cs typeface="Arial"/>
              </a:defRPr>
            </a:lvl7pPr>
            <a:lvl8pPr algn="ctr">
              <a:buNone/>
              <a:defRPr sz="1725" b="0">
                <a:solidFill>
                  <a:srgbClr val="111111"/>
                </a:solidFill>
                <a:latin typeface="Arial"/>
                <a:ea typeface="Arial"/>
                <a:cs typeface="Arial"/>
              </a:defRPr>
            </a:lvl8pPr>
            <a:lvl9pPr algn="ctr">
              <a:buNone/>
              <a:defRPr sz="1725" b="0">
                <a:solidFill>
                  <a:srgbClr val="111111"/>
                </a:solidFill>
                <a:latin typeface="Arial"/>
                <a:ea typeface="Arial"/>
                <a:cs typeface="Arial"/>
              </a:defRPr>
            </a:lvl9pPr>
          </a:lstStyle>
          <a:p>
            <a:pPr algn="ctr">
              <a:buNone/>
              <a:defRPr sz="1725" b="0">
                <a:solidFill>
                  <a:srgbClr val="111111"/>
                </a:solidFill>
                <a:latin typeface="Arial"/>
                <a:ea typeface="Arial"/>
                <a:cs typeface="Arial"/>
              </a:defRPr>
            </a:pPr>
            <a:r>
              <a:rPr sz="1725" b="0">
                <a:solidFill>
                  <a:srgbClr val="111111"/>
                </a:solidFill>
                <a:latin typeface="Arial"/>
                <a:ea typeface="Arial"/>
                <a:cs typeface="Arial"/>
              </a:rPr>
              <a:t>bounded before</a:t>
            </a:r>
          </a:p>
        </p:txBody>
      </p:sp>
      <p:sp>
        <p:nvSpPr>
          <p:cNvPr id="16" name="interval-14">
            <a:extLst>
              <a:ext uri="{FF2B5EF4-FFF2-40B4-BE49-F238E27FC236}">
                <a16:creationId xmlns:a16="http://schemas.microsoft.com/office/drawing/2014/main" id="{74B345A2-1D34-4B06-A250-DECDC930A4D3}"/>
              </a:ext>
            </a:extLst>
          </p:cNvPr>
          <p:cNvSpPr>
            <a:spLocks noGrp="1"/>
          </p:cNvSpPr>
          <p:nvPr/>
        </p:nvSpPr>
        <p:spPr>
          <a:xfrm>
            <a:off x="4572000" y="2971800"/>
            <a:ext cx="679895" cy="95250"/>
          </a:xfrm>
          <a:prstGeom prst="rect">
            <a:avLst/>
          </a:prstGeom>
          <a:solidFill>
            <a:srgbClr val="156082"/>
          </a:solidFill>
          <a:ln w="0">
            <a:noFill/>
          </a:ln>
        </p:spPr>
        <p:txBody>
          <a:bodyPr/>
          <a:lstStyle/>
          <a:p>
            <a:endParaRPr lang="zh-CN" altLang="en-US"/>
          </a:p>
        </p:txBody>
      </p:sp>
      <p:sp>
        <p:nvSpPr>
          <p:cNvPr id="17" name="interval-15">
            <a:extLst>
              <a:ext uri="{FF2B5EF4-FFF2-40B4-BE49-F238E27FC236}">
                <a16:creationId xmlns:a16="http://schemas.microsoft.com/office/drawing/2014/main" id="{2581011A-3CDF-45B1-B737-0C8779ABFB99}"/>
              </a:ext>
            </a:extLst>
          </p:cNvPr>
          <p:cNvSpPr>
            <a:spLocks noGrp="1"/>
          </p:cNvSpPr>
          <p:nvPr/>
        </p:nvSpPr>
        <p:spPr>
          <a:xfrm>
            <a:off x="5457444" y="3200400"/>
            <a:ext cx="695706" cy="95250"/>
          </a:xfrm>
          <a:prstGeom prst="rect">
            <a:avLst/>
          </a:prstGeom>
          <a:solidFill>
            <a:srgbClr val="E97132"/>
          </a:solidFill>
          <a:ln w="0">
            <a:noFill/>
          </a:ln>
        </p:spPr>
        <p:txBody>
          <a:bodyPr/>
          <a:lstStyle/>
          <a:p>
            <a:endParaRPr lang="zh-CN" altLang="en-US"/>
          </a:p>
        </p:txBody>
      </p:sp>
      <p:sp>
        <p:nvSpPr>
          <p:cNvPr id="18" name="allen-text-16">
            <a:extLst>
              <a:ext uri="{FF2B5EF4-FFF2-40B4-BE49-F238E27FC236}">
                <a16:creationId xmlns:a16="http://schemas.microsoft.com/office/drawing/2014/main" id="{3C53D5F8-27D5-442E-A01F-4DDE535A1046}"/>
              </a:ext>
            </a:extLst>
          </p:cNvPr>
          <p:cNvSpPr>
            <a:spLocks noGrp="1"/>
          </p:cNvSpPr>
          <p:nvPr/>
        </p:nvSpPr>
        <p:spPr>
          <a:xfrm>
            <a:off x="4457700" y="3324225"/>
            <a:ext cx="1828800" cy="247650"/>
          </a:xfrm>
          <a:prstGeom prst="rect">
            <a:avLst/>
          </a:prstGeom>
          <a:noFill/>
          <a:ln w="0">
            <a:noFill/>
          </a:ln>
        </p:spPr>
        <p:txBody>
          <a:bodyPr wrap="square" lIns="0" tIns="0" rIns="0" bIns="0" anchor="ctr">
            <a:noAutofit/>
          </a:bodyPr>
          <a:lstStyle>
            <a:defPPr algn="ctr">
              <a:defRPr sz="1425" b="0">
                <a:solidFill>
                  <a:srgbClr val="777777"/>
                </a:solidFill>
                <a:latin typeface="Arial"/>
                <a:ea typeface="Arial"/>
                <a:cs typeface="Arial"/>
              </a:defRPr>
            </a:defPPr>
            <a:lvl1pPr algn="ctr">
              <a:buNone/>
              <a:defRPr sz="1425" b="0">
                <a:solidFill>
                  <a:srgbClr val="777777"/>
                </a:solidFill>
                <a:latin typeface="Arial"/>
                <a:ea typeface="Arial"/>
                <a:cs typeface="Arial"/>
              </a:defRPr>
            </a:lvl1pPr>
            <a:lvl2pPr algn="ctr">
              <a:buNone/>
              <a:defRPr sz="1425" b="0">
                <a:solidFill>
                  <a:srgbClr val="777777"/>
                </a:solidFill>
                <a:latin typeface="Arial"/>
                <a:ea typeface="Arial"/>
                <a:cs typeface="Arial"/>
              </a:defRPr>
            </a:lvl2pPr>
            <a:lvl3pPr algn="ctr">
              <a:buNone/>
              <a:defRPr sz="1425" b="0">
                <a:solidFill>
                  <a:srgbClr val="777777"/>
                </a:solidFill>
                <a:latin typeface="Arial"/>
                <a:ea typeface="Arial"/>
                <a:cs typeface="Arial"/>
              </a:defRPr>
            </a:lvl3pPr>
            <a:lvl4pPr algn="ctr">
              <a:buNone/>
              <a:defRPr sz="1425" b="0">
                <a:solidFill>
                  <a:srgbClr val="777777"/>
                </a:solidFill>
                <a:latin typeface="Arial"/>
                <a:ea typeface="Arial"/>
                <a:cs typeface="Arial"/>
              </a:defRPr>
            </a:lvl4pPr>
            <a:lvl5pPr algn="ctr">
              <a:buNone/>
              <a:defRPr sz="1425" b="0">
                <a:solidFill>
                  <a:srgbClr val="777777"/>
                </a:solidFill>
                <a:latin typeface="Arial"/>
                <a:ea typeface="Arial"/>
                <a:cs typeface="Arial"/>
              </a:defRPr>
            </a:lvl5pPr>
            <a:lvl6pPr algn="ctr">
              <a:buNone/>
              <a:defRPr sz="1425" b="0">
                <a:solidFill>
                  <a:srgbClr val="777777"/>
                </a:solidFill>
                <a:latin typeface="Arial"/>
                <a:ea typeface="Arial"/>
                <a:cs typeface="Arial"/>
              </a:defRPr>
            </a:lvl6pPr>
            <a:lvl7pPr algn="ctr">
              <a:buNone/>
              <a:defRPr sz="1425" b="0">
                <a:solidFill>
                  <a:srgbClr val="777777"/>
                </a:solidFill>
                <a:latin typeface="Arial"/>
                <a:ea typeface="Arial"/>
                <a:cs typeface="Arial"/>
              </a:defRPr>
            </a:lvl7pPr>
            <a:lvl8pPr algn="ctr">
              <a:buNone/>
              <a:defRPr sz="1425" b="0">
                <a:solidFill>
                  <a:srgbClr val="777777"/>
                </a:solidFill>
                <a:latin typeface="Arial"/>
                <a:ea typeface="Arial"/>
                <a:cs typeface="Arial"/>
              </a:defRPr>
            </a:lvl8pPr>
            <a:lvl9pPr algn="ctr">
              <a:buNone/>
              <a:defRPr sz="1425" b="0">
                <a:solidFill>
                  <a:srgbClr val="777777"/>
                </a:solidFill>
                <a:latin typeface="Arial"/>
                <a:ea typeface="Arial"/>
                <a:cs typeface="Arial"/>
              </a:defRPr>
            </a:lvl9pPr>
          </a:lstStyle>
          <a:p>
            <a:pPr algn="ctr">
              <a:buNone/>
              <a:defRPr sz="1425" b="0">
                <a:solidFill>
                  <a:srgbClr val="777777"/>
                </a:solidFill>
                <a:latin typeface="Arial"/>
                <a:ea typeface="Arial"/>
                <a:cs typeface="Arial"/>
              </a:defRPr>
            </a:pPr>
            <a:r>
              <a:rPr sz="1425" b="0">
                <a:solidFill>
                  <a:srgbClr val="777777"/>
                </a:solidFill>
                <a:latin typeface="Arial"/>
                <a:ea typeface="Arial"/>
                <a:cs typeface="Arial"/>
              </a:rPr>
              <a:t>0 &lt; gap &lt; δ</a:t>
            </a:r>
          </a:p>
        </p:txBody>
      </p:sp>
      <p:sp>
        <p:nvSpPr>
          <p:cNvPr id="19" name="allen-text-17">
            <a:extLst>
              <a:ext uri="{FF2B5EF4-FFF2-40B4-BE49-F238E27FC236}">
                <a16:creationId xmlns:a16="http://schemas.microsoft.com/office/drawing/2014/main" id="{C8CA73B4-6FC1-4DFE-B866-13CCD610B39E}"/>
              </a:ext>
            </a:extLst>
          </p:cNvPr>
          <p:cNvSpPr>
            <a:spLocks noGrp="1"/>
          </p:cNvSpPr>
          <p:nvPr/>
        </p:nvSpPr>
        <p:spPr>
          <a:xfrm>
            <a:off x="6410325" y="2600325"/>
            <a:ext cx="1714500" cy="266700"/>
          </a:xfrm>
          <a:prstGeom prst="rect">
            <a:avLst/>
          </a:prstGeom>
          <a:noFill/>
          <a:ln w="0">
            <a:noFill/>
          </a:ln>
        </p:spPr>
        <p:txBody>
          <a:bodyPr wrap="square" lIns="0" tIns="0" rIns="0" bIns="0" anchor="ctr">
            <a:noAutofit/>
          </a:bodyPr>
          <a:lstStyle>
            <a:defPPr algn="ctr">
              <a:defRPr sz="1725" b="0">
                <a:solidFill>
                  <a:srgbClr val="111111"/>
                </a:solidFill>
                <a:latin typeface="Arial"/>
                <a:ea typeface="Arial"/>
                <a:cs typeface="Arial"/>
              </a:defRPr>
            </a:defPPr>
            <a:lvl1pPr algn="ctr">
              <a:buNone/>
              <a:defRPr sz="1725" b="0">
                <a:solidFill>
                  <a:srgbClr val="111111"/>
                </a:solidFill>
                <a:latin typeface="Arial"/>
                <a:ea typeface="Arial"/>
                <a:cs typeface="Arial"/>
              </a:defRPr>
            </a:lvl1pPr>
            <a:lvl2pPr algn="ctr">
              <a:buNone/>
              <a:defRPr sz="1725" b="0">
                <a:solidFill>
                  <a:srgbClr val="111111"/>
                </a:solidFill>
                <a:latin typeface="Arial"/>
                <a:ea typeface="Arial"/>
                <a:cs typeface="Arial"/>
              </a:defRPr>
            </a:lvl2pPr>
            <a:lvl3pPr algn="ctr">
              <a:buNone/>
              <a:defRPr sz="1725" b="0">
                <a:solidFill>
                  <a:srgbClr val="111111"/>
                </a:solidFill>
                <a:latin typeface="Arial"/>
                <a:ea typeface="Arial"/>
                <a:cs typeface="Arial"/>
              </a:defRPr>
            </a:lvl3pPr>
            <a:lvl4pPr algn="ctr">
              <a:buNone/>
              <a:defRPr sz="1725" b="0">
                <a:solidFill>
                  <a:srgbClr val="111111"/>
                </a:solidFill>
                <a:latin typeface="Arial"/>
                <a:ea typeface="Arial"/>
                <a:cs typeface="Arial"/>
              </a:defRPr>
            </a:lvl4pPr>
            <a:lvl5pPr algn="ctr">
              <a:buNone/>
              <a:defRPr sz="1725" b="0">
                <a:solidFill>
                  <a:srgbClr val="111111"/>
                </a:solidFill>
                <a:latin typeface="Arial"/>
                <a:ea typeface="Arial"/>
                <a:cs typeface="Arial"/>
              </a:defRPr>
            </a:lvl5pPr>
            <a:lvl6pPr algn="ctr">
              <a:buNone/>
              <a:defRPr sz="1725" b="0">
                <a:solidFill>
                  <a:srgbClr val="111111"/>
                </a:solidFill>
                <a:latin typeface="Arial"/>
                <a:ea typeface="Arial"/>
                <a:cs typeface="Arial"/>
              </a:defRPr>
            </a:lvl6pPr>
            <a:lvl7pPr algn="ctr">
              <a:buNone/>
              <a:defRPr sz="1725" b="0">
                <a:solidFill>
                  <a:srgbClr val="111111"/>
                </a:solidFill>
                <a:latin typeface="Arial"/>
                <a:ea typeface="Arial"/>
                <a:cs typeface="Arial"/>
              </a:defRPr>
            </a:lvl7pPr>
            <a:lvl8pPr algn="ctr">
              <a:buNone/>
              <a:defRPr sz="1725" b="0">
                <a:solidFill>
                  <a:srgbClr val="111111"/>
                </a:solidFill>
                <a:latin typeface="Arial"/>
                <a:ea typeface="Arial"/>
                <a:cs typeface="Arial"/>
              </a:defRPr>
            </a:lvl8pPr>
            <a:lvl9pPr algn="ctr">
              <a:buNone/>
              <a:defRPr sz="1725" b="0">
                <a:solidFill>
                  <a:srgbClr val="111111"/>
                </a:solidFill>
                <a:latin typeface="Arial"/>
                <a:ea typeface="Arial"/>
                <a:cs typeface="Arial"/>
              </a:defRPr>
            </a:lvl9pPr>
          </a:lstStyle>
          <a:p>
            <a:pPr algn="ctr">
              <a:buNone/>
              <a:defRPr sz="1725" b="0">
                <a:solidFill>
                  <a:srgbClr val="111111"/>
                </a:solidFill>
                <a:latin typeface="Arial"/>
                <a:ea typeface="Arial"/>
                <a:cs typeface="Arial"/>
              </a:defRPr>
            </a:pPr>
            <a:r>
              <a:rPr sz="1725" b="0">
                <a:solidFill>
                  <a:srgbClr val="111111"/>
                </a:solidFill>
                <a:latin typeface="Arial"/>
                <a:ea typeface="Arial"/>
                <a:cs typeface="Arial"/>
              </a:rPr>
              <a:t>overlaps</a:t>
            </a:r>
          </a:p>
        </p:txBody>
      </p:sp>
      <p:sp>
        <p:nvSpPr>
          <p:cNvPr id="20" name="interval-18">
            <a:extLst>
              <a:ext uri="{FF2B5EF4-FFF2-40B4-BE49-F238E27FC236}">
                <a16:creationId xmlns:a16="http://schemas.microsoft.com/office/drawing/2014/main" id="{E5B25C7D-43D8-407E-837F-F0AEF2E0F174}"/>
              </a:ext>
            </a:extLst>
          </p:cNvPr>
          <p:cNvSpPr>
            <a:spLocks noGrp="1"/>
          </p:cNvSpPr>
          <p:nvPr/>
        </p:nvSpPr>
        <p:spPr>
          <a:xfrm>
            <a:off x="6477000" y="2971800"/>
            <a:ext cx="1011936" cy="95250"/>
          </a:xfrm>
          <a:prstGeom prst="rect">
            <a:avLst/>
          </a:prstGeom>
          <a:solidFill>
            <a:srgbClr val="156082"/>
          </a:solidFill>
          <a:ln w="0">
            <a:noFill/>
          </a:ln>
        </p:spPr>
        <p:txBody>
          <a:bodyPr/>
          <a:lstStyle/>
          <a:p>
            <a:endParaRPr lang="zh-CN" altLang="en-US"/>
          </a:p>
        </p:txBody>
      </p:sp>
      <p:sp>
        <p:nvSpPr>
          <p:cNvPr id="21" name="interval-19">
            <a:extLst>
              <a:ext uri="{FF2B5EF4-FFF2-40B4-BE49-F238E27FC236}">
                <a16:creationId xmlns:a16="http://schemas.microsoft.com/office/drawing/2014/main" id="{EB95F562-3F3E-44E6-8AB9-ABB3330495A6}"/>
              </a:ext>
            </a:extLst>
          </p:cNvPr>
          <p:cNvSpPr>
            <a:spLocks noGrp="1"/>
          </p:cNvSpPr>
          <p:nvPr/>
        </p:nvSpPr>
        <p:spPr>
          <a:xfrm>
            <a:off x="7109460" y="3200400"/>
            <a:ext cx="948690" cy="95250"/>
          </a:xfrm>
          <a:prstGeom prst="rect">
            <a:avLst/>
          </a:prstGeom>
          <a:solidFill>
            <a:srgbClr val="E97132"/>
          </a:solidFill>
          <a:ln w="0">
            <a:noFill/>
          </a:ln>
        </p:spPr>
        <p:txBody>
          <a:bodyPr/>
          <a:lstStyle/>
          <a:p>
            <a:endParaRPr lang="zh-CN" altLang="en-US"/>
          </a:p>
        </p:txBody>
      </p:sp>
      <p:sp>
        <p:nvSpPr>
          <p:cNvPr id="22" name="allen-text-20">
            <a:extLst>
              <a:ext uri="{FF2B5EF4-FFF2-40B4-BE49-F238E27FC236}">
                <a16:creationId xmlns:a16="http://schemas.microsoft.com/office/drawing/2014/main" id="{F17E2113-CF5D-4475-A9F7-5E94C1E0683D}"/>
              </a:ext>
            </a:extLst>
          </p:cNvPr>
          <p:cNvSpPr>
            <a:spLocks noGrp="1"/>
          </p:cNvSpPr>
          <p:nvPr/>
        </p:nvSpPr>
        <p:spPr>
          <a:xfrm>
            <a:off x="6362700" y="3324225"/>
            <a:ext cx="1828800" cy="247650"/>
          </a:xfrm>
          <a:prstGeom prst="rect">
            <a:avLst/>
          </a:prstGeom>
          <a:noFill/>
          <a:ln w="0">
            <a:noFill/>
          </a:ln>
        </p:spPr>
        <p:txBody>
          <a:bodyPr wrap="square" lIns="0" tIns="0" rIns="0" bIns="0" anchor="ctr">
            <a:noAutofit/>
          </a:bodyPr>
          <a:lstStyle>
            <a:defPPr algn="ctr">
              <a:defRPr sz="1425" b="0">
                <a:solidFill>
                  <a:srgbClr val="777777"/>
                </a:solidFill>
                <a:latin typeface="Arial"/>
                <a:ea typeface="Arial"/>
                <a:cs typeface="Arial"/>
              </a:defRPr>
            </a:defPPr>
            <a:lvl1pPr algn="ctr">
              <a:buNone/>
              <a:defRPr sz="1425" b="0">
                <a:solidFill>
                  <a:srgbClr val="777777"/>
                </a:solidFill>
                <a:latin typeface="Arial"/>
                <a:ea typeface="Arial"/>
                <a:cs typeface="Arial"/>
              </a:defRPr>
            </a:lvl1pPr>
            <a:lvl2pPr algn="ctr">
              <a:buNone/>
              <a:defRPr sz="1425" b="0">
                <a:solidFill>
                  <a:srgbClr val="777777"/>
                </a:solidFill>
                <a:latin typeface="Arial"/>
                <a:ea typeface="Arial"/>
                <a:cs typeface="Arial"/>
              </a:defRPr>
            </a:lvl2pPr>
            <a:lvl3pPr algn="ctr">
              <a:buNone/>
              <a:defRPr sz="1425" b="0">
                <a:solidFill>
                  <a:srgbClr val="777777"/>
                </a:solidFill>
                <a:latin typeface="Arial"/>
                <a:ea typeface="Arial"/>
                <a:cs typeface="Arial"/>
              </a:defRPr>
            </a:lvl3pPr>
            <a:lvl4pPr algn="ctr">
              <a:buNone/>
              <a:defRPr sz="1425" b="0">
                <a:solidFill>
                  <a:srgbClr val="777777"/>
                </a:solidFill>
                <a:latin typeface="Arial"/>
                <a:ea typeface="Arial"/>
                <a:cs typeface="Arial"/>
              </a:defRPr>
            </a:lvl4pPr>
            <a:lvl5pPr algn="ctr">
              <a:buNone/>
              <a:defRPr sz="1425" b="0">
                <a:solidFill>
                  <a:srgbClr val="777777"/>
                </a:solidFill>
                <a:latin typeface="Arial"/>
                <a:ea typeface="Arial"/>
                <a:cs typeface="Arial"/>
              </a:defRPr>
            </a:lvl5pPr>
            <a:lvl6pPr algn="ctr">
              <a:buNone/>
              <a:defRPr sz="1425" b="0">
                <a:solidFill>
                  <a:srgbClr val="777777"/>
                </a:solidFill>
                <a:latin typeface="Arial"/>
                <a:ea typeface="Arial"/>
                <a:cs typeface="Arial"/>
              </a:defRPr>
            </a:lvl6pPr>
            <a:lvl7pPr algn="ctr">
              <a:buNone/>
              <a:defRPr sz="1425" b="0">
                <a:solidFill>
                  <a:srgbClr val="777777"/>
                </a:solidFill>
                <a:latin typeface="Arial"/>
                <a:ea typeface="Arial"/>
                <a:cs typeface="Arial"/>
              </a:defRPr>
            </a:lvl7pPr>
            <a:lvl8pPr algn="ctr">
              <a:buNone/>
              <a:defRPr sz="1425" b="0">
                <a:solidFill>
                  <a:srgbClr val="777777"/>
                </a:solidFill>
                <a:latin typeface="Arial"/>
                <a:ea typeface="Arial"/>
                <a:cs typeface="Arial"/>
              </a:defRPr>
            </a:lvl8pPr>
            <a:lvl9pPr algn="ctr">
              <a:buNone/>
              <a:defRPr sz="1425" b="0">
                <a:solidFill>
                  <a:srgbClr val="777777"/>
                </a:solidFill>
                <a:latin typeface="Arial"/>
                <a:ea typeface="Arial"/>
                <a:cs typeface="Arial"/>
              </a:defRPr>
            </a:lvl9pPr>
          </a:lstStyle>
          <a:p>
            <a:pPr algn="ctr">
              <a:buNone/>
              <a:defRPr sz="1425" b="0">
                <a:solidFill>
                  <a:srgbClr val="777777"/>
                </a:solidFill>
                <a:latin typeface="Arial"/>
                <a:ea typeface="Arial"/>
                <a:cs typeface="Arial"/>
              </a:defRPr>
            </a:pPr>
            <a:r>
              <a:rPr sz="1425" b="0">
                <a:solidFill>
                  <a:srgbClr val="777777"/>
                </a:solidFill>
                <a:latin typeface="Arial"/>
                <a:ea typeface="Arial"/>
                <a:cs typeface="Arial"/>
              </a:rPr>
              <a:t>Ψ = 0: no collision</a:t>
            </a:r>
          </a:p>
        </p:txBody>
      </p:sp>
      <p:sp>
        <p:nvSpPr>
          <p:cNvPr id="23" name="allen-text-21">
            <a:extLst>
              <a:ext uri="{FF2B5EF4-FFF2-40B4-BE49-F238E27FC236}">
                <a16:creationId xmlns:a16="http://schemas.microsoft.com/office/drawing/2014/main" id="{87999E04-D862-4CAD-8285-D3302C533702}"/>
              </a:ext>
            </a:extLst>
          </p:cNvPr>
          <p:cNvSpPr>
            <a:spLocks noGrp="1"/>
          </p:cNvSpPr>
          <p:nvPr/>
        </p:nvSpPr>
        <p:spPr>
          <a:xfrm>
            <a:off x="914400" y="4029075"/>
            <a:ext cx="1181100" cy="381000"/>
          </a:xfrm>
          <a:prstGeom prst="rect">
            <a:avLst/>
          </a:prstGeom>
          <a:noFill/>
          <a:ln w="0">
            <a:noFill/>
          </a:ln>
        </p:spPr>
        <p:txBody>
          <a:bodyPr wrap="square" lIns="0" tIns="0" rIns="0" bIns="0" anchor="ctr">
            <a:noAutofit/>
          </a:bodyPr>
          <a:lstStyle>
            <a:defPPr algn="l">
              <a:defRPr sz="2025" b="1">
                <a:solidFill>
                  <a:srgbClr val="287449"/>
                </a:solidFill>
                <a:latin typeface="Arial"/>
                <a:ea typeface="Arial"/>
                <a:cs typeface="Arial"/>
              </a:defRPr>
            </a:defPPr>
            <a:lvl1pPr algn="l">
              <a:buNone/>
              <a:defRPr sz="2025" b="1">
                <a:solidFill>
                  <a:srgbClr val="287449"/>
                </a:solidFill>
                <a:latin typeface="Arial"/>
                <a:ea typeface="Arial"/>
                <a:cs typeface="Arial"/>
              </a:defRPr>
            </a:lvl1pPr>
            <a:lvl2pPr algn="l">
              <a:buNone/>
              <a:defRPr sz="2025" b="1">
                <a:solidFill>
                  <a:srgbClr val="287449"/>
                </a:solidFill>
                <a:latin typeface="Arial"/>
                <a:ea typeface="Arial"/>
                <a:cs typeface="Arial"/>
              </a:defRPr>
            </a:lvl2pPr>
            <a:lvl3pPr algn="l">
              <a:buNone/>
              <a:defRPr sz="2025" b="1">
                <a:solidFill>
                  <a:srgbClr val="287449"/>
                </a:solidFill>
                <a:latin typeface="Arial"/>
                <a:ea typeface="Arial"/>
                <a:cs typeface="Arial"/>
              </a:defRPr>
            </a:lvl3pPr>
            <a:lvl4pPr algn="l">
              <a:buNone/>
              <a:defRPr sz="2025" b="1">
                <a:solidFill>
                  <a:srgbClr val="287449"/>
                </a:solidFill>
                <a:latin typeface="Arial"/>
                <a:ea typeface="Arial"/>
                <a:cs typeface="Arial"/>
              </a:defRPr>
            </a:lvl4pPr>
            <a:lvl5pPr algn="l">
              <a:buNone/>
              <a:defRPr sz="2025" b="1">
                <a:solidFill>
                  <a:srgbClr val="287449"/>
                </a:solidFill>
                <a:latin typeface="Arial"/>
                <a:ea typeface="Arial"/>
                <a:cs typeface="Arial"/>
              </a:defRPr>
            </a:lvl5pPr>
            <a:lvl6pPr algn="l">
              <a:buNone/>
              <a:defRPr sz="2025" b="1">
                <a:solidFill>
                  <a:srgbClr val="287449"/>
                </a:solidFill>
                <a:latin typeface="Arial"/>
                <a:ea typeface="Arial"/>
                <a:cs typeface="Arial"/>
              </a:defRPr>
            </a:lvl6pPr>
            <a:lvl7pPr algn="l">
              <a:buNone/>
              <a:defRPr sz="2025" b="1">
                <a:solidFill>
                  <a:srgbClr val="287449"/>
                </a:solidFill>
                <a:latin typeface="Arial"/>
                <a:ea typeface="Arial"/>
                <a:cs typeface="Arial"/>
              </a:defRPr>
            </a:lvl7pPr>
            <a:lvl8pPr algn="l">
              <a:buNone/>
              <a:defRPr sz="2025" b="1">
                <a:solidFill>
                  <a:srgbClr val="287449"/>
                </a:solidFill>
                <a:latin typeface="Arial"/>
                <a:ea typeface="Arial"/>
                <a:cs typeface="Arial"/>
              </a:defRPr>
            </a:lvl8pPr>
            <a:lvl9pPr algn="l">
              <a:buNone/>
              <a:defRPr sz="2025" b="1">
                <a:solidFill>
                  <a:srgbClr val="287449"/>
                </a:solidFill>
                <a:latin typeface="Arial"/>
                <a:ea typeface="Arial"/>
                <a:cs typeface="Arial"/>
              </a:defRPr>
            </a:lvl9pPr>
          </a:lstStyle>
          <a:p>
            <a:pPr algn="l">
              <a:buNone/>
              <a:defRPr sz="2025" b="1">
                <a:solidFill>
                  <a:srgbClr val="287449"/>
                </a:solidFill>
                <a:latin typeface="Arial"/>
                <a:ea typeface="Arial"/>
                <a:cs typeface="Arial"/>
              </a:defRPr>
            </a:pPr>
            <a:r>
              <a:rPr sz="2025" b="1">
                <a:solidFill>
                  <a:srgbClr val="287449"/>
                </a:solidFill>
                <a:latin typeface="Arial"/>
                <a:ea typeface="Arial"/>
                <a:cs typeface="Arial"/>
              </a:rPr>
              <a:t>GUARD</a:t>
            </a:r>
          </a:p>
        </p:txBody>
      </p:sp>
      <p:cxnSp>
        <p:nvCxnSpPr>
          <p:cNvPr id="24" name="直接箭头连接符 23">
            <a:extLst>
              <a:ext uri="{FF2B5EF4-FFF2-40B4-BE49-F238E27FC236}">
                <a16:creationId xmlns:a16="http://schemas.microsoft.com/office/drawing/2014/main" id="{BB6F88E7-9342-4C42-8A78-B238085875E3}"/>
              </a:ext>
            </a:extLst>
          </p:cNvPr>
          <p:cNvCxnSpPr/>
          <p:nvPr/>
        </p:nvCxnSpPr>
        <p:spPr>
          <a:xfrm>
            <a:off x="2019300" y="4219575"/>
            <a:ext cx="419100" cy="0"/>
          </a:xfrm>
          <a:prstGeom prst="straightConnector1">
            <a:avLst/>
          </a:prstGeom>
          <a:ln w="19050">
            <a:solidFill>
              <a:srgbClr val="A5B0B5"/>
            </a:solidFill>
            <a:prstDash val="solid"/>
            <a:tailEnd type="triangle" w="sm" len="sm"/>
          </a:ln>
        </p:spPr>
      </p:cxnSp>
      <p:sp>
        <p:nvSpPr>
          <p:cNvPr id="25" name="allen-text-22">
            <a:extLst>
              <a:ext uri="{FF2B5EF4-FFF2-40B4-BE49-F238E27FC236}">
                <a16:creationId xmlns:a16="http://schemas.microsoft.com/office/drawing/2014/main" id="{DC6B88B6-53D5-4AD0-A4A8-6E0E3FFDFFF3}"/>
              </a:ext>
            </a:extLst>
          </p:cNvPr>
          <p:cNvSpPr>
            <a:spLocks noGrp="1"/>
          </p:cNvSpPr>
          <p:nvPr/>
        </p:nvSpPr>
        <p:spPr>
          <a:xfrm>
            <a:off x="2600325" y="3724275"/>
            <a:ext cx="1714500" cy="266700"/>
          </a:xfrm>
          <a:prstGeom prst="rect">
            <a:avLst/>
          </a:prstGeom>
          <a:noFill/>
          <a:ln w="0">
            <a:noFill/>
          </a:ln>
        </p:spPr>
        <p:txBody>
          <a:bodyPr wrap="square" lIns="0" tIns="0" rIns="0" bIns="0" anchor="ctr">
            <a:noAutofit/>
          </a:bodyPr>
          <a:lstStyle>
            <a:defPPr algn="ctr">
              <a:defRPr sz="1725" b="0">
                <a:solidFill>
                  <a:srgbClr val="111111"/>
                </a:solidFill>
                <a:latin typeface="Arial"/>
                <a:ea typeface="Arial"/>
                <a:cs typeface="Arial"/>
              </a:defRPr>
            </a:defPPr>
            <a:lvl1pPr algn="ctr">
              <a:buNone/>
              <a:defRPr sz="1725" b="0">
                <a:solidFill>
                  <a:srgbClr val="111111"/>
                </a:solidFill>
                <a:latin typeface="Arial"/>
                <a:ea typeface="Arial"/>
                <a:cs typeface="Arial"/>
              </a:defRPr>
            </a:lvl1pPr>
            <a:lvl2pPr algn="ctr">
              <a:buNone/>
              <a:defRPr sz="1725" b="0">
                <a:solidFill>
                  <a:srgbClr val="111111"/>
                </a:solidFill>
                <a:latin typeface="Arial"/>
                <a:ea typeface="Arial"/>
                <a:cs typeface="Arial"/>
              </a:defRPr>
            </a:lvl2pPr>
            <a:lvl3pPr algn="ctr">
              <a:buNone/>
              <a:defRPr sz="1725" b="0">
                <a:solidFill>
                  <a:srgbClr val="111111"/>
                </a:solidFill>
                <a:latin typeface="Arial"/>
                <a:ea typeface="Arial"/>
                <a:cs typeface="Arial"/>
              </a:defRPr>
            </a:lvl3pPr>
            <a:lvl4pPr algn="ctr">
              <a:buNone/>
              <a:defRPr sz="1725" b="0">
                <a:solidFill>
                  <a:srgbClr val="111111"/>
                </a:solidFill>
                <a:latin typeface="Arial"/>
                <a:ea typeface="Arial"/>
                <a:cs typeface="Arial"/>
              </a:defRPr>
            </a:lvl4pPr>
            <a:lvl5pPr algn="ctr">
              <a:buNone/>
              <a:defRPr sz="1725" b="0">
                <a:solidFill>
                  <a:srgbClr val="111111"/>
                </a:solidFill>
                <a:latin typeface="Arial"/>
                <a:ea typeface="Arial"/>
                <a:cs typeface="Arial"/>
              </a:defRPr>
            </a:lvl5pPr>
            <a:lvl6pPr algn="ctr">
              <a:buNone/>
              <a:defRPr sz="1725" b="0">
                <a:solidFill>
                  <a:srgbClr val="111111"/>
                </a:solidFill>
                <a:latin typeface="Arial"/>
                <a:ea typeface="Arial"/>
                <a:cs typeface="Arial"/>
              </a:defRPr>
            </a:lvl6pPr>
            <a:lvl7pPr algn="ctr">
              <a:buNone/>
              <a:defRPr sz="1725" b="0">
                <a:solidFill>
                  <a:srgbClr val="111111"/>
                </a:solidFill>
                <a:latin typeface="Arial"/>
                <a:ea typeface="Arial"/>
                <a:cs typeface="Arial"/>
              </a:defRPr>
            </a:lvl7pPr>
            <a:lvl8pPr algn="ctr">
              <a:buNone/>
              <a:defRPr sz="1725" b="0">
                <a:solidFill>
                  <a:srgbClr val="111111"/>
                </a:solidFill>
                <a:latin typeface="Arial"/>
                <a:ea typeface="Arial"/>
                <a:cs typeface="Arial"/>
              </a:defRPr>
            </a:lvl8pPr>
            <a:lvl9pPr algn="ctr">
              <a:buNone/>
              <a:defRPr sz="1725" b="0">
                <a:solidFill>
                  <a:srgbClr val="111111"/>
                </a:solidFill>
                <a:latin typeface="Arial"/>
                <a:ea typeface="Arial"/>
                <a:cs typeface="Arial"/>
              </a:defRPr>
            </a:lvl9pPr>
          </a:lstStyle>
          <a:p>
            <a:pPr algn="ctr">
              <a:buNone/>
              <a:defRPr sz="1725" b="0">
                <a:solidFill>
                  <a:srgbClr val="111111"/>
                </a:solidFill>
                <a:latin typeface="Arial"/>
                <a:ea typeface="Arial"/>
                <a:cs typeface="Arial"/>
              </a:defRPr>
            </a:pPr>
            <a:r>
              <a:rPr sz="1725" b="0">
                <a:solidFill>
                  <a:srgbClr val="111111"/>
                </a:solidFill>
                <a:latin typeface="Arial"/>
                <a:ea typeface="Arial"/>
                <a:cs typeface="Arial"/>
              </a:rPr>
              <a:t>during</a:t>
            </a:r>
          </a:p>
        </p:txBody>
      </p:sp>
      <p:sp>
        <p:nvSpPr>
          <p:cNvPr id="26" name="interval-23">
            <a:extLst>
              <a:ext uri="{FF2B5EF4-FFF2-40B4-BE49-F238E27FC236}">
                <a16:creationId xmlns:a16="http://schemas.microsoft.com/office/drawing/2014/main" id="{FED2D086-BB26-4AB1-B23B-013D45DBADA7}"/>
              </a:ext>
            </a:extLst>
          </p:cNvPr>
          <p:cNvSpPr>
            <a:spLocks noGrp="1"/>
          </p:cNvSpPr>
          <p:nvPr/>
        </p:nvSpPr>
        <p:spPr>
          <a:xfrm>
            <a:off x="3062288" y="4095750"/>
            <a:ext cx="790575" cy="95250"/>
          </a:xfrm>
          <a:prstGeom prst="rect">
            <a:avLst/>
          </a:prstGeom>
          <a:solidFill>
            <a:srgbClr val="156082"/>
          </a:solidFill>
          <a:ln w="0">
            <a:noFill/>
          </a:ln>
        </p:spPr>
        <p:txBody>
          <a:bodyPr/>
          <a:lstStyle/>
          <a:p>
            <a:endParaRPr lang="zh-CN" altLang="en-US"/>
          </a:p>
        </p:txBody>
      </p:sp>
      <p:sp>
        <p:nvSpPr>
          <p:cNvPr id="27" name="interval-24">
            <a:extLst>
              <a:ext uri="{FF2B5EF4-FFF2-40B4-BE49-F238E27FC236}">
                <a16:creationId xmlns:a16="http://schemas.microsoft.com/office/drawing/2014/main" id="{56E8F511-2103-4385-BA98-2A19987B0329}"/>
              </a:ext>
            </a:extLst>
          </p:cNvPr>
          <p:cNvSpPr>
            <a:spLocks noGrp="1"/>
          </p:cNvSpPr>
          <p:nvPr/>
        </p:nvSpPr>
        <p:spPr>
          <a:xfrm>
            <a:off x="2667000" y="4324350"/>
            <a:ext cx="1581150" cy="95250"/>
          </a:xfrm>
          <a:prstGeom prst="rect">
            <a:avLst/>
          </a:prstGeom>
          <a:solidFill>
            <a:srgbClr val="E97132"/>
          </a:solidFill>
          <a:ln w="0">
            <a:noFill/>
          </a:ln>
        </p:spPr>
        <p:txBody>
          <a:bodyPr/>
          <a:lstStyle/>
          <a:p>
            <a:endParaRPr lang="zh-CN" altLang="en-US"/>
          </a:p>
        </p:txBody>
      </p:sp>
      <p:sp>
        <p:nvSpPr>
          <p:cNvPr id="28" name="allen-text-25">
            <a:extLst>
              <a:ext uri="{FF2B5EF4-FFF2-40B4-BE49-F238E27FC236}">
                <a16:creationId xmlns:a16="http://schemas.microsoft.com/office/drawing/2014/main" id="{9DE763D3-E158-4029-9C0B-8E013FE7101A}"/>
              </a:ext>
            </a:extLst>
          </p:cNvPr>
          <p:cNvSpPr>
            <a:spLocks noGrp="1"/>
          </p:cNvSpPr>
          <p:nvPr/>
        </p:nvSpPr>
        <p:spPr>
          <a:xfrm>
            <a:off x="4505325" y="3724275"/>
            <a:ext cx="1714500" cy="266700"/>
          </a:xfrm>
          <a:prstGeom prst="rect">
            <a:avLst/>
          </a:prstGeom>
          <a:noFill/>
          <a:ln w="0">
            <a:noFill/>
          </a:ln>
        </p:spPr>
        <p:txBody>
          <a:bodyPr wrap="square" lIns="0" tIns="0" rIns="0" bIns="0" anchor="ctr">
            <a:noAutofit/>
          </a:bodyPr>
          <a:lstStyle>
            <a:defPPr algn="ctr">
              <a:defRPr sz="1725" b="0">
                <a:solidFill>
                  <a:srgbClr val="111111"/>
                </a:solidFill>
                <a:latin typeface="Arial"/>
                <a:ea typeface="Arial"/>
                <a:cs typeface="Arial"/>
              </a:defRPr>
            </a:defPPr>
            <a:lvl1pPr algn="ctr">
              <a:buNone/>
              <a:defRPr sz="1725" b="0">
                <a:solidFill>
                  <a:srgbClr val="111111"/>
                </a:solidFill>
                <a:latin typeface="Arial"/>
                <a:ea typeface="Arial"/>
                <a:cs typeface="Arial"/>
              </a:defRPr>
            </a:lvl1pPr>
            <a:lvl2pPr algn="ctr">
              <a:buNone/>
              <a:defRPr sz="1725" b="0">
                <a:solidFill>
                  <a:srgbClr val="111111"/>
                </a:solidFill>
                <a:latin typeface="Arial"/>
                <a:ea typeface="Arial"/>
                <a:cs typeface="Arial"/>
              </a:defRPr>
            </a:lvl2pPr>
            <a:lvl3pPr algn="ctr">
              <a:buNone/>
              <a:defRPr sz="1725" b="0">
                <a:solidFill>
                  <a:srgbClr val="111111"/>
                </a:solidFill>
                <a:latin typeface="Arial"/>
                <a:ea typeface="Arial"/>
                <a:cs typeface="Arial"/>
              </a:defRPr>
            </a:lvl3pPr>
            <a:lvl4pPr algn="ctr">
              <a:buNone/>
              <a:defRPr sz="1725" b="0">
                <a:solidFill>
                  <a:srgbClr val="111111"/>
                </a:solidFill>
                <a:latin typeface="Arial"/>
                <a:ea typeface="Arial"/>
                <a:cs typeface="Arial"/>
              </a:defRPr>
            </a:lvl4pPr>
            <a:lvl5pPr algn="ctr">
              <a:buNone/>
              <a:defRPr sz="1725" b="0">
                <a:solidFill>
                  <a:srgbClr val="111111"/>
                </a:solidFill>
                <a:latin typeface="Arial"/>
                <a:ea typeface="Arial"/>
                <a:cs typeface="Arial"/>
              </a:defRPr>
            </a:lvl5pPr>
            <a:lvl6pPr algn="ctr">
              <a:buNone/>
              <a:defRPr sz="1725" b="0">
                <a:solidFill>
                  <a:srgbClr val="111111"/>
                </a:solidFill>
                <a:latin typeface="Arial"/>
                <a:ea typeface="Arial"/>
                <a:cs typeface="Arial"/>
              </a:defRPr>
            </a:lvl6pPr>
            <a:lvl7pPr algn="ctr">
              <a:buNone/>
              <a:defRPr sz="1725" b="0">
                <a:solidFill>
                  <a:srgbClr val="111111"/>
                </a:solidFill>
                <a:latin typeface="Arial"/>
                <a:ea typeface="Arial"/>
                <a:cs typeface="Arial"/>
              </a:defRPr>
            </a:lvl7pPr>
            <a:lvl8pPr algn="ctr">
              <a:buNone/>
              <a:defRPr sz="1725" b="0">
                <a:solidFill>
                  <a:srgbClr val="111111"/>
                </a:solidFill>
                <a:latin typeface="Arial"/>
                <a:ea typeface="Arial"/>
                <a:cs typeface="Arial"/>
              </a:defRPr>
            </a:lvl8pPr>
            <a:lvl9pPr algn="ctr">
              <a:buNone/>
              <a:defRPr sz="1725" b="0">
                <a:solidFill>
                  <a:srgbClr val="111111"/>
                </a:solidFill>
                <a:latin typeface="Arial"/>
                <a:ea typeface="Arial"/>
                <a:cs typeface="Arial"/>
              </a:defRPr>
            </a:lvl9pPr>
          </a:lstStyle>
          <a:p>
            <a:pPr algn="ctr">
              <a:buNone/>
              <a:defRPr sz="1725" b="0">
                <a:solidFill>
                  <a:srgbClr val="111111"/>
                </a:solidFill>
                <a:latin typeface="Arial"/>
                <a:ea typeface="Arial"/>
                <a:cs typeface="Arial"/>
              </a:defRPr>
            </a:pPr>
            <a:r>
              <a:rPr sz="1725" b="0">
                <a:solidFill>
                  <a:srgbClr val="111111"/>
                </a:solidFill>
                <a:latin typeface="Arial"/>
                <a:ea typeface="Arial"/>
                <a:cs typeface="Arial"/>
              </a:rPr>
              <a:t>starts</a:t>
            </a:r>
          </a:p>
        </p:txBody>
      </p:sp>
      <p:sp>
        <p:nvSpPr>
          <p:cNvPr id="29" name="interval-26">
            <a:extLst>
              <a:ext uri="{FF2B5EF4-FFF2-40B4-BE49-F238E27FC236}">
                <a16:creationId xmlns:a16="http://schemas.microsoft.com/office/drawing/2014/main" id="{F5DB4871-7BAE-4C6E-B76D-75C33342F16B}"/>
              </a:ext>
            </a:extLst>
          </p:cNvPr>
          <p:cNvSpPr>
            <a:spLocks noGrp="1"/>
          </p:cNvSpPr>
          <p:nvPr/>
        </p:nvSpPr>
        <p:spPr>
          <a:xfrm>
            <a:off x="4572000" y="4095750"/>
            <a:ext cx="964501" cy="95250"/>
          </a:xfrm>
          <a:prstGeom prst="rect">
            <a:avLst/>
          </a:prstGeom>
          <a:solidFill>
            <a:srgbClr val="156082"/>
          </a:solidFill>
          <a:ln w="0">
            <a:noFill/>
          </a:ln>
        </p:spPr>
        <p:txBody>
          <a:bodyPr/>
          <a:lstStyle/>
          <a:p>
            <a:endParaRPr lang="zh-CN" altLang="en-US"/>
          </a:p>
        </p:txBody>
      </p:sp>
      <p:sp>
        <p:nvSpPr>
          <p:cNvPr id="30" name="interval-27">
            <a:extLst>
              <a:ext uri="{FF2B5EF4-FFF2-40B4-BE49-F238E27FC236}">
                <a16:creationId xmlns:a16="http://schemas.microsoft.com/office/drawing/2014/main" id="{E7E9C637-92A5-4A03-8E73-478B6D2E91D3}"/>
              </a:ext>
            </a:extLst>
          </p:cNvPr>
          <p:cNvSpPr>
            <a:spLocks noGrp="1"/>
          </p:cNvSpPr>
          <p:nvPr/>
        </p:nvSpPr>
        <p:spPr>
          <a:xfrm>
            <a:off x="4572000" y="4324350"/>
            <a:ext cx="1581150" cy="95250"/>
          </a:xfrm>
          <a:prstGeom prst="rect">
            <a:avLst/>
          </a:prstGeom>
          <a:solidFill>
            <a:srgbClr val="E97132"/>
          </a:solidFill>
          <a:ln w="0">
            <a:noFill/>
          </a:ln>
        </p:spPr>
        <p:txBody>
          <a:bodyPr/>
          <a:lstStyle/>
          <a:p>
            <a:endParaRPr lang="zh-CN" altLang="en-US"/>
          </a:p>
        </p:txBody>
      </p:sp>
      <p:sp>
        <p:nvSpPr>
          <p:cNvPr id="31" name="allen-text-28">
            <a:extLst>
              <a:ext uri="{FF2B5EF4-FFF2-40B4-BE49-F238E27FC236}">
                <a16:creationId xmlns:a16="http://schemas.microsoft.com/office/drawing/2014/main" id="{DC19CA98-6B76-4B0B-A9AD-8EE16E89D2F8}"/>
              </a:ext>
            </a:extLst>
          </p:cNvPr>
          <p:cNvSpPr>
            <a:spLocks noGrp="1"/>
          </p:cNvSpPr>
          <p:nvPr/>
        </p:nvSpPr>
        <p:spPr>
          <a:xfrm>
            <a:off x="6410325" y="3724275"/>
            <a:ext cx="1714500" cy="266700"/>
          </a:xfrm>
          <a:prstGeom prst="rect">
            <a:avLst/>
          </a:prstGeom>
          <a:noFill/>
          <a:ln w="0">
            <a:noFill/>
          </a:ln>
        </p:spPr>
        <p:txBody>
          <a:bodyPr wrap="square" lIns="0" tIns="0" rIns="0" bIns="0" anchor="ctr">
            <a:noAutofit/>
          </a:bodyPr>
          <a:lstStyle>
            <a:defPPr algn="ctr">
              <a:defRPr sz="1725" b="0">
                <a:solidFill>
                  <a:srgbClr val="111111"/>
                </a:solidFill>
                <a:latin typeface="Arial"/>
                <a:ea typeface="Arial"/>
                <a:cs typeface="Arial"/>
              </a:defRPr>
            </a:defPPr>
            <a:lvl1pPr algn="ctr">
              <a:buNone/>
              <a:defRPr sz="1725" b="0">
                <a:solidFill>
                  <a:srgbClr val="111111"/>
                </a:solidFill>
                <a:latin typeface="Arial"/>
                <a:ea typeface="Arial"/>
                <a:cs typeface="Arial"/>
              </a:defRPr>
            </a:lvl1pPr>
            <a:lvl2pPr algn="ctr">
              <a:buNone/>
              <a:defRPr sz="1725" b="0">
                <a:solidFill>
                  <a:srgbClr val="111111"/>
                </a:solidFill>
                <a:latin typeface="Arial"/>
                <a:ea typeface="Arial"/>
                <a:cs typeface="Arial"/>
              </a:defRPr>
            </a:lvl2pPr>
            <a:lvl3pPr algn="ctr">
              <a:buNone/>
              <a:defRPr sz="1725" b="0">
                <a:solidFill>
                  <a:srgbClr val="111111"/>
                </a:solidFill>
                <a:latin typeface="Arial"/>
                <a:ea typeface="Arial"/>
                <a:cs typeface="Arial"/>
              </a:defRPr>
            </a:lvl3pPr>
            <a:lvl4pPr algn="ctr">
              <a:buNone/>
              <a:defRPr sz="1725" b="0">
                <a:solidFill>
                  <a:srgbClr val="111111"/>
                </a:solidFill>
                <a:latin typeface="Arial"/>
                <a:ea typeface="Arial"/>
                <a:cs typeface="Arial"/>
              </a:defRPr>
            </a:lvl4pPr>
            <a:lvl5pPr algn="ctr">
              <a:buNone/>
              <a:defRPr sz="1725" b="0">
                <a:solidFill>
                  <a:srgbClr val="111111"/>
                </a:solidFill>
                <a:latin typeface="Arial"/>
                <a:ea typeface="Arial"/>
                <a:cs typeface="Arial"/>
              </a:defRPr>
            </a:lvl5pPr>
            <a:lvl6pPr algn="ctr">
              <a:buNone/>
              <a:defRPr sz="1725" b="0">
                <a:solidFill>
                  <a:srgbClr val="111111"/>
                </a:solidFill>
                <a:latin typeface="Arial"/>
                <a:ea typeface="Arial"/>
                <a:cs typeface="Arial"/>
              </a:defRPr>
            </a:lvl6pPr>
            <a:lvl7pPr algn="ctr">
              <a:buNone/>
              <a:defRPr sz="1725" b="0">
                <a:solidFill>
                  <a:srgbClr val="111111"/>
                </a:solidFill>
                <a:latin typeface="Arial"/>
                <a:ea typeface="Arial"/>
                <a:cs typeface="Arial"/>
              </a:defRPr>
            </a:lvl7pPr>
            <a:lvl8pPr algn="ctr">
              <a:buNone/>
              <a:defRPr sz="1725" b="0">
                <a:solidFill>
                  <a:srgbClr val="111111"/>
                </a:solidFill>
                <a:latin typeface="Arial"/>
                <a:ea typeface="Arial"/>
                <a:cs typeface="Arial"/>
              </a:defRPr>
            </a:lvl8pPr>
            <a:lvl9pPr algn="ctr">
              <a:buNone/>
              <a:defRPr sz="1725" b="0">
                <a:solidFill>
                  <a:srgbClr val="111111"/>
                </a:solidFill>
                <a:latin typeface="Arial"/>
                <a:ea typeface="Arial"/>
                <a:cs typeface="Arial"/>
              </a:defRPr>
            </a:lvl9pPr>
          </a:lstStyle>
          <a:p>
            <a:pPr algn="ctr">
              <a:buNone/>
              <a:defRPr sz="1725" b="0">
                <a:solidFill>
                  <a:srgbClr val="111111"/>
                </a:solidFill>
                <a:latin typeface="Arial"/>
                <a:ea typeface="Arial"/>
                <a:cs typeface="Arial"/>
              </a:defRPr>
            </a:pPr>
            <a:r>
              <a:rPr sz="1725" b="0">
                <a:solidFill>
                  <a:srgbClr val="111111"/>
                </a:solidFill>
                <a:latin typeface="Arial"/>
                <a:ea typeface="Arial"/>
                <a:cs typeface="Arial"/>
              </a:rPr>
              <a:t>finishes</a:t>
            </a:r>
          </a:p>
        </p:txBody>
      </p:sp>
      <p:sp>
        <p:nvSpPr>
          <p:cNvPr id="32" name="interval-29">
            <a:extLst>
              <a:ext uri="{FF2B5EF4-FFF2-40B4-BE49-F238E27FC236}">
                <a16:creationId xmlns:a16="http://schemas.microsoft.com/office/drawing/2014/main" id="{179A5E0F-2375-4CF8-A196-22913BACF642}"/>
              </a:ext>
            </a:extLst>
          </p:cNvPr>
          <p:cNvSpPr>
            <a:spLocks noGrp="1"/>
          </p:cNvSpPr>
          <p:nvPr/>
        </p:nvSpPr>
        <p:spPr>
          <a:xfrm>
            <a:off x="7093649" y="4095750"/>
            <a:ext cx="964501" cy="95250"/>
          </a:xfrm>
          <a:prstGeom prst="rect">
            <a:avLst/>
          </a:prstGeom>
          <a:solidFill>
            <a:srgbClr val="156082"/>
          </a:solidFill>
          <a:ln w="0">
            <a:noFill/>
          </a:ln>
        </p:spPr>
        <p:txBody>
          <a:bodyPr/>
          <a:lstStyle/>
          <a:p>
            <a:endParaRPr lang="zh-CN" altLang="en-US"/>
          </a:p>
        </p:txBody>
      </p:sp>
      <p:sp>
        <p:nvSpPr>
          <p:cNvPr id="33" name="interval-30">
            <a:extLst>
              <a:ext uri="{FF2B5EF4-FFF2-40B4-BE49-F238E27FC236}">
                <a16:creationId xmlns:a16="http://schemas.microsoft.com/office/drawing/2014/main" id="{AE2F936C-8BB6-4A16-A636-5C524FAE2732}"/>
              </a:ext>
            </a:extLst>
          </p:cNvPr>
          <p:cNvSpPr>
            <a:spLocks noGrp="1"/>
          </p:cNvSpPr>
          <p:nvPr/>
        </p:nvSpPr>
        <p:spPr>
          <a:xfrm>
            <a:off x="6477000" y="4324350"/>
            <a:ext cx="1581150" cy="95250"/>
          </a:xfrm>
          <a:prstGeom prst="rect">
            <a:avLst/>
          </a:prstGeom>
          <a:solidFill>
            <a:srgbClr val="E97132"/>
          </a:solidFill>
          <a:ln w="0">
            <a:noFill/>
          </a:ln>
        </p:spPr>
        <p:txBody>
          <a:bodyPr/>
          <a:lstStyle/>
          <a:p>
            <a:endParaRPr lang="zh-CN" altLang="en-US"/>
          </a:p>
        </p:txBody>
      </p:sp>
      <p:sp>
        <p:nvSpPr>
          <p:cNvPr id="34" name="allen-text-31">
            <a:extLst>
              <a:ext uri="{FF2B5EF4-FFF2-40B4-BE49-F238E27FC236}">
                <a16:creationId xmlns:a16="http://schemas.microsoft.com/office/drawing/2014/main" id="{BDB65481-E8D6-47D7-89A5-27DFD3382ED0}"/>
              </a:ext>
            </a:extLst>
          </p:cNvPr>
          <p:cNvSpPr>
            <a:spLocks noGrp="1"/>
          </p:cNvSpPr>
          <p:nvPr/>
        </p:nvSpPr>
        <p:spPr>
          <a:xfrm>
            <a:off x="914400" y="5095875"/>
            <a:ext cx="1181100" cy="381000"/>
          </a:xfrm>
          <a:prstGeom prst="rect">
            <a:avLst/>
          </a:prstGeom>
          <a:noFill/>
          <a:ln w="0">
            <a:noFill/>
          </a:ln>
        </p:spPr>
        <p:txBody>
          <a:bodyPr wrap="square" lIns="0" tIns="0" rIns="0" bIns="0" anchor="ctr">
            <a:noAutofit/>
          </a:bodyPr>
          <a:lstStyle>
            <a:defPPr algn="l">
              <a:defRPr sz="2100" b="1">
                <a:solidFill>
                  <a:srgbClr val="7030A0"/>
                </a:solidFill>
                <a:latin typeface="Arial"/>
                <a:ea typeface="Arial"/>
                <a:cs typeface="Arial"/>
              </a:defRPr>
            </a:defPPr>
            <a:lvl1pPr algn="l">
              <a:buNone/>
              <a:defRPr sz="2100" b="1">
                <a:solidFill>
                  <a:srgbClr val="7030A0"/>
                </a:solidFill>
                <a:latin typeface="Arial"/>
                <a:ea typeface="Arial"/>
                <a:cs typeface="Arial"/>
              </a:defRPr>
            </a:lvl1pPr>
            <a:lvl2pPr algn="l">
              <a:buNone/>
              <a:defRPr sz="2100" b="1">
                <a:solidFill>
                  <a:srgbClr val="7030A0"/>
                </a:solidFill>
                <a:latin typeface="Arial"/>
                <a:ea typeface="Arial"/>
                <a:cs typeface="Arial"/>
              </a:defRPr>
            </a:lvl2pPr>
            <a:lvl3pPr algn="l">
              <a:buNone/>
              <a:defRPr sz="2100" b="1">
                <a:solidFill>
                  <a:srgbClr val="7030A0"/>
                </a:solidFill>
                <a:latin typeface="Arial"/>
                <a:ea typeface="Arial"/>
                <a:cs typeface="Arial"/>
              </a:defRPr>
            </a:lvl3pPr>
            <a:lvl4pPr algn="l">
              <a:buNone/>
              <a:defRPr sz="2100" b="1">
                <a:solidFill>
                  <a:srgbClr val="7030A0"/>
                </a:solidFill>
                <a:latin typeface="Arial"/>
                <a:ea typeface="Arial"/>
                <a:cs typeface="Arial"/>
              </a:defRPr>
            </a:lvl4pPr>
            <a:lvl5pPr algn="l">
              <a:buNone/>
              <a:defRPr sz="2100" b="1">
                <a:solidFill>
                  <a:srgbClr val="7030A0"/>
                </a:solidFill>
                <a:latin typeface="Arial"/>
                <a:ea typeface="Arial"/>
                <a:cs typeface="Arial"/>
              </a:defRPr>
            </a:lvl5pPr>
            <a:lvl6pPr algn="l">
              <a:buNone/>
              <a:defRPr sz="2100" b="1">
                <a:solidFill>
                  <a:srgbClr val="7030A0"/>
                </a:solidFill>
                <a:latin typeface="Arial"/>
                <a:ea typeface="Arial"/>
                <a:cs typeface="Arial"/>
              </a:defRPr>
            </a:lvl6pPr>
            <a:lvl7pPr algn="l">
              <a:buNone/>
              <a:defRPr sz="2100" b="1">
                <a:solidFill>
                  <a:srgbClr val="7030A0"/>
                </a:solidFill>
                <a:latin typeface="Arial"/>
                <a:ea typeface="Arial"/>
                <a:cs typeface="Arial"/>
              </a:defRPr>
            </a:lvl7pPr>
            <a:lvl8pPr algn="l">
              <a:buNone/>
              <a:defRPr sz="2100" b="1">
                <a:solidFill>
                  <a:srgbClr val="7030A0"/>
                </a:solidFill>
                <a:latin typeface="Arial"/>
                <a:ea typeface="Arial"/>
                <a:cs typeface="Arial"/>
              </a:defRPr>
            </a:lvl8pPr>
            <a:lvl9pPr algn="l">
              <a:buNone/>
              <a:defRPr sz="2100" b="1">
                <a:solidFill>
                  <a:srgbClr val="7030A0"/>
                </a:solidFill>
                <a:latin typeface="Arial"/>
                <a:ea typeface="Arial"/>
                <a:cs typeface="Arial"/>
              </a:defRPr>
            </a:lvl9pPr>
          </a:lstStyle>
          <a:p>
            <a:pPr algn="l">
              <a:buNone/>
              <a:defRPr sz="2100" b="1">
                <a:solidFill>
                  <a:srgbClr val="7030A0"/>
                </a:solidFill>
                <a:latin typeface="Arial"/>
                <a:ea typeface="Arial"/>
                <a:cs typeface="Arial"/>
              </a:defRPr>
            </a:pPr>
            <a:r>
              <a:rPr sz="2100" b="1">
                <a:solidFill>
                  <a:srgbClr val="7030A0"/>
                </a:solidFill>
                <a:latin typeface="Arial"/>
                <a:ea typeface="Arial"/>
                <a:cs typeface="Arial"/>
              </a:rPr>
              <a:t>SYNC</a:t>
            </a:r>
          </a:p>
        </p:txBody>
      </p:sp>
      <p:cxnSp>
        <p:nvCxnSpPr>
          <p:cNvPr id="35" name="直接箭头连接符 34">
            <a:extLst>
              <a:ext uri="{FF2B5EF4-FFF2-40B4-BE49-F238E27FC236}">
                <a16:creationId xmlns:a16="http://schemas.microsoft.com/office/drawing/2014/main" id="{808E66E1-0CC8-4FD9-A18C-C6FE180AF30A}"/>
              </a:ext>
            </a:extLst>
          </p:cNvPr>
          <p:cNvCxnSpPr/>
          <p:nvPr/>
        </p:nvCxnSpPr>
        <p:spPr>
          <a:xfrm>
            <a:off x="2019300" y="5286375"/>
            <a:ext cx="419100" cy="0"/>
          </a:xfrm>
          <a:prstGeom prst="straightConnector1">
            <a:avLst/>
          </a:prstGeom>
          <a:ln w="19050">
            <a:solidFill>
              <a:srgbClr val="A5B0B5"/>
            </a:solidFill>
            <a:prstDash val="solid"/>
            <a:tailEnd type="triangle" w="sm" len="sm"/>
          </a:ln>
        </p:spPr>
      </p:cxnSp>
      <p:sp>
        <p:nvSpPr>
          <p:cNvPr id="36" name="allen-text-32">
            <a:extLst>
              <a:ext uri="{FF2B5EF4-FFF2-40B4-BE49-F238E27FC236}">
                <a16:creationId xmlns:a16="http://schemas.microsoft.com/office/drawing/2014/main" id="{302109B8-C8C7-4BD2-BF8D-29BA24607921}"/>
              </a:ext>
            </a:extLst>
          </p:cNvPr>
          <p:cNvSpPr>
            <a:spLocks noGrp="1"/>
          </p:cNvSpPr>
          <p:nvPr/>
        </p:nvSpPr>
        <p:spPr>
          <a:xfrm>
            <a:off x="2600325" y="4791075"/>
            <a:ext cx="1714500" cy="266700"/>
          </a:xfrm>
          <a:prstGeom prst="rect">
            <a:avLst/>
          </a:prstGeom>
          <a:noFill/>
          <a:ln w="0">
            <a:noFill/>
          </a:ln>
        </p:spPr>
        <p:txBody>
          <a:bodyPr wrap="square" lIns="0" tIns="0" rIns="0" bIns="0" anchor="ctr">
            <a:noAutofit/>
          </a:bodyPr>
          <a:lstStyle>
            <a:defPPr algn="ctr">
              <a:defRPr sz="1725" b="0">
                <a:solidFill>
                  <a:srgbClr val="111111"/>
                </a:solidFill>
                <a:latin typeface="Arial"/>
                <a:ea typeface="Arial"/>
                <a:cs typeface="Arial"/>
              </a:defRPr>
            </a:defPPr>
            <a:lvl1pPr algn="ctr">
              <a:buNone/>
              <a:defRPr sz="1725" b="0">
                <a:solidFill>
                  <a:srgbClr val="111111"/>
                </a:solidFill>
                <a:latin typeface="Arial"/>
                <a:ea typeface="Arial"/>
                <a:cs typeface="Arial"/>
              </a:defRPr>
            </a:lvl1pPr>
            <a:lvl2pPr algn="ctr">
              <a:buNone/>
              <a:defRPr sz="1725" b="0">
                <a:solidFill>
                  <a:srgbClr val="111111"/>
                </a:solidFill>
                <a:latin typeface="Arial"/>
                <a:ea typeface="Arial"/>
                <a:cs typeface="Arial"/>
              </a:defRPr>
            </a:lvl2pPr>
            <a:lvl3pPr algn="ctr">
              <a:buNone/>
              <a:defRPr sz="1725" b="0">
                <a:solidFill>
                  <a:srgbClr val="111111"/>
                </a:solidFill>
                <a:latin typeface="Arial"/>
                <a:ea typeface="Arial"/>
                <a:cs typeface="Arial"/>
              </a:defRPr>
            </a:lvl3pPr>
            <a:lvl4pPr algn="ctr">
              <a:buNone/>
              <a:defRPr sz="1725" b="0">
                <a:solidFill>
                  <a:srgbClr val="111111"/>
                </a:solidFill>
                <a:latin typeface="Arial"/>
                <a:ea typeface="Arial"/>
                <a:cs typeface="Arial"/>
              </a:defRPr>
            </a:lvl4pPr>
            <a:lvl5pPr algn="ctr">
              <a:buNone/>
              <a:defRPr sz="1725" b="0">
                <a:solidFill>
                  <a:srgbClr val="111111"/>
                </a:solidFill>
                <a:latin typeface="Arial"/>
                <a:ea typeface="Arial"/>
                <a:cs typeface="Arial"/>
              </a:defRPr>
            </a:lvl5pPr>
            <a:lvl6pPr algn="ctr">
              <a:buNone/>
              <a:defRPr sz="1725" b="0">
                <a:solidFill>
                  <a:srgbClr val="111111"/>
                </a:solidFill>
                <a:latin typeface="Arial"/>
                <a:ea typeface="Arial"/>
                <a:cs typeface="Arial"/>
              </a:defRPr>
            </a:lvl6pPr>
            <a:lvl7pPr algn="ctr">
              <a:buNone/>
              <a:defRPr sz="1725" b="0">
                <a:solidFill>
                  <a:srgbClr val="111111"/>
                </a:solidFill>
                <a:latin typeface="Arial"/>
                <a:ea typeface="Arial"/>
                <a:cs typeface="Arial"/>
              </a:defRPr>
            </a:lvl7pPr>
            <a:lvl8pPr algn="ctr">
              <a:buNone/>
              <a:defRPr sz="1725" b="0">
                <a:solidFill>
                  <a:srgbClr val="111111"/>
                </a:solidFill>
                <a:latin typeface="Arial"/>
                <a:ea typeface="Arial"/>
                <a:cs typeface="Arial"/>
              </a:defRPr>
            </a:lvl8pPr>
            <a:lvl9pPr algn="ctr">
              <a:buNone/>
              <a:defRPr sz="1725" b="0">
                <a:solidFill>
                  <a:srgbClr val="111111"/>
                </a:solidFill>
                <a:latin typeface="Arial"/>
                <a:ea typeface="Arial"/>
                <a:cs typeface="Arial"/>
              </a:defRPr>
            </a:lvl9pPr>
          </a:lstStyle>
          <a:p>
            <a:pPr algn="ctr">
              <a:buNone/>
              <a:defRPr sz="1725" b="0">
                <a:solidFill>
                  <a:srgbClr val="111111"/>
                </a:solidFill>
                <a:latin typeface="Arial"/>
                <a:ea typeface="Arial"/>
                <a:cs typeface="Arial"/>
              </a:defRPr>
            </a:pPr>
            <a:r>
              <a:rPr sz="1725" b="0">
                <a:solidFill>
                  <a:srgbClr val="111111"/>
                </a:solidFill>
                <a:latin typeface="Arial"/>
                <a:ea typeface="Arial"/>
                <a:cs typeface="Arial"/>
              </a:rPr>
              <a:t>equals</a:t>
            </a:r>
          </a:p>
        </p:txBody>
      </p:sp>
      <p:sp>
        <p:nvSpPr>
          <p:cNvPr id="37" name="interval-33">
            <a:extLst>
              <a:ext uri="{FF2B5EF4-FFF2-40B4-BE49-F238E27FC236}">
                <a16:creationId xmlns:a16="http://schemas.microsoft.com/office/drawing/2014/main" id="{2BA8B9E9-EBC7-4ED7-8123-3CF9D71D5797}"/>
              </a:ext>
            </a:extLst>
          </p:cNvPr>
          <p:cNvSpPr>
            <a:spLocks noGrp="1"/>
          </p:cNvSpPr>
          <p:nvPr/>
        </p:nvSpPr>
        <p:spPr>
          <a:xfrm>
            <a:off x="2667000" y="5162550"/>
            <a:ext cx="1581150" cy="95250"/>
          </a:xfrm>
          <a:prstGeom prst="rect">
            <a:avLst/>
          </a:prstGeom>
          <a:solidFill>
            <a:srgbClr val="156082"/>
          </a:solidFill>
          <a:ln w="0">
            <a:noFill/>
          </a:ln>
        </p:spPr>
        <p:txBody>
          <a:bodyPr/>
          <a:lstStyle/>
          <a:p>
            <a:endParaRPr lang="zh-CN" altLang="en-US"/>
          </a:p>
        </p:txBody>
      </p:sp>
      <p:sp>
        <p:nvSpPr>
          <p:cNvPr id="38" name="interval-34">
            <a:extLst>
              <a:ext uri="{FF2B5EF4-FFF2-40B4-BE49-F238E27FC236}">
                <a16:creationId xmlns:a16="http://schemas.microsoft.com/office/drawing/2014/main" id="{18003E63-19C1-4055-B9F4-AD2E2E4B7D94}"/>
              </a:ext>
            </a:extLst>
          </p:cNvPr>
          <p:cNvSpPr>
            <a:spLocks noGrp="1"/>
          </p:cNvSpPr>
          <p:nvPr/>
        </p:nvSpPr>
        <p:spPr>
          <a:xfrm>
            <a:off x="2667000" y="5391150"/>
            <a:ext cx="1581150" cy="95250"/>
          </a:xfrm>
          <a:prstGeom prst="rect">
            <a:avLst/>
          </a:prstGeom>
          <a:solidFill>
            <a:srgbClr val="E97132"/>
          </a:solidFill>
          <a:ln w="0">
            <a:noFill/>
          </a:ln>
        </p:spPr>
        <p:txBody>
          <a:bodyPr/>
          <a:lstStyle/>
          <a:p>
            <a:endParaRPr lang="zh-CN" altLang="en-US"/>
          </a:p>
        </p:txBody>
      </p:sp>
      <p:sp>
        <p:nvSpPr>
          <p:cNvPr id="39" name="allen-text-35">
            <a:extLst>
              <a:ext uri="{FF2B5EF4-FFF2-40B4-BE49-F238E27FC236}">
                <a16:creationId xmlns:a16="http://schemas.microsoft.com/office/drawing/2014/main" id="{A2D99B96-03A4-457D-B0F4-DB8535ED36BB}"/>
              </a:ext>
            </a:extLst>
          </p:cNvPr>
          <p:cNvSpPr>
            <a:spLocks noGrp="1"/>
          </p:cNvSpPr>
          <p:nvPr/>
        </p:nvSpPr>
        <p:spPr>
          <a:xfrm>
            <a:off x="4572000" y="4800600"/>
            <a:ext cx="762000" cy="304800"/>
          </a:xfrm>
          <a:prstGeom prst="rect">
            <a:avLst/>
          </a:prstGeom>
          <a:noFill/>
          <a:ln w="0">
            <a:noFill/>
          </a:ln>
        </p:spPr>
        <p:txBody>
          <a:bodyPr wrap="square" lIns="0" tIns="0" rIns="0" bIns="0" anchor="ctr">
            <a:noAutofit/>
          </a:bodyPr>
          <a:lstStyle>
            <a:defPPr algn="l">
              <a:defRPr sz="2025" b="1">
                <a:solidFill>
                  <a:srgbClr val="E97132"/>
                </a:solidFill>
                <a:latin typeface="Arial"/>
                <a:ea typeface="Arial"/>
                <a:cs typeface="Arial"/>
              </a:defRPr>
            </a:defPPr>
            <a:lvl1pPr algn="l">
              <a:buNone/>
              <a:defRPr sz="2025" b="1">
                <a:solidFill>
                  <a:srgbClr val="E97132"/>
                </a:solidFill>
                <a:latin typeface="Arial"/>
                <a:ea typeface="Arial"/>
                <a:cs typeface="Arial"/>
              </a:defRPr>
            </a:lvl1pPr>
            <a:lvl2pPr algn="l">
              <a:buNone/>
              <a:defRPr sz="2025" b="1">
                <a:solidFill>
                  <a:srgbClr val="E97132"/>
                </a:solidFill>
                <a:latin typeface="Arial"/>
                <a:ea typeface="Arial"/>
                <a:cs typeface="Arial"/>
              </a:defRPr>
            </a:lvl2pPr>
            <a:lvl3pPr algn="l">
              <a:buNone/>
              <a:defRPr sz="2025" b="1">
                <a:solidFill>
                  <a:srgbClr val="E97132"/>
                </a:solidFill>
                <a:latin typeface="Arial"/>
                <a:ea typeface="Arial"/>
                <a:cs typeface="Arial"/>
              </a:defRPr>
            </a:lvl3pPr>
            <a:lvl4pPr algn="l">
              <a:buNone/>
              <a:defRPr sz="2025" b="1">
                <a:solidFill>
                  <a:srgbClr val="E97132"/>
                </a:solidFill>
                <a:latin typeface="Arial"/>
                <a:ea typeface="Arial"/>
                <a:cs typeface="Arial"/>
              </a:defRPr>
            </a:lvl4pPr>
            <a:lvl5pPr algn="l">
              <a:buNone/>
              <a:defRPr sz="2025" b="1">
                <a:solidFill>
                  <a:srgbClr val="E97132"/>
                </a:solidFill>
                <a:latin typeface="Arial"/>
                <a:ea typeface="Arial"/>
                <a:cs typeface="Arial"/>
              </a:defRPr>
            </a:lvl5pPr>
            <a:lvl6pPr algn="l">
              <a:buNone/>
              <a:defRPr sz="2025" b="1">
                <a:solidFill>
                  <a:srgbClr val="E97132"/>
                </a:solidFill>
                <a:latin typeface="Arial"/>
                <a:ea typeface="Arial"/>
                <a:cs typeface="Arial"/>
              </a:defRPr>
            </a:lvl6pPr>
            <a:lvl7pPr algn="l">
              <a:buNone/>
              <a:defRPr sz="2025" b="1">
                <a:solidFill>
                  <a:srgbClr val="E97132"/>
                </a:solidFill>
                <a:latin typeface="Arial"/>
                <a:ea typeface="Arial"/>
                <a:cs typeface="Arial"/>
              </a:defRPr>
            </a:lvl7pPr>
            <a:lvl8pPr algn="l">
              <a:buNone/>
              <a:defRPr sz="2025" b="1">
                <a:solidFill>
                  <a:srgbClr val="E97132"/>
                </a:solidFill>
                <a:latin typeface="Arial"/>
                <a:ea typeface="Arial"/>
                <a:cs typeface="Arial"/>
              </a:defRPr>
            </a:lvl8pPr>
            <a:lvl9pPr algn="l">
              <a:buNone/>
              <a:defRPr sz="2025" b="1">
                <a:solidFill>
                  <a:srgbClr val="E97132"/>
                </a:solidFill>
                <a:latin typeface="Arial"/>
                <a:ea typeface="Arial"/>
                <a:cs typeface="Arial"/>
              </a:defRPr>
            </a:lvl9pPr>
          </a:lstStyle>
          <a:p>
            <a:pPr algn="l">
              <a:buNone/>
              <a:defRPr sz="2025" b="1">
                <a:solidFill>
                  <a:srgbClr val="E97132"/>
                </a:solidFill>
                <a:latin typeface="Arial"/>
                <a:ea typeface="Arial"/>
                <a:cs typeface="Arial"/>
              </a:defRPr>
            </a:pPr>
            <a:r>
              <a:rPr sz="2025" b="1">
                <a:solidFill>
                  <a:srgbClr val="E97132"/>
                </a:solidFill>
                <a:latin typeface="Arial"/>
                <a:ea typeface="Arial"/>
                <a:cs typeface="Arial"/>
              </a:rPr>
              <a:t>OR</a:t>
            </a:r>
          </a:p>
        </p:txBody>
      </p:sp>
      <p:sp>
        <p:nvSpPr>
          <p:cNvPr id="40" name="allen-text-36">
            <a:extLst>
              <a:ext uri="{FF2B5EF4-FFF2-40B4-BE49-F238E27FC236}">
                <a16:creationId xmlns:a16="http://schemas.microsoft.com/office/drawing/2014/main" id="{1DE9385E-58E2-4C54-A45C-E7DC026810FE}"/>
              </a:ext>
            </a:extLst>
          </p:cNvPr>
          <p:cNvSpPr>
            <a:spLocks noGrp="1"/>
          </p:cNvSpPr>
          <p:nvPr/>
        </p:nvSpPr>
        <p:spPr>
          <a:xfrm>
            <a:off x="4572000" y="5143500"/>
            <a:ext cx="3648075" cy="504825"/>
          </a:xfrm>
          <a:prstGeom prst="rect">
            <a:avLst/>
          </a:prstGeom>
          <a:noFill/>
          <a:ln w="0">
            <a:noFill/>
          </a:ln>
        </p:spPr>
        <p:txBody>
          <a:bodyPr wrap="square" lIns="0" tIns="0" rIns="0" bIns="0" anchor="ctr">
            <a:noAutofit/>
          </a:bodyPr>
          <a:lstStyle>
            <a:defPPr algn="l">
              <a:defRPr sz="1725" b="0">
                <a:solidFill>
                  <a:srgbClr val="111111"/>
                </a:solidFill>
                <a:latin typeface="Arial"/>
                <a:ea typeface="Arial"/>
                <a:cs typeface="Arial"/>
              </a:defRPr>
            </a:defPPr>
            <a:lvl1pPr algn="l">
              <a:buNone/>
              <a:defRPr sz="1725" b="0">
                <a:solidFill>
                  <a:srgbClr val="111111"/>
                </a:solidFill>
                <a:latin typeface="Arial"/>
                <a:ea typeface="Arial"/>
                <a:cs typeface="Arial"/>
              </a:defRPr>
            </a:lvl1pPr>
            <a:lvl2pPr algn="l">
              <a:buNone/>
              <a:defRPr sz="1725" b="0">
                <a:solidFill>
                  <a:srgbClr val="111111"/>
                </a:solidFill>
                <a:latin typeface="Arial"/>
                <a:ea typeface="Arial"/>
                <a:cs typeface="Arial"/>
              </a:defRPr>
            </a:lvl2pPr>
            <a:lvl3pPr algn="l">
              <a:buNone/>
              <a:defRPr sz="1725" b="0">
                <a:solidFill>
                  <a:srgbClr val="111111"/>
                </a:solidFill>
                <a:latin typeface="Arial"/>
                <a:ea typeface="Arial"/>
                <a:cs typeface="Arial"/>
              </a:defRPr>
            </a:lvl3pPr>
            <a:lvl4pPr algn="l">
              <a:buNone/>
              <a:defRPr sz="1725" b="0">
                <a:solidFill>
                  <a:srgbClr val="111111"/>
                </a:solidFill>
                <a:latin typeface="Arial"/>
                <a:ea typeface="Arial"/>
                <a:cs typeface="Arial"/>
              </a:defRPr>
            </a:lvl4pPr>
            <a:lvl5pPr algn="l">
              <a:buNone/>
              <a:defRPr sz="1725" b="0">
                <a:solidFill>
                  <a:srgbClr val="111111"/>
                </a:solidFill>
                <a:latin typeface="Arial"/>
                <a:ea typeface="Arial"/>
                <a:cs typeface="Arial"/>
              </a:defRPr>
            </a:lvl5pPr>
            <a:lvl6pPr algn="l">
              <a:buNone/>
              <a:defRPr sz="1725" b="0">
                <a:solidFill>
                  <a:srgbClr val="111111"/>
                </a:solidFill>
                <a:latin typeface="Arial"/>
                <a:ea typeface="Arial"/>
                <a:cs typeface="Arial"/>
              </a:defRPr>
            </a:lvl6pPr>
            <a:lvl7pPr algn="l">
              <a:buNone/>
              <a:defRPr sz="1725" b="0">
                <a:solidFill>
                  <a:srgbClr val="111111"/>
                </a:solidFill>
                <a:latin typeface="Arial"/>
                <a:ea typeface="Arial"/>
                <a:cs typeface="Arial"/>
              </a:defRPr>
            </a:lvl7pPr>
            <a:lvl8pPr algn="l">
              <a:buNone/>
              <a:defRPr sz="1725" b="0">
                <a:solidFill>
                  <a:srgbClr val="111111"/>
                </a:solidFill>
                <a:latin typeface="Arial"/>
                <a:ea typeface="Arial"/>
                <a:cs typeface="Arial"/>
              </a:defRPr>
            </a:lvl8pPr>
            <a:lvl9pPr algn="l">
              <a:buNone/>
              <a:defRPr sz="1725" b="0">
                <a:solidFill>
                  <a:srgbClr val="111111"/>
                </a:solidFill>
                <a:latin typeface="Arial"/>
                <a:ea typeface="Arial"/>
                <a:cs typeface="Arial"/>
              </a:defRPr>
            </a:lvl9pPr>
          </a:lstStyle>
          <a:p>
            <a:pPr algn="l">
              <a:buNone/>
              <a:defRPr sz="1725" b="0">
                <a:solidFill>
                  <a:srgbClr val="111111"/>
                </a:solidFill>
                <a:latin typeface="Arial"/>
                <a:ea typeface="Arial"/>
                <a:cs typeface="Arial"/>
              </a:defRPr>
            </a:pPr>
            <a:r>
              <a:rPr sz="1725" b="0">
                <a:solidFill>
                  <a:srgbClr val="111111"/>
                </a:solidFill>
                <a:latin typeface="Arial"/>
                <a:ea typeface="Arial"/>
                <a:cs typeface="Arial"/>
              </a:rPr>
              <a:t>Semantic alternatives for the same interval</a:t>
            </a:r>
          </a:p>
        </p:txBody>
      </p:sp>
      <p:sp>
        <p:nvSpPr>
          <p:cNvPr id="41" name="allen-text-37">
            <a:extLst>
              <a:ext uri="{FF2B5EF4-FFF2-40B4-BE49-F238E27FC236}">
                <a16:creationId xmlns:a16="http://schemas.microsoft.com/office/drawing/2014/main" id="{EDD58EB6-D245-4599-921B-8A5D0ECE365D}"/>
              </a:ext>
            </a:extLst>
          </p:cNvPr>
          <p:cNvSpPr>
            <a:spLocks noGrp="1"/>
          </p:cNvSpPr>
          <p:nvPr/>
        </p:nvSpPr>
        <p:spPr>
          <a:xfrm>
            <a:off x="914400" y="5781675"/>
            <a:ext cx="7524750" cy="285750"/>
          </a:xfrm>
          <a:prstGeom prst="rect">
            <a:avLst/>
          </a:prstGeom>
          <a:noFill/>
          <a:ln w="0">
            <a:noFill/>
          </a:ln>
        </p:spPr>
        <p:txBody>
          <a:bodyPr wrap="square" lIns="0" tIns="0" rIns="0" bIns="0" anchor="ctr">
            <a:noAutofit/>
          </a:bodyPr>
          <a:lstStyle>
            <a:defPPr algn="l">
              <a:defRPr sz="1725" b="0">
                <a:solidFill>
                  <a:srgbClr val="111111"/>
                </a:solidFill>
                <a:latin typeface="Arial"/>
                <a:ea typeface="Arial"/>
                <a:cs typeface="Arial"/>
              </a:defRPr>
            </a:defPPr>
            <a:lvl1pPr algn="l">
              <a:buNone/>
              <a:defRPr sz="1725" b="0">
                <a:solidFill>
                  <a:srgbClr val="111111"/>
                </a:solidFill>
                <a:latin typeface="Arial"/>
                <a:ea typeface="Arial"/>
                <a:cs typeface="Arial"/>
              </a:defRPr>
            </a:lvl1pPr>
            <a:lvl2pPr algn="l">
              <a:buNone/>
              <a:defRPr sz="1725" b="0">
                <a:solidFill>
                  <a:srgbClr val="111111"/>
                </a:solidFill>
                <a:latin typeface="Arial"/>
                <a:ea typeface="Arial"/>
                <a:cs typeface="Arial"/>
              </a:defRPr>
            </a:lvl2pPr>
            <a:lvl3pPr algn="l">
              <a:buNone/>
              <a:defRPr sz="1725" b="0">
                <a:solidFill>
                  <a:srgbClr val="111111"/>
                </a:solidFill>
                <a:latin typeface="Arial"/>
                <a:ea typeface="Arial"/>
                <a:cs typeface="Arial"/>
              </a:defRPr>
            </a:lvl3pPr>
            <a:lvl4pPr algn="l">
              <a:buNone/>
              <a:defRPr sz="1725" b="0">
                <a:solidFill>
                  <a:srgbClr val="111111"/>
                </a:solidFill>
                <a:latin typeface="Arial"/>
                <a:ea typeface="Arial"/>
                <a:cs typeface="Arial"/>
              </a:defRPr>
            </a:lvl4pPr>
            <a:lvl5pPr algn="l">
              <a:buNone/>
              <a:defRPr sz="1725" b="0">
                <a:solidFill>
                  <a:srgbClr val="111111"/>
                </a:solidFill>
                <a:latin typeface="Arial"/>
                <a:ea typeface="Arial"/>
                <a:cs typeface="Arial"/>
              </a:defRPr>
            </a:lvl5pPr>
            <a:lvl6pPr algn="l">
              <a:buNone/>
              <a:defRPr sz="1725" b="0">
                <a:solidFill>
                  <a:srgbClr val="111111"/>
                </a:solidFill>
                <a:latin typeface="Arial"/>
                <a:ea typeface="Arial"/>
                <a:cs typeface="Arial"/>
              </a:defRPr>
            </a:lvl6pPr>
            <a:lvl7pPr algn="l">
              <a:buNone/>
              <a:defRPr sz="1725" b="0">
                <a:solidFill>
                  <a:srgbClr val="111111"/>
                </a:solidFill>
                <a:latin typeface="Arial"/>
                <a:ea typeface="Arial"/>
                <a:cs typeface="Arial"/>
              </a:defRPr>
            </a:lvl7pPr>
            <a:lvl8pPr algn="l">
              <a:buNone/>
              <a:defRPr sz="1725" b="0">
                <a:solidFill>
                  <a:srgbClr val="111111"/>
                </a:solidFill>
                <a:latin typeface="Arial"/>
                <a:ea typeface="Arial"/>
                <a:cs typeface="Arial"/>
              </a:defRPr>
            </a:lvl8pPr>
            <a:lvl9pPr algn="l">
              <a:buNone/>
              <a:defRPr sz="1725" b="0">
                <a:solidFill>
                  <a:srgbClr val="111111"/>
                </a:solidFill>
                <a:latin typeface="Arial"/>
                <a:ea typeface="Arial"/>
                <a:cs typeface="Arial"/>
              </a:defRPr>
            </a:lvl9pPr>
          </a:lstStyle>
          <a:p>
            <a:pPr algn="l">
              <a:buNone/>
              <a:defRPr sz="1725" b="0">
                <a:solidFill>
                  <a:srgbClr val="111111"/>
                </a:solidFill>
                <a:latin typeface="Arial"/>
                <a:ea typeface="Arial"/>
                <a:cs typeface="Arial"/>
              </a:defRPr>
            </a:pPr>
            <a:r>
              <a:rPr sz="1725" b="0">
                <a:solidFill>
                  <a:srgbClr val="111111"/>
                </a:solidFill>
                <a:latin typeface="Arial"/>
                <a:ea typeface="Arial"/>
                <a:cs typeface="Arial"/>
              </a:rPr>
              <a:t>Swapping A and B gives the six converse relations:</a:t>
            </a:r>
          </a:p>
        </p:txBody>
      </p:sp>
      <p:sp>
        <p:nvSpPr>
          <p:cNvPr id="42" name="allen-text-38">
            <a:extLst>
              <a:ext uri="{FF2B5EF4-FFF2-40B4-BE49-F238E27FC236}">
                <a16:creationId xmlns:a16="http://schemas.microsoft.com/office/drawing/2014/main" id="{0D6B8954-E4F1-409A-BDC1-870DCE97D6D8}"/>
              </a:ext>
            </a:extLst>
          </p:cNvPr>
          <p:cNvSpPr>
            <a:spLocks noGrp="1"/>
          </p:cNvSpPr>
          <p:nvPr/>
        </p:nvSpPr>
        <p:spPr>
          <a:xfrm>
            <a:off x="914400" y="6096000"/>
            <a:ext cx="7620000" cy="257175"/>
          </a:xfrm>
          <a:prstGeom prst="rect">
            <a:avLst/>
          </a:prstGeom>
          <a:noFill/>
          <a:ln w="0">
            <a:noFill/>
          </a:ln>
        </p:spPr>
        <p:txBody>
          <a:bodyPr wrap="square" lIns="0" tIns="0" rIns="0" bIns="0" anchor="ctr">
            <a:noAutofit/>
          </a:bodyPr>
          <a:lstStyle>
            <a:defPPr algn="l">
              <a:defRPr sz="1500" b="0">
                <a:solidFill>
                  <a:srgbClr val="777777"/>
                </a:solidFill>
                <a:latin typeface="Arial"/>
                <a:ea typeface="Arial"/>
                <a:cs typeface="Arial"/>
              </a:defRPr>
            </a:defPPr>
            <a:lvl1pPr algn="l">
              <a:buNone/>
              <a:defRPr sz="1500" b="0">
                <a:solidFill>
                  <a:srgbClr val="777777"/>
                </a:solidFill>
                <a:latin typeface="Arial"/>
                <a:ea typeface="Arial"/>
                <a:cs typeface="Arial"/>
              </a:defRPr>
            </a:lvl1pPr>
            <a:lvl2pPr algn="l">
              <a:buNone/>
              <a:defRPr sz="1500" b="0">
                <a:solidFill>
                  <a:srgbClr val="777777"/>
                </a:solidFill>
                <a:latin typeface="Arial"/>
                <a:ea typeface="Arial"/>
                <a:cs typeface="Arial"/>
              </a:defRPr>
            </a:lvl2pPr>
            <a:lvl3pPr algn="l">
              <a:buNone/>
              <a:defRPr sz="1500" b="0">
                <a:solidFill>
                  <a:srgbClr val="777777"/>
                </a:solidFill>
                <a:latin typeface="Arial"/>
                <a:ea typeface="Arial"/>
                <a:cs typeface="Arial"/>
              </a:defRPr>
            </a:lvl3pPr>
            <a:lvl4pPr algn="l">
              <a:buNone/>
              <a:defRPr sz="1500" b="0">
                <a:solidFill>
                  <a:srgbClr val="777777"/>
                </a:solidFill>
                <a:latin typeface="Arial"/>
                <a:ea typeface="Arial"/>
                <a:cs typeface="Arial"/>
              </a:defRPr>
            </a:lvl4pPr>
            <a:lvl5pPr algn="l">
              <a:buNone/>
              <a:defRPr sz="1500" b="0">
                <a:solidFill>
                  <a:srgbClr val="777777"/>
                </a:solidFill>
                <a:latin typeface="Arial"/>
                <a:ea typeface="Arial"/>
                <a:cs typeface="Arial"/>
              </a:defRPr>
            </a:lvl5pPr>
            <a:lvl6pPr algn="l">
              <a:buNone/>
              <a:defRPr sz="1500" b="0">
                <a:solidFill>
                  <a:srgbClr val="777777"/>
                </a:solidFill>
                <a:latin typeface="Arial"/>
                <a:ea typeface="Arial"/>
                <a:cs typeface="Arial"/>
              </a:defRPr>
            </a:lvl6pPr>
            <a:lvl7pPr algn="l">
              <a:buNone/>
              <a:defRPr sz="1500" b="0">
                <a:solidFill>
                  <a:srgbClr val="777777"/>
                </a:solidFill>
                <a:latin typeface="Arial"/>
                <a:ea typeface="Arial"/>
                <a:cs typeface="Arial"/>
              </a:defRPr>
            </a:lvl7pPr>
            <a:lvl8pPr algn="l">
              <a:buNone/>
              <a:defRPr sz="1500" b="0">
                <a:solidFill>
                  <a:srgbClr val="777777"/>
                </a:solidFill>
                <a:latin typeface="Arial"/>
                <a:ea typeface="Arial"/>
                <a:cs typeface="Arial"/>
              </a:defRPr>
            </a:lvl8pPr>
            <a:lvl9pPr algn="l">
              <a:buNone/>
              <a:defRPr sz="1500" b="0">
                <a:solidFill>
                  <a:srgbClr val="777777"/>
                </a:solidFill>
                <a:latin typeface="Arial"/>
                <a:ea typeface="Arial"/>
                <a:cs typeface="Arial"/>
              </a:defRPr>
            </a:lvl9pPr>
          </a:lstStyle>
          <a:p>
            <a:pPr algn="l">
              <a:buNone/>
              <a:defRPr sz="1500" b="0">
                <a:solidFill>
                  <a:srgbClr val="777777"/>
                </a:solidFill>
                <a:latin typeface="Arial"/>
                <a:ea typeface="Arial"/>
                <a:cs typeface="Arial"/>
              </a:defRPr>
            </a:pPr>
            <a:r>
              <a:rPr sz="1500" b="0">
                <a:solidFill>
                  <a:srgbClr val="777777"/>
                </a:solidFill>
                <a:latin typeface="Arial"/>
                <a:ea typeface="Arial"/>
                <a:cs typeface="Arial"/>
              </a:rPr>
              <a:t>met-by, after, overlapped-by, contains, started-by, finished-by</a:t>
            </a:r>
          </a:p>
        </p:txBody>
      </p:sp>
      <p:sp>
        <p:nvSpPr>
          <p:cNvPr id="43" name="直接连接符 42">
            <a:extLst>
              <a:ext uri="{FF2B5EF4-FFF2-40B4-BE49-F238E27FC236}">
                <a16:creationId xmlns:a16="http://schemas.microsoft.com/office/drawing/2014/main" id="{89454831-3FC2-4E3D-84DA-A04361D1034A}"/>
              </a:ext>
            </a:extLst>
          </p:cNvPr>
          <p:cNvSpPr>
            <a:spLocks noGrp="1"/>
          </p:cNvSpPr>
          <p:nvPr/>
        </p:nvSpPr>
        <p:spPr>
          <a:xfrm>
            <a:off x="8696325" y="2324100"/>
            <a:ext cx="0" cy="3848100"/>
          </a:xfrm>
          <a:prstGeom prst="line">
            <a:avLst/>
          </a:prstGeom>
          <a:ln w="12383">
            <a:solidFill>
              <a:srgbClr val="C7CED1"/>
            </a:solidFill>
            <a:prstDash val="solid"/>
          </a:ln>
        </p:spPr>
        <p:txBody>
          <a:bodyPr/>
          <a:lstStyle/>
          <a:p>
            <a:endParaRPr lang="zh-CN" altLang="en-US"/>
          </a:p>
        </p:txBody>
      </p:sp>
      <p:sp>
        <p:nvSpPr>
          <p:cNvPr id="44" name="allen-text-39">
            <a:extLst>
              <a:ext uri="{FF2B5EF4-FFF2-40B4-BE49-F238E27FC236}">
                <a16:creationId xmlns:a16="http://schemas.microsoft.com/office/drawing/2014/main" id="{C81D85BB-7C40-4EE3-900B-2D0119B4DDB1}"/>
              </a:ext>
            </a:extLst>
          </p:cNvPr>
          <p:cNvSpPr>
            <a:spLocks noGrp="1"/>
          </p:cNvSpPr>
          <p:nvPr/>
        </p:nvSpPr>
        <p:spPr>
          <a:xfrm>
            <a:off x="8991600" y="2362200"/>
            <a:ext cx="2600325" cy="666750"/>
          </a:xfrm>
          <a:prstGeom prst="rect">
            <a:avLst/>
          </a:prstGeom>
          <a:noFill/>
          <a:ln w="0">
            <a:noFill/>
          </a:ln>
        </p:spPr>
        <p:txBody>
          <a:bodyPr wrap="square" lIns="0" tIns="0" rIns="0" bIns="0" anchor="ctr">
            <a:noAutofit/>
          </a:bodyPr>
          <a:lstStyle>
            <a:defPPr algn="l">
              <a:defRPr sz="2025" b="1">
                <a:solidFill>
                  <a:srgbClr val="156082"/>
                </a:solidFill>
                <a:latin typeface="Arial"/>
                <a:ea typeface="Arial"/>
                <a:cs typeface="Arial"/>
              </a:defRPr>
            </a:defPPr>
            <a:lvl1pPr algn="l">
              <a:buNone/>
              <a:defRPr sz="2025" b="1">
                <a:solidFill>
                  <a:srgbClr val="156082"/>
                </a:solidFill>
                <a:latin typeface="Arial"/>
                <a:ea typeface="Arial"/>
                <a:cs typeface="Arial"/>
              </a:defRPr>
            </a:lvl1pPr>
            <a:lvl2pPr algn="l">
              <a:buNone/>
              <a:defRPr sz="2025" b="1">
                <a:solidFill>
                  <a:srgbClr val="156082"/>
                </a:solidFill>
                <a:latin typeface="Arial"/>
                <a:ea typeface="Arial"/>
                <a:cs typeface="Arial"/>
              </a:defRPr>
            </a:lvl2pPr>
            <a:lvl3pPr algn="l">
              <a:buNone/>
              <a:defRPr sz="2025" b="1">
                <a:solidFill>
                  <a:srgbClr val="156082"/>
                </a:solidFill>
                <a:latin typeface="Arial"/>
                <a:ea typeface="Arial"/>
                <a:cs typeface="Arial"/>
              </a:defRPr>
            </a:lvl3pPr>
            <a:lvl4pPr algn="l">
              <a:buNone/>
              <a:defRPr sz="2025" b="1">
                <a:solidFill>
                  <a:srgbClr val="156082"/>
                </a:solidFill>
                <a:latin typeface="Arial"/>
                <a:ea typeface="Arial"/>
                <a:cs typeface="Arial"/>
              </a:defRPr>
            </a:lvl4pPr>
            <a:lvl5pPr algn="l">
              <a:buNone/>
              <a:defRPr sz="2025" b="1">
                <a:solidFill>
                  <a:srgbClr val="156082"/>
                </a:solidFill>
                <a:latin typeface="Arial"/>
                <a:ea typeface="Arial"/>
                <a:cs typeface="Arial"/>
              </a:defRPr>
            </a:lvl5pPr>
            <a:lvl6pPr algn="l">
              <a:buNone/>
              <a:defRPr sz="2025" b="1">
                <a:solidFill>
                  <a:srgbClr val="156082"/>
                </a:solidFill>
                <a:latin typeface="Arial"/>
                <a:ea typeface="Arial"/>
                <a:cs typeface="Arial"/>
              </a:defRPr>
            </a:lvl6pPr>
            <a:lvl7pPr algn="l">
              <a:buNone/>
              <a:defRPr sz="2025" b="1">
                <a:solidFill>
                  <a:srgbClr val="156082"/>
                </a:solidFill>
                <a:latin typeface="Arial"/>
                <a:ea typeface="Arial"/>
                <a:cs typeface="Arial"/>
              </a:defRPr>
            </a:lvl7pPr>
            <a:lvl8pPr algn="l">
              <a:buNone/>
              <a:defRPr sz="2025" b="1">
                <a:solidFill>
                  <a:srgbClr val="156082"/>
                </a:solidFill>
                <a:latin typeface="Arial"/>
                <a:ea typeface="Arial"/>
                <a:cs typeface="Arial"/>
              </a:defRPr>
            </a:lvl8pPr>
            <a:lvl9pPr algn="l">
              <a:buNone/>
              <a:defRPr sz="2025" b="1">
                <a:solidFill>
                  <a:srgbClr val="156082"/>
                </a:solidFill>
                <a:latin typeface="Arial"/>
                <a:ea typeface="Arial"/>
                <a:cs typeface="Arial"/>
              </a:defRPr>
            </a:lvl9pPr>
          </a:lstStyle>
          <a:p>
            <a:pPr algn="l">
              <a:buNone/>
              <a:defRPr sz="2025" b="1">
                <a:solidFill>
                  <a:srgbClr val="156082"/>
                </a:solidFill>
                <a:latin typeface="Arial"/>
                <a:ea typeface="Arial"/>
                <a:cs typeface="Arial"/>
              </a:defRPr>
            </a:pPr>
            <a:r>
              <a:rPr sz="2025" b="1">
                <a:solidFill>
                  <a:srgbClr val="156082"/>
                </a:solidFill>
                <a:latin typeface="Arial"/>
                <a:ea typeface="Arial"/>
                <a:cs typeface="Arial"/>
              </a:rPr>
              <a:t>Self-contained,</a:t>
            </a:r>
          </a:p>
          <a:p>
            <a:pPr algn="l">
              <a:buNone/>
              <a:defRPr sz="2025" b="1">
                <a:solidFill>
                  <a:srgbClr val="156082"/>
                </a:solidFill>
                <a:latin typeface="Arial"/>
                <a:ea typeface="Arial"/>
                <a:cs typeface="Arial"/>
              </a:defRPr>
            </a:pPr>
            <a:r>
              <a:rPr sz="2025" b="1">
                <a:solidFill>
                  <a:srgbClr val="156082"/>
                </a:solidFill>
                <a:latin typeface="Arial"/>
                <a:ea typeface="Arial"/>
                <a:cs typeface="Arial"/>
              </a:rPr>
              <a:t>compact events</a:t>
            </a:r>
          </a:p>
        </p:txBody>
      </p:sp>
      <p:sp>
        <p:nvSpPr>
          <p:cNvPr id="45" name="allen-text-40">
            <a:extLst>
              <a:ext uri="{FF2B5EF4-FFF2-40B4-BE49-F238E27FC236}">
                <a16:creationId xmlns:a16="http://schemas.microsoft.com/office/drawing/2014/main" id="{E5C992E8-9792-4995-B2B1-F5965CF27CA1}"/>
              </a:ext>
            </a:extLst>
          </p:cNvPr>
          <p:cNvSpPr>
            <a:spLocks noGrp="1"/>
          </p:cNvSpPr>
          <p:nvPr/>
        </p:nvSpPr>
        <p:spPr>
          <a:xfrm>
            <a:off x="8991600" y="3152775"/>
            <a:ext cx="2581275" cy="790575"/>
          </a:xfrm>
          <a:prstGeom prst="rect">
            <a:avLst/>
          </a:prstGeom>
          <a:noFill/>
          <a:ln w="0">
            <a:noFill/>
          </a:ln>
        </p:spPr>
        <p:txBody>
          <a:bodyPr wrap="square" lIns="0" tIns="0" rIns="0" bIns="0" anchor="ctr">
            <a:noAutofit/>
          </a:bodyPr>
          <a:lstStyle>
            <a:defPPr algn="l">
              <a:defRPr sz="1725" b="0">
                <a:solidFill>
                  <a:srgbClr val="111111"/>
                </a:solidFill>
                <a:latin typeface="Arial"/>
                <a:ea typeface="Arial"/>
                <a:cs typeface="Arial"/>
              </a:defRPr>
            </a:defPPr>
            <a:lvl1pPr algn="l">
              <a:buNone/>
              <a:defRPr sz="1725" b="0">
                <a:solidFill>
                  <a:srgbClr val="111111"/>
                </a:solidFill>
                <a:latin typeface="Arial"/>
                <a:ea typeface="Arial"/>
                <a:cs typeface="Arial"/>
              </a:defRPr>
            </a:lvl1pPr>
            <a:lvl2pPr algn="l">
              <a:buNone/>
              <a:defRPr sz="1725" b="0">
                <a:solidFill>
                  <a:srgbClr val="111111"/>
                </a:solidFill>
                <a:latin typeface="Arial"/>
                <a:ea typeface="Arial"/>
                <a:cs typeface="Arial"/>
              </a:defRPr>
            </a:lvl2pPr>
            <a:lvl3pPr algn="l">
              <a:buNone/>
              <a:defRPr sz="1725" b="0">
                <a:solidFill>
                  <a:srgbClr val="111111"/>
                </a:solidFill>
                <a:latin typeface="Arial"/>
                <a:ea typeface="Arial"/>
                <a:cs typeface="Arial"/>
              </a:defRPr>
            </a:lvl3pPr>
            <a:lvl4pPr algn="l">
              <a:buNone/>
              <a:defRPr sz="1725" b="0">
                <a:solidFill>
                  <a:srgbClr val="111111"/>
                </a:solidFill>
                <a:latin typeface="Arial"/>
                <a:ea typeface="Arial"/>
                <a:cs typeface="Arial"/>
              </a:defRPr>
            </a:lvl4pPr>
            <a:lvl5pPr algn="l">
              <a:buNone/>
              <a:defRPr sz="1725" b="0">
                <a:solidFill>
                  <a:srgbClr val="111111"/>
                </a:solidFill>
                <a:latin typeface="Arial"/>
                <a:ea typeface="Arial"/>
                <a:cs typeface="Arial"/>
              </a:defRPr>
            </a:lvl5pPr>
            <a:lvl6pPr algn="l">
              <a:buNone/>
              <a:defRPr sz="1725" b="0">
                <a:solidFill>
                  <a:srgbClr val="111111"/>
                </a:solidFill>
                <a:latin typeface="Arial"/>
                <a:ea typeface="Arial"/>
                <a:cs typeface="Arial"/>
              </a:defRPr>
            </a:lvl6pPr>
            <a:lvl7pPr algn="l">
              <a:buNone/>
              <a:defRPr sz="1725" b="0">
                <a:solidFill>
                  <a:srgbClr val="111111"/>
                </a:solidFill>
                <a:latin typeface="Arial"/>
                <a:ea typeface="Arial"/>
                <a:cs typeface="Arial"/>
              </a:defRPr>
            </a:lvl7pPr>
            <a:lvl8pPr algn="l">
              <a:buNone/>
              <a:defRPr sz="1725" b="0">
                <a:solidFill>
                  <a:srgbClr val="111111"/>
                </a:solidFill>
                <a:latin typeface="Arial"/>
                <a:ea typeface="Arial"/>
                <a:cs typeface="Arial"/>
              </a:defRPr>
            </a:lvl8pPr>
            <a:lvl9pPr algn="l">
              <a:buNone/>
              <a:defRPr sz="1725" b="0">
                <a:solidFill>
                  <a:srgbClr val="111111"/>
                </a:solidFill>
                <a:latin typeface="Arial"/>
                <a:ea typeface="Arial"/>
                <a:cs typeface="Arial"/>
              </a:defRPr>
            </a:lvl9pPr>
          </a:lstStyle>
          <a:p>
            <a:pPr algn="l">
              <a:buNone/>
              <a:defRPr sz="1725" b="0">
                <a:solidFill>
                  <a:srgbClr val="111111"/>
                </a:solidFill>
                <a:latin typeface="Arial"/>
                <a:ea typeface="Arial"/>
                <a:cs typeface="Arial"/>
              </a:defRPr>
            </a:pPr>
            <a:r>
              <a:rPr sz="1725" b="0">
                <a:solidFill>
                  <a:srgbClr val="111111"/>
                </a:solidFill>
                <a:latin typeface="Arial"/>
                <a:ea typeface="Arial"/>
                <a:cs typeface="Arial"/>
              </a:rPr>
              <a:t>The semantics must cover the event’s full temporal span.</a:t>
            </a:r>
          </a:p>
        </p:txBody>
      </p:sp>
      <p:sp>
        <p:nvSpPr>
          <p:cNvPr id="46" name="interval-41">
            <a:extLst>
              <a:ext uri="{FF2B5EF4-FFF2-40B4-BE49-F238E27FC236}">
                <a16:creationId xmlns:a16="http://schemas.microsoft.com/office/drawing/2014/main" id="{9C297F53-7DBD-40B2-A382-26CA56A78DBB}"/>
              </a:ext>
            </a:extLst>
          </p:cNvPr>
          <p:cNvSpPr>
            <a:spLocks noGrp="1"/>
          </p:cNvSpPr>
          <p:nvPr/>
        </p:nvSpPr>
        <p:spPr>
          <a:xfrm>
            <a:off x="9048750" y="4105275"/>
            <a:ext cx="573786" cy="95250"/>
          </a:xfrm>
          <a:prstGeom prst="rect">
            <a:avLst/>
          </a:prstGeom>
          <a:solidFill>
            <a:srgbClr val="156082"/>
          </a:solidFill>
          <a:ln w="0">
            <a:noFill/>
          </a:ln>
        </p:spPr>
        <p:txBody>
          <a:bodyPr/>
          <a:lstStyle/>
          <a:p>
            <a:endParaRPr lang="zh-CN" altLang="en-US"/>
          </a:p>
        </p:txBody>
      </p:sp>
      <p:sp>
        <p:nvSpPr>
          <p:cNvPr id="47" name="interval-42">
            <a:extLst>
              <a:ext uri="{FF2B5EF4-FFF2-40B4-BE49-F238E27FC236}">
                <a16:creationId xmlns:a16="http://schemas.microsoft.com/office/drawing/2014/main" id="{1EFE344A-1AEA-4994-B74A-8C4C919522D1}"/>
              </a:ext>
            </a:extLst>
          </p:cNvPr>
          <p:cNvSpPr>
            <a:spLocks noGrp="1"/>
          </p:cNvSpPr>
          <p:nvPr/>
        </p:nvSpPr>
        <p:spPr>
          <a:xfrm>
            <a:off x="10865739" y="4333875"/>
            <a:ext cx="573786" cy="95250"/>
          </a:xfrm>
          <a:prstGeom prst="rect">
            <a:avLst/>
          </a:prstGeom>
          <a:solidFill>
            <a:srgbClr val="E97132"/>
          </a:solidFill>
          <a:ln w="0">
            <a:noFill/>
          </a:ln>
        </p:spPr>
        <p:txBody>
          <a:bodyPr/>
          <a:lstStyle/>
          <a:p>
            <a:endParaRPr lang="zh-CN" altLang="en-US"/>
          </a:p>
        </p:txBody>
      </p:sp>
      <p:sp>
        <p:nvSpPr>
          <p:cNvPr id="48" name="直接连接符 47">
            <a:extLst>
              <a:ext uri="{FF2B5EF4-FFF2-40B4-BE49-F238E27FC236}">
                <a16:creationId xmlns:a16="http://schemas.microsoft.com/office/drawing/2014/main" id="{7965EA61-3A1D-4263-836E-59752C076EF5}"/>
              </a:ext>
            </a:extLst>
          </p:cNvPr>
          <p:cNvSpPr>
            <a:spLocks noGrp="1"/>
          </p:cNvSpPr>
          <p:nvPr/>
        </p:nvSpPr>
        <p:spPr>
          <a:xfrm>
            <a:off x="9658350" y="4257675"/>
            <a:ext cx="1152525" cy="0"/>
          </a:xfrm>
          <a:prstGeom prst="line">
            <a:avLst/>
          </a:prstGeom>
          <a:ln w="19050">
            <a:solidFill>
              <a:srgbClr val="B24436"/>
            </a:solidFill>
            <a:prstDash val="solid"/>
          </a:ln>
        </p:spPr>
        <p:txBody>
          <a:bodyPr/>
          <a:lstStyle/>
          <a:p>
            <a:endParaRPr lang="zh-CN" altLang="en-US"/>
          </a:p>
        </p:txBody>
      </p:sp>
      <p:sp>
        <p:nvSpPr>
          <p:cNvPr id="49" name="直接连接符 48">
            <a:extLst>
              <a:ext uri="{FF2B5EF4-FFF2-40B4-BE49-F238E27FC236}">
                <a16:creationId xmlns:a16="http://schemas.microsoft.com/office/drawing/2014/main" id="{77215164-BC37-41FB-B3A0-4CC1B46D7F7E}"/>
              </a:ext>
            </a:extLst>
          </p:cNvPr>
          <p:cNvSpPr>
            <a:spLocks noGrp="1"/>
          </p:cNvSpPr>
          <p:nvPr/>
        </p:nvSpPr>
        <p:spPr>
          <a:xfrm>
            <a:off x="9658350" y="4219575"/>
            <a:ext cx="0" cy="76200"/>
          </a:xfrm>
          <a:prstGeom prst="line">
            <a:avLst/>
          </a:prstGeom>
          <a:ln w="19050">
            <a:solidFill>
              <a:srgbClr val="B24436"/>
            </a:solidFill>
            <a:prstDash val="solid"/>
          </a:ln>
        </p:spPr>
        <p:txBody>
          <a:bodyPr/>
          <a:lstStyle/>
          <a:p>
            <a:endParaRPr lang="zh-CN" altLang="en-US"/>
          </a:p>
        </p:txBody>
      </p:sp>
      <p:sp>
        <p:nvSpPr>
          <p:cNvPr id="50" name="直接连接符 49">
            <a:extLst>
              <a:ext uri="{FF2B5EF4-FFF2-40B4-BE49-F238E27FC236}">
                <a16:creationId xmlns:a16="http://schemas.microsoft.com/office/drawing/2014/main" id="{C8FCE683-DAEE-46CF-9215-E1C73BF688F0}"/>
              </a:ext>
            </a:extLst>
          </p:cNvPr>
          <p:cNvSpPr>
            <a:spLocks noGrp="1"/>
          </p:cNvSpPr>
          <p:nvPr/>
        </p:nvSpPr>
        <p:spPr>
          <a:xfrm>
            <a:off x="10810875" y="4219575"/>
            <a:ext cx="0" cy="76200"/>
          </a:xfrm>
          <a:prstGeom prst="line">
            <a:avLst/>
          </a:prstGeom>
          <a:ln w="19050">
            <a:solidFill>
              <a:srgbClr val="B24436"/>
            </a:solidFill>
            <a:prstDash val="solid"/>
          </a:ln>
        </p:spPr>
        <p:txBody>
          <a:bodyPr/>
          <a:lstStyle/>
          <a:p>
            <a:endParaRPr lang="zh-CN" altLang="en-US"/>
          </a:p>
        </p:txBody>
      </p:sp>
      <p:sp>
        <p:nvSpPr>
          <p:cNvPr id="51" name="allen-text-43">
            <a:extLst>
              <a:ext uri="{FF2B5EF4-FFF2-40B4-BE49-F238E27FC236}">
                <a16:creationId xmlns:a16="http://schemas.microsoft.com/office/drawing/2014/main" id="{80BE1754-4FFD-435A-9785-659992F2E68D}"/>
              </a:ext>
            </a:extLst>
          </p:cNvPr>
          <p:cNvSpPr>
            <a:spLocks noGrp="1"/>
          </p:cNvSpPr>
          <p:nvPr/>
        </p:nvSpPr>
        <p:spPr>
          <a:xfrm>
            <a:off x="9563100" y="4467225"/>
            <a:ext cx="1409700" cy="238125"/>
          </a:xfrm>
          <a:prstGeom prst="rect">
            <a:avLst/>
          </a:prstGeom>
          <a:noFill/>
          <a:ln w="0">
            <a:noFill/>
          </a:ln>
        </p:spPr>
        <p:txBody>
          <a:bodyPr wrap="square" lIns="0" tIns="0" rIns="0" bIns="0" anchor="ctr">
            <a:noAutofit/>
          </a:bodyPr>
          <a:lstStyle>
            <a:defPPr algn="ctr">
              <a:defRPr sz="1425" b="0">
                <a:solidFill>
                  <a:srgbClr val="B24436"/>
                </a:solidFill>
                <a:latin typeface="Arial"/>
                <a:ea typeface="Arial"/>
                <a:cs typeface="Arial"/>
              </a:defRPr>
            </a:defPPr>
            <a:lvl1pPr algn="ctr">
              <a:buNone/>
              <a:defRPr sz="1425" b="0">
                <a:solidFill>
                  <a:srgbClr val="B24436"/>
                </a:solidFill>
                <a:latin typeface="Arial"/>
                <a:ea typeface="Arial"/>
                <a:cs typeface="Arial"/>
              </a:defRPr>
            </a:lvl1pPr>
            <a:lvl2pPr algn="ctr">
              <a:buNone/>
              <a:defRPr sz="1425" b="0">
                <a:solidFill>
                  <a:srgbClr val="B24436"/>
                </a:solidFill>
                <a:latin typeface="Arial"/>
                <a:ea typeface="Arial"/>
                <a:cs typeface="Arial"/>
              </a:defRPr>
            </a:lvl2pPr>
            <a:lvl3pPr algn="ctr">
              <a:buNone/>
              <a:defRPr sz="1425" b="0">
                <a:solidFill>
                  <a:srgbClr val="B24436"/>
                </a:solidFill>
                <a:latin typeface="Arial"/>
                <a:ea typeface="Arial"/>
                <a:cs typeface="Arial"/>
              </a:defRPr>
            </a:lvl3pPr>
            <a:lvl4pPr algn="ctr">
              <a:buNone/>
              <a:defRPr sz="1425" b="0">
                <a:solidFill>
                  <a:srgbClr val="B24436"/>
                </a:solidFill>
                <a:latin typeface="Arial"/>
                <a:ea typeface="Arial"/>
                <a:cs typeface="Arial"/>
              </a:defRPr>
            </a:lvl4pPr>
            <a:lvl5pPr algn="ctr">
              <a:buNone/>
              <a:defRPr sz="1425" b="0">
                <a:solidFill>
                  <a:srgbClr val="B24436"/>
                </a:solidFill>
                <a:latin typeface="Arial"/>
                <a:ea typeface="Arial"/>
                <a:cs typeface="Arial"/>
              </a:defRPr>
            </a:lvl5pPr>
            <a:lvl6pPr algn="ctr">
              <a:buNone/>
              <a:defRPr sz="1425" b="0">
                <a:solidFill>
                  <a:srgbClr val="B24436"/>
                </a:solidFill>
                <a:latin typeface="Arial"/>
                <a:ea typeface="Arial"/>
                <a:cs typeface="Arial"/>
              </a:defRPr>
            </a:lvl6pPr>
            <a:lvl7pPr algn="ctr">
              <a:buNone/>
              <a:defRPr sz="1425" b="0">
                <a:solidFill>
                  <a:srgbClr val="B24436"/>
                </a:solidFill>
                <a:latin typeface="Arial"/>
                <a:ea typeface="Arial"/>
                <a:cs typeface="Arial"/>
              </a:defRPr>
            </a:lvl7pPr>
            <a:lvl8pPr algn="ctr">
              <a:buNone/>
              <a:defRPr sz="1425" b="0">
                <a:solidFill>
                  <a:srgbClr val="B24436"/>
                </a:solidFill>
                <a:latin typeface="Arial"/>
                <a:ea typeface="Arial"/>
                <a:cs typeface="Arial"/>
              </a:defRPr>
            </a:lvl8pPr>
            <a:lvl9pPr algn="ctr">
              <a:buNone/>
              <a:defRPr sz="1425" b="0">
                <a:solidFill>
                  <a:srgbClr val="B24436"/>
                </a:solidFill>
                <a:latin typeface="Arial"/>
                <a:ea typeface="Arial"/>
                <a:cs typeface="Arial"/>
              </a:defRPr>
            </a:lvl9pPr>
          </a:lstStyle>
          <a:p>
            <a:pPr algn="ctr">
              <a:buNone/>
              <a:defRPr sz="1425" b="0">
                <a:solidFill>
                  <a:srgbClr val="B24436"/>
                </a:solidFill>
                <a:latin typeface="Arial"/>
                <a:ea typeface="Arial"/>
                <a:cs typeface="Arial"/>
              </a:defRPr>
            </a:pPr>
            <a:r>
              <a:rPr sz="1425" b="0">
                <a:solidFill>
                  <a:srgbClr val="B24436"/>
                </a:solidFill>
                <a:latin typeface="Arial"/>
                <a:ea typeface="Arial"/>
                <a:cs typeface="Arial"/>
              </a:rPr>
              <a:t>undefined gap</a:t>
            </a:r>
          </a:p>
        </p:txBody>
      </p:sp>
      <p:sp>
        <p:nvSpPr>
          <p:cNvPr id="52" name="allen-text-44">
            <a:extLst>
              <a:ext uri="{FF2B5EF4-FFF2-40B4-BE49-F238E27FC236}">
                <a16:creationId xmlns:a16="http://schemas.microsoft.com/office/drawing/2014/main" id="{74D7BB61-506C-4FF0-81C4-4A533B2E8B71}"/>
              </a:ext>
            </a:extLst>
          </p:cNvPr>
          <p:cNvSpPr>
            <a:spLocks noGrp="1"/>
          </p:cNvSpPr>
          <p:nvPr/>
        </p:nvSpPr>
        <p:spPr>
          <a:xfrm>
            <a:off x="8991600" y="4819650"/>
            <a:ext cx="2619375" cy="609600"/>
          </a:xfrm>
          <a:prstGeom prst="rect">
            <a:avLst/>
          </a:prstGeom>
          <a:noFill/>
          <a:ln w="0">
            <a:noFill/>
          </a:ln>
        </p:spPr>
        <p:txBody>
          <a:bodyPr wrap="square" lIns="0" tIns="0" rIns="0" bIns="0" anchor="ctr">
            <a:noAutofit/>
          </a:bodyPr>
          <a:lstStyle>
            <a:defPPr algn="l">
              <a:defRPr sz="1800" b="1">
                <a:solidFill>
                  <a:srgbClr val="B24436"/>
                </a:solidFill>
                <a:latin typeface="Arial"/>
                <a:ea typeface="Arial"/>
                <a:cs typeface="Arial"/>
              </a:defRPr>
            </a:defPPr>
            <a:lvl1pPr algn="l">
              <a:buNone/>
              <a:defRPr sz="1800" b="1">
                <a:solidFill>
                  <a:srgbClr val="B24436"/>
                </a:solidFill>
                <a:latin typeface="Arial"/>
                <a:ea typeface="Arial"/>
                <a:cs typeface="Arial"/>
              </a:defRPr>
            </a:lvl1pPr>
            <a:lvl2pPr algn="l">
              <a:buNone/>
              <a:defRPr sz="1800" b="1">
                <a:solidFill>
                  <a:srgbClr val="B24436"/>
                </a:solidFill>
                <a:latin typeface="Arial"/>
                <a:ea typeface="Arial"/>
                <a:cs typeface="Arial"/>
              </a:defRPr>
            </a:lvl2pPr>
            <a:lvl3pPr algn="l">
              <a:buNone/>
              <a:defRPr sz="1800" b="1">
                <a:solidFill>
                  <a:srgbClr val="B24436"/>
                </a:solidFill>
                <a:latin typeface="Arial"/>
                <a:ea typeface="Arial"/>
                <a:cs typeface="Arial"/>
              </a:defRPr>
            </a:lvl3pPr>
            <a:lvl4pPr algn="l">
              <a:buNone/>
              <a:defRPr sz="1800" b="1">
                <a:solidFill>
                  <a:srgbClr val="B24436"/>
                </a:solidFill>
                <a:latin typeface="Arial"/>
                <a:ea typeface="Arial"/>
                <a:cs typeface="Arial"/>
              </a:defRPr>
            </a:lvl4pPr>
            <a:lvl5pPr algn="l">
              <a:buNone/>
              <a:defRPr sz="1800" b="1">
                <a:solidFill>
                  <a:srgbClr val="B24436"/>
                </a:solidFill>
                <a:latin typeface="Arial"/>
                <a:ea typeface="Arial"/>
                <a:cs typeface="Arial"/>
              </a:defRPr>
            </a:lvl5pPr>
            <a:lvl6pPr algn="l">
              <a:buNone/>
              <a:defRPr sz="1800" b="1">
                <a:solidFill>
                  <a:srgbClr val="B24436"/>
                </a:solidFill>
                <a:latin typeface="Arial"/>
                <a:ea typeface="Arial"/>
                <a:cs typeface="Arial"/>
              </a:defRPr>
            </a:lvl6pPr>
            <a:lvl7pPr algn="l">
              <a:buNone/>
              <a:defRPr sz="1800" b="1">
                <a:solidFill>
                  <a:srgbClr val="B24436"/>
                </a:solidFill>
                <a:latin typeface="Arial"/>
                <a:ea typeface="Arial"/>
                <a:cs typeface="Arial"/>
              </a:defRPr>
            </a:lvl7pPr>
            <a:lvl8pPr algn="l">
              <a:buNone/>
              <a:defRPr sz="1800" b="1">
                <a:solidFill>
                  <a:srgbClr val="B24436"/>
                </a:solidFill>
                <a:latin typeface="Arial"/>
                <a:ea typeface="Arial"/>
                <a:cs typeface="Arial"/>
              </a:defRPr>
            </a:lvl8pPr>
            <a:lvl9pPr algn="l">
              <a:buNone/>
              <a:defRPr sz="1800" b="1">
                <a:solidFill>
                  <a:srgbClr val="B24436"/>
                </a:solidFill>
                <a:latin typeface="Arial"/>
                <a:ea typeface="Arial"/>
                <a:cs typeface="Arial"/>
              </a:defRPr>
            </a:lvl9pPr>
          </a:lstStyle>
          <a:p>
            <a:pPr algn="l">
              <a:buNone/>
              <a:defRPr sz="1800" b="1">
                <a:solidFill>
                  <a:srgbClr val="B24436"/>
                </a:solidFill>
                <a:latin typeface="Arial"/>
                <a:ea typeface="Arial"/>
                <a:cs typeface="Arial"/>
              </a:defRPr>
            </a:pPr>
            <a:r>
              <a:rPr sz="1800" b="1">
                <a:solidFill>
                  <a:srgbClr val="B24436"/>
                </a:solidFill>
                <a:latin typeface="Arial"/>
                <a:ea typeface="Arial"/>
                <a:cs typeface="Arial"/>
              </a:rPr>
              <a:t>Exclude unrestricted</a:t>
            </a:r>
          </a:p>
          <a:p>
            <a:pPr algn="l">
              <a:buNone/>
              <a:defRPr sz="1800" b="1">
                <a:solidFill>
                  <a:srgbClr val="B24436"/>
                </a:solidFill>
                <a:latin typeface="Arial"/>
                <a:ea typeface="Arial"/>
                <a:cs typeface="Arial"/>
              </a:defRPr>
            </a:pPr>
            <a:r>
              <a:rPr sz="1800" b="1">
                <a:solidFill>
                  <a:srgbClr val="B24436"/>
                </a:solidFill>
                <a:latin typeface="Arial"/>
                <a:ea typeface="Arial"/>
                <a:cs typeface="Arial"/>
              </a:rPr>
              <a:t>disjoint before / after</a:t>
            </a:r>
          </a:p>
        </p:txBody>
      </p:sp>
      <p:sp>
        <p:nvSpPr>
          <p:cNvPr id="53" name="allen-text-45">
            <a:extLst>
              <a:ext uri="{FF2B5EF4-FFF2-40B4-BE49-F238E27FC236}">
                <a16:creationId xmlns:a16="http://schemas.microsoft.com/office/drawing/2014/main" id="{87EF56EF-BEF7-4CDA-834F-5B64228D8AE3}"/>
              </a:ext>
            </a:extLst>
          </p:cNvPr>
          <p:cNvSpPr>
            <a:spLocks noGrp="1"/>
          </p:cNvSpPr>
          <p:nvPr/>
        </p:nvSpPr>
        <p:spPr>
          <a:xfrm>
            <a:off x="8991600" y="5581650"/>
            <a:ext cx="2600325" cy="742950"/>
          </a:xfrm>
          <a:prstGeom prst="rect">
            <a:avLst/>
          </a:prstGeom>
          <a:noFill/>
          <a:ln w="0">
            <a:noFill/>
          </a:ln>
        </p:spPr>
        <p:txBody>
          <a:bodyPr wrap="square" lIns="0" tIns="0" rIns="0" bIns="0" anchor="ctr">
            <a:noAutofit/>
          </a:bodyPr>
          <a:lstStyle>
            <a:defPPr algn="l">
              <a:defRPr sz="1725" b="0">
                <a:solidFill>
                  <a:srgbClr val="111111"/>
                </a:solidFill>
                <a:latin typeface="Arial"/>
                <a:ea typeface="Arial"/>
                <a:cs typeface="Arial"/>
              </a:defRPr>
            </a:defPPr>
            <a:lvl1pPr algn="l">
              <a:buNone/>
              <a:defRPr sz="1725" b="0">
                <a:solidFill>
                  <a:srgbClr val="111111"/>
                </a:solidFill>
                <a:latin typeface="Arial"/>
                <a:ea typeface="Arial"/>
                <a:cs typeface="Arial"/>
              </a:defRPr>
            </a:lvl1pPr>
            <a:lvl2pPr algn="l">
              <a:buNone/>
              <a:defRPr sz="1725" b="0">
                <a:solidFill>
                  <a:srgbClr val="111111"/>
                </a:solidFill>
                <a:latin typeface="Arial"/>
                <a:ea typeface="Arial"/>
                <a:cs typeface="Arial"/>
              </a:defRPr>
            </a:lvl2pPr>
            <a:lvl3pPr algn="l">
              <a:buNone/>
              <a:defRPr sz="1725" b="0">
                <a:solidFill>
                  <a:srgbClr val="111111"/>
                </a:solidFill>
                <a:latin typeface="Arial"/>
                <a:ea typeface="Arial"/>
                <a:cs typeface="Arial"/>
              </a:defRPr>
            </a:lvl3pPr>
            <a:lvl4pPr algn="l">
              <a:buNone/>
              <a:defRPr sz="1725" b="0">
                <a:solidFill>
                  <a:srgbClr val="111111"/>
                </a:solidFill>
                <a:latin typeface="Arial"/>
                <a:ea typeface="Arial"/>
                <a:cs typeface="Arial"/>
              </a:defRPr>
            </a:lvl4pPr>
            <a:lvl5pPr algn="l">
              <a:buNone/>
              <a:defRPr sz="1725" b="0">
                <a:solidFill>
                  <a:srgbClr val="111111"/>
                </a:solidFill>
                <a:latin typeface="Arial"/>
                <a:ea typeface="Arial"/>
                <a:cs typeface="Arial"/>
              </a:defRPr>
            </a:lvl5pPr>
            <a:lvl6pPr algn="l">
              <a:buNone/>
              <a:defRPr sz="1725" b="0">
                <a:solidFill>
                  <a:srgbClr val="111111"/>
                </a:solidFill>
                <a:latin typeface="Arial"/>
                <a:ea typeface="Arial"/>
                <a:cs typeface="Arial"/>
              </a:defRPr>
            </a:lvl6pPr>
            <a:lvl7pPr algn="l">
              <a:buNone/>
              <a:defRPr sz="1725" b="0">
                <a:solidFill>
                  <a:srgbClr val="111111"/>
                </a:solidFill>
                <a:latin typeface="Arial"/>
                <a:ea typeface="Arial"/>
                <a:cs typeface="Arial"/>
              </a:defRPr>
            </a:lvl7pPr>
            <a:lvl8pPr algn="l">
              <a:buNone/>
              <a:defRPr sz="1725" b="0">
                <a:solidFill>
                  <a:srgbClr val="111111"/>
                </a:solidFill>
                <a:latin typeface="Arial"/>
                <a:ea typeface="Arial"/>
                <a:cs typeface="Arial"/>
              </a:defRPr>
            </a:lvl8pPr>
            <a:lvl9pPr algn="l">
              <a:buNone/>
              <a:defRPr sz="1725" b="0">
                <a:solidFill>
                  <a:srgbClr val="111111"/>
                </a:solidFill>
                <a:latin typeface="Arial"/>
                <a:ea typeface="Arial"/>
                <a:cs typeface="Arial"/>
              </a:defRPr>
            </a:lvl9pPr>
          </a:lstStyle>
          <a:p>
            <a:pPr algn="l">
              <a:buNone/>
              <a:defRPr sz="1725" b="0">
                <a:solidFill>
                  <a:srgbClr val="111111"/>
                </a:solidFill>
                <a:latin typeface="Arial"/>
                <a:ea typeface="Arial"/>
                <a:cs typeface="Arial"/>
              </a:defRPr>
            </a:pPr>
            <a:r>
              <a:rPr sz="1725" b="0">
                <a:solidFill>
                  <a:srgbClr val="111111"/>
                </a:solidFill>
                <a:latin typeface="Arial"/>
                <a:ea typeface="Arial"/>
                <a:cs typeface="Arial"/>
              </a:rPr>
              <a:t>Only a small gap &lt; δ is tolerated as relaxed meets.</a:t>
            </a:r>
          </a:p>
        </p:txBody>
      </p:sp>
      <p:sp>
        <p:nvSpPr>
          <p:cNvPr id="54" name="allen-text-46">
            <a:extLst>
              <a:ext uri="{FF2B5EF4-FFF2-40B4-BE49-F238E27FC236}">
                <a16:creationId xmlns:a16="http://schemas.microsoft.com/office/drawing/2014/main" id="{9C3ACE6F-65EF-4B95-AAC6-3B9B9EBC692D}"/>
              </a:ext>
            </a:extLst>
          </p:cNvPr>
          <p:cNvSpPr>
            <a:spLocks noGrp="1"/>
          </p:cNvSpPr>
          <p:nvPr/>
        </p:nvSpPr>
        <p:spPr>
          <a:xfrm>
            <a:off x="914400" y="6515100"/>
            <a:ext cx="10410825" cy="228600"/>
          </a:xfrm>
          <a:prstGeom prst="rect">
            <a:avLst/>
          </a:prstGeom>
          <a:noFill/>
          <a:ln w="0">
            <a:noFill/>
          </a:ln>
        </p:spPr>
        <p:txBody>
          <a:bodyPr wrap="square" lIns="0" tIns="0" rIns="0" bIns="0" anchor="ctr">
            <a:noAutofit/>
          </a:bodyPr>
          <a:lstStyle>
            <a:defPPr algn="l">
              <a:defRPr sz="1350" b="0">
                <a:solidFill>
                  <a:srgbClr val="777777"/>
                </a:solidFill>
                <a:latin typeface="Arial"/>
                <a:ea typeface="Arial"/>
                <a:cs typeface="Arial"/>
              </a:defRPr>
            </a:defPPr>
            <a:lvl1pPr algn="l">
              <a:buNone/>
              <a:defRPr sz="1350" b="0">
                <a:solidFill>
                  <a:srgbClr val="777777"/>
                </a:solidFill>
                <a:latin typeface="Arial"/>
                <a:ea typeface="Arial"/>
                <a:cs typeface="Arial"/>
              </a:defRPr>
            </a:lvl1pPr>
            <a:lvl2pPr algn="l">
              <a:buNone/>
              <a:defRPr sz="1350" b="0">
                <a:solidFill>
                  <a:srgbClr val="777777"/>
                </a:solidFill>
                <a:latin typeface="Arial"/>
                <a:ea typeface="Arial"/>
                <a:cs typeface="Arial"/>
              </a:defRPr>
            </a:lvl2pPr>
            <a:lvl3pPr algn="l">
              <a:buNone/>
              <a:defRPr sz="1350" b="0">
                <a:solidFill>
                  <a:srgbClr val="777777"/>
                </a:solidFill>
                <a:latin typeface="Arial"/>
                <a:ea typeface="Arial"/>
                <a:cs typeface="Arial"/>
              </a:defRPr>
            </a:lvl3pPr>
            <a:lvl4pPr algn="l">
              <a:buNone/>
              <a:defRPr sz="1350" b="0">
                <a:solidFill>
                  <a:srgbClr val="777777"/>
                </a:solidFill>
                <a:latin typeface="Arial"/>
                <a:ea typeface="Arial"/>
                <a:cs typeface="Arial"/>
              </a:defRPr>
            </a:lvl4pPr>
            <a:lvl5pPr algn="l">
              <a:buNone/>
              <a:defRPr sz="1350" b="0">
                <a:solidFill>
                  <a:srgbClr val="777777"/>
                </a:solidFill>
                <a:latin typeface="Arial"/>
                <a:ea typeface="Arial"/>
                <a:cs typeface="Arial"/>
              </a:defRPr>
            </a:lvl5pPr>
            <a:lvl6pPr algn="l">
              <a:buNone/>
              <a:defRPr sz="1350" b="0">
                <a:solidFill>
                  <a:srgbClr val="777777"/>
                </a:solidFill>
                <a:latin typeface="Arial"/>
                <a:ea typeface="Arial"/>
                <a:cs typeface="Arial"/>
              </a:defRPr>
            </a:lvl6pPr>
            <a:lvl7pPr algn="l">
              <a:buNone/>
              <a:defRPr sz="1350" b="0">
                <a:solidFill>
                  <a:srgbClr val="777777"/>
                </a:solidFill>
                <a:latin typeface="Arial"/>
                <a:ea typeface="Arial"/>
                <a:cs typeface="Arial"/>
              </a:defRPr>
            </a:lvl7pPr>
            <a:lvl8pPr algn="l">
              <a:buNone/>
              <a:defRPr sz="1350" b="0">
                <a:solidFill>
                  <a:srgbClr val="777777"/>
                </a:solidFill>
                <a:latin typeface="Arial"/>
                <a:ea typeface="Arial"/>
                <a:cs typeface="Arial"/>
              </a:defRPr>
            </a:lvl8pPr>
            <a:lvl9pPr algn="l">
              <a:buNone/>
              <a:defRPr sz="1350" b="0">
                <a:solidFill>
                  <a:srgbClr val="777777"/>
                </a:solidFill>
                <a:latin typeface="Arial"/>
                <a:ea typeface="Arial"/>
                <a:cs typeface="Arial"/>
              </a:defRPr>
            </a:lvl9pPr>
          </a:lstStyle>
          <a:p>
            <a:pPr algn="l">
              <a:buNone/>
              <a:defRPr sz="1350" b="0">
                <a:solidFill>
                  <a:srgbClr val="777777"/>
                </a:solidFill>
                <a:latin typeface="Arial"/>
                <a:ea typeface="Arial"/>
                <a:cs typeface="Arial"/>
              </a:defRPr>
            </a:pPr>
            <a:r>
              <a:rPr sz="1350" b="0">
                <a:solidFill>
                  <a:srgbClr val="777777"/>
                </a:solidFill>
                <a:latin typeface="Arial"/>
                <a:ea typeface="Arial"/>
                <a:cs typeface="Arial"/>
              </a:rPr>
              <a:t>Allen (1983). ELT: Appendix A.2–A.4, especially Temporal Compactness and Proposition 1.</a:t>
            </a:r>
          </a:p>
        </p:txBody>
      </p:sp>
      <p:sp>
        <p:nvSpPr>
          <p:cNvPr id="55" name="allen-text-47">
            <a:extLst>
              <a:ext uri="{FF2B5EF4-FFF2-40B4-BE49-F238E27FC236}">
                <a16:creationId xmlns:a16="http://schemas.microsoft.com/office/drawing/2014/main" id="{18EEB592-CE6B-445A-8D95-0BC52171BB6F}"/>
              </a:ext>
            </a:extLst>
          </p:cNvPr>
          <p:cNvSpPr>
            <a:spLocks noGrp="1"/>
          </p:cNvSpPr>
          <p:nvPr/>
        </p:nvSpPr>
        <p:spPr>
          <a:xfrm>
            <a:off x="11572875" y="6429375"/>
            <a:ext cx="304800" cy="238125"/>
          </a:xfrm>
          <a:prstGeom prst="rect">
            <a:avLst/>
          </a:prstGeom>
          <a:noFill/>
          <a:ln w="0">
            <a:noFill/>
          </a:ln>
        </p:spPr>
        <p:txBody>
          <a:bodyPr wrap="square" lIns="0" tIns="0" rIns="0" bIns="0" anchor="ctr">
            <a:noAutofit/>
          </a:bodyPr>
          <a:lstStyle>
            <a:defPPr algn="r">
              <a:defRPr sz="1275" b="0">
                <a:solidFill>
                  <a:srgbClr val="999999"/>
                </a:solidFill>
                <a:latin typeface="Arial"/>
                <a:ea typeface="Arial"/>
                <a:cs typeface="Arial"/>
              </a:defRPr>
            </a:defPPr>
            <a:lvl1pPr algn="r">
              <a:buNone/>
              <a:defRPr sz="1275" b="0">
                <a:solidFill>
                  <a:srgbClr val="999999"/>
                </a:solidFill>
                <a:latin typeface="Arial"/>
                <a:ea typeface="Arial"/>
                <a:cs typeface="Arial"/>
              </a:defRPr>
            </a:lvl1pPr>
            <a:lvl2pPr algn="r">
              <a:buNone/>
              <a:defRPr sz="1275" b="0">
                <a:solidFill>
                  <a:srgbClr val="999999"/>
                </a:solidFill>
                <a:latin typeface="Arial"/>
                <a:ea typeface="Arial"/>
                <a:cs typeface="Arial"/>
              </a:defRPr>
            </a:lvl2pPr>
            <a:lvl3pPr algn="r">
              <a:buNone/>
              <a:defRPr sz="1275" b="0">
                <a:solidFill>
                  <a:srgbClr val="999999"/>
                </a:solidFill>
                <a:latin typeface="Arial"/>
                <a:ea typeface="Arial"/>
                <a:cs typeface="Arial"/>
              </a:defRPr>
            </a:lvl3pPr>
            <a:lvl4pPr algn="r">
              <a:buNone/>
              <a:defRPr sz="1275" b="0">
                <a:solidFill>
                  <a:srgbClr val="999999"/>
                </a:solidFill>
                <a:latin typeface="Arial"/>
                <a:ea typeface="Arial"/>
                <a:cs typeface="Arial"/>
              </a:defRPr>
            </a:lvl4pPr>
            <a:lvl5pPr algn="r">
              <a:buNone/>
              <a:defRPr sz="1275" b="0">
                <a:solidFill>
                  <a:srgbClr val="999999"/>
                </a:solidFill>
                <a:latin typeface="Arial"/>
                <a:ea typeface="Arial"/>
                <a:cs typeface="Arial"/>
              </a:defRPr>
            </a:lvl5pPr>
            <a:lvl6pPr algn="r">
              <a:buNone/>
              <a:defRPr sz="1275" b="0">
                <a:solidFill>
                  <a:srgbClr val="999999"/>
                </a:solidFill>
                <a:latin typeface="Arial"/>
                <a:ea typeface="Arial"/>
                <a:cs typeface="Arial"/>
              </a:defRPr>
            </a:lvl6pPr>
            <a:lvl7pPr algn="r">
              <a:buNone/>
              <a:defRPr sz="1275" b="0">
                <a:solidFill>
                  <a:srgbClr val="999999"/>
                </a:solidFill>
                <a:latin typeface="Arial"/>
                <a:ea typeface="Arial"/>
                <a:cs typeface="Arial"/>
              </a:defRPr>
            </a:lvl7pPr>
            <a:lvl8pPr algn="r">
              <a:buNone/>
              <a:defRPr sz="1275" b="0">
                <a:solidFill>
                  <a:srgbClr val="999999"/>
                </a:solidFill>
                <a:latin typeface="Arial"/>
                <a:ea typeface="Arial"/>
                <a:cs typeface="Arial"/>
              </a:defRPr>
            </a:lvl8pPr>
            <a:lvl9pPr algn="r">
              <a:buNone/>
              <a:defRPr sz="1275" b="0">
                <a:solidFill>
                  <a:srgbClr val="999999"/>
                </a:solidFill>
                <a:latin typeface="Arial"/>
                <a:ea typeface="Arial"/>
                <a:cs typeface="Arial"/>
              </a:defRPr>
            </a:lvl9pPr>
          </a:lstStyle>
          <a:p>
            <a:pPr algn="r">
              <a:buNone/>
              <a:defRPr sz="1275" b="0">
                <a:solidFill>
                  <a:srgbClr val="999999"/>
                </a:solidFill>
                <a:latin typeface="Arial"/>
                <a:ea typeface="Arial"/>
                <a:cs typeface="Arial"/>
              </a:defRPr>
            </a:pPr>
            <a:r>
              <a:rPr sz="1275" b="0">
                <a:solidFill>
                  <a:srgbClr val="999999"/>
                </a:solidFill>
                <a:latin typeface="Arial"/>
                <a:ea typeface="Arial"/>
                <a:cs typeface="Arial"/>
              </a:rPr>
              <a:t>4</a:t>
            </a:r>
          </a:p>
        </p:txBody>
      </p:sp>
      <p:pic>
        <p:nvPicPr>
          <p:cNvPr id="58" name="图片 57">
            <a:extLst>
              <a:ext uri="{FF2B5EF4-FFF2-40B4-BE49-F238E27FC236}">
                <a16:creationId xmlns:a16="http://schemas.microsoft.com/office/drawing/2014/main" id="{B037EEEE-B05E-6AD1-8280-275BB4CE44C5}"/>
              </a:ext>
            </a:extLst>
          </p:cNvPr>
          <p:cNvPicPr>
            <a:picLocks noChangeAspect="1"/>
          </p:cNvPicPr>
          <p:nvPr/>
        </p:nvPicPr>
        <p:blipFill>
          <a:blip r:embed="rId4"/>
          <a:stretch/>
        </p:blipFill>
        <p:spPr>
          <a:xfrm>
            <a:off x="7772400" y="123825"/>
            <a:ext cx="959591" cy="942975"/>
          </a:xfrm>
          <a:prstGeom prst="rect">
            <a:avLst/>
          </a:prstGeom>
        </p:spPr>
      </p:pic>
      <p:sp>
        <p:nvSpPr>
          <p:cNvPr id="60" name="v5-text-5015">
            <a:extLst>
              <a:ext uri="{FF2B5EF4-FFF2-40B4-BE49-F238E27FC236}">
                <a16:creationId xmlns:a16="http://schemas.microsoft.com/office/drawing/2014/main" id="{78C4F710-042A-8C66-9166-6AF48757954A}"/>
              </a:ext>
            </a:extLst>
          </p:cNvPr>
          <p:cNvSpPr>
            <a:spLocks noGrp="1"/>
          </p:cNvSpPr>
          <p:nvPr/>
        </p:nvSpPr>
        <p:spPr>
          <a:xfrm>
            <a:off x="8895133" y="152400"/>
            <a:ext cx="3790950" cy="295275"/>
          </a:xfrm>
          <a:prstGeom prst="rect">
            <a:avLst/>
          </a:prstGeom>
          <a:noFill/>
          <a:ln w="0">
            <a:noFill/>
          </a:ln>
        </p:spPr>
        <p:txBody>
          <a:bodyPr wrap="square" lIns="0" tIns="0" rIns="0" bIns="0" anchor="ctr">
            <a:noAutofit/>
          </a:bodyPr>
          <a:lstStyle>
            <a:defPPr algn="l">
              <a:defRPr sz="1800" b="1" i="0">
                <a:solidFill>
                  <a:srgbClr val="111111"/>
                </a:solidFill>
                <a:latin typeface="Arial"/>
                <a:ea typeface="Arial"/>
                <a:cs typeface="Arial"/>
              </a:defRPr>
            </a:defPPr>
            <a:lvl1pPr algn="l">
              <a:buNone/>
              <a:defRPr sz="1800" b="1" i="0">
                <a:solidFill>
                  <a:srgbClr val="111111"/>
                </a:solidFill>
                <a:latin typeface="Arial"/>
                <a:ea typeface="Arial"/>
                <a:cs typeface="Arial"/>
              </a:defRPr>
            </a:lvl1pPr>
            <a:lvl2pPr algn="l">
              <a:buNone/>
              <a:defRPr sz="1800" b="1" i="0">
                <a:solidFill>
                  <a:srgbClr val="111111"/>
                </a:solidFill>
                <a:latin typeface="Arial"/>
                <a:ea typeface="Arial"/>
                <a:cs typeface="Arial"/>
              </a:defRPr>
            </a:lvl2pPr>
            <a:lvl3pPr algn="l">
              <a:buNone/>
              <a:defRPr sz="1800" b="1" i="0">
                <a:solidFill>
                  <a:srgbClr val="111111"/>
                </a:solidFill>
                <a:latin typeface="Arial"/>
                <a:ea typeface="Arial"/>
                <a:cs typeface="Arial"/>
              </a:defRPr>
            </a:lvl3pPr>
            <a:lvl4pPr algn="l">
              <a:buNone/>
              <a:defRPr sz="1800" b="1" i="0">
                <a:solidFill>
                  <a:srgbClr val="111111"/>
                </a:solidFill>
                <a:latin typeface="Arial"/>
                <a:ea typeface="Arial"/>
                <a:cs typeface="Arial"/>
              </a:defRPr>
            </a:lvl4pPr>
            <a:lvl5pPr algn="l">
              <a:buNone/>
              <a:defRPr sz="1800" b="1" i="0">
                <a:solidFill>
                  <a:srgbClr val="111111"/>
                </a:solidFill>
                <a:latin typeface="Arial"/>
                <a:ea typeface="Arial"/>
                <a:cs typeface="Arial"/>
              </a:defRPr>
            </a:lvl5pPr>
            <a:lvl6pPr algn="l">
              <a:buNone/>
              <a:defRPr sz="1800" b="1" i="0">
                <a:solidFill>
                  <a:srgbClr val="111111"/>
                </a:solidFill>
                <a:latin typeface="Arial"/>
                <a:ea typeface="Arial"/>
                <a:cs typeface="Arial"/>
              </a:defRPr>
            </a:lvl6pPr>
            <a:lvl7pPr algn="l">
              <a:buNone/>
              <a:defRPr sz="1800" b="1" i="0">
                <a:solidFill>
                  <a:srgbClr val="111111"/>
                </a:solidFill>
                <a:latin typeface="Arial"/>
                <a:ea typeface="Arial"/>
                <a:cs typeface="Arial"/>
              </a:defRPr>
            </a:lvl7pPr>
            <a:lvl8pPr algn="l">
              <a:buNone/>
              <a:defRPr sz="1800" b="1" i="0">
                <a:solidFill>
                  <a:srgbClr val="111111"/>
                </a:solidFill>
                <a:latin typeface="Arial"/>
                <a:ea typeface="Arial"/>
                <a:cs typeface="Arial"/>
              </a:defRPr>
            </a:lvl8pPr>
            <a:lvl9pPr algn="l">
              <a:buNone/>
              <a:defRPr sz="1800" b="1" i="0">
                <a:solidFill>
                  <a:srgbClr val="111111"/>
                </a:solidFill>
                <a:latin typeface="Arial"/>
                <a:ea typeface="Arial"/>
                <a:cs typeface="Arial"/>
              </a:defRPr>
            </a:lvl9pPr>
          </a:lstStyle>
          <a:p>
            <a:pPr algn="l">
              <a:buNone/>
              <a:defRPr sz="1800" b="1" i="0">
                <a:solidFill>
                  <a:srgbClr val="111111"/>
                </a:solidFill>
                <a:latin typeface="Arial"/>
                <a:ea typeface="Arial"/>
                <a:cs typeface="Arial"/>
              </a:defRPr>
            </a:pPr>
            <a:r>
              <a:rPr sz="1800" b="1" i="0">
                <a:solidFill>
                  <a:srgbClr val="111111"/>
                </a:solidFill>
                <a:latin typeface="Arial"/>
                <a:ea typeface="Arial"/>
                <a:cs typeface="Arial"/>
              </a:rPr>
              <a:t>James F. Allen</a:t>
            </a:r>
          </a:p>
        </p:txBody>
      </p:sp>
      <p:sp>
        <p:nvSpPr>
          <p:cNvPr id="62" name="v5-text-5016">
            <a:extLst>
              <a:ext uri="{FF2B5EF4-FFF2-40B4-BE49-F238E27FC236}">
                <a16:creationId xmlns:a16="http://schemas.microsoft.com/office/drawing/2014/main" id="{8C159FA2-13CE-BFEB-8C61-96018FB77AAB}"/>
              </a:ext>
            </a:extLst>
          </p:cNvPr>
          <p:cNvSpPr>
            <a:spLocks noGrp="1"/>
          </p:cNvSpPr>
          <p:nvPr/>
        </p:nvSpPr>
        <p:spPr>
          <a:xfrm>
            <a:off x="8895133" y="495300"/>
            <a:ext cx="3943350" cy="285750"/>
          </a:xfrm>
          <a:prstGeom prst="rect">
            <a:avLst/>
          </a:prstGeom>
          <a:noFill/>
          <a:ln w="0">
            <a:noFill/>
          </a:ln>
        </p:spPr>
        <p:txBody>
          <a:bodyPr wrap="square" lIns="0" tIns="0" rIns="0" bIns="0" anchor="ctr">
            <a:noAutofit/>
          </a:bodyPr>
          <a:lstStyle>
            <a:defPPr algn="l">
              <a:defRPr sz="1575" b="0" i="0">
                <a:solidFill>
                  <a:srgbClr val="156082"/>
                </a:solidFill>
                <a:latin typeface="Arial"/>
                <a:ea typeface="Arial"/>
                <a:cs typeface="Arial"/>
              </a:defRPr>
            </a:defPPr>
            <a:lvl1pPr algn="l">
              <a:buNone/>
              <a:defRPr sz="1575" b="0" i="0">
                <a:solidFill>
                  <a:srgbClr val="156082"/>
                </a:solidFill>
                <a:latin typeface="Arial"/>
                <a:ea typeface="Arial"/>
                <a:cs typeface="Arial"/>
              </a:defRPr>
            </a:lvl1pPr>
            <a:lvl2pPr algn="l">
              <a:buNone/>
              <a:defRPr sz="1575" b="0" i="0">
                <a:solidFill>
                  <a:srgbClr val="156082"/>
                </a:solidFill>
                <a:latin typeface="Arial"/>
                <a:ea typeface="Arial"/>
                <a:cs typeface="Arial"/>
              </a:defRPr>
            </a:lvl2pPr>
            <a:lvl3pPr algn="l">
              <a:buNone/>
              <a:defRPr sz="1575" b="0" i="0">
                <a:solidFill>
                  <a:srgbClr val="156082"/>
                </a:solidFill>
                <a:latin typeface="Arial"/>
                <a:ea typeface="Arial"/>
                <a:cs typeface="Arial"/>
              </a:defRPr>
            </a:lvl3pPr>
            <a:lvl4pPr algn="l">
              <a:buNone/>
              <a:defRPr sz="1575" b="0" i="0">
                <a:solidFill>
                  <a:srgbClr val="156082"/>
                </a:solidFill>
                <a:latin typeface="Arial"/>
                <a:ea typeface="Arial"/>
                <a:cs typeface="Arial"/>
              </a:defRPr>
            </a:lvl4pPr>
            <a:lvl5pPr algn="l">
              <a:buNone/>
              <a:defRPr sz="1575" b="0" i="0">
                <a:solidFill>
                  <a:srgbClr val="156082"/>
                </a:solidFill>
                <a:latin typeface="Arial"/>
                <a:ea typeface="Arial"/>
                <a:cs typeface="Arial"/>
              </a:defRPr>
            </a:lvl5pPr>
            <a:lvl6pPr algn="l">
              <a:buNone/>
              <a:defRPr sz="1575" b="0" i="0">
                <a:solidFill>
                  <a:srgbClr val="156082"/>
                </a:solidFill>
                <a:latin typeface="Arial"/>
                <a:ea typeface="Arial"/>
                <a:cs typeface="Arial"/>
              </a:defRPr>
            </a:lvl6pPr>
            <a:lvl7pPr algn="l">
              <a:buNone/>
              <a:defRPr sz="1575" b="0" i="0">
                <a:solidFill>
                  <a:srgbClr val="156082"/>
                </a:solidFill>
                <a:latin typeface="Arial"/>
                <a:ea typeface="Arial"/>
                <a:cs typeface="Arial"/>
              </a:defRPr>
            </a:lvl7pPr>
            <a:lvl8pPr algn="l">
              <a:buNone/>
              <a:defRPr sz="1575" b="0" i="0">
                <a:solidFill>
                  <a:srgbClr val="156082"/>
                </a:solidFill>
                <a:latin typeface="Arial"/>
                <a:ea typeface="Arial"/>
                <a:cs typeface="Arial"/>
              </a:defRPr>
            </a:lvl8pPr>
            <a:lvl9pPr algn="l">
              <a:buNone/>
              <a:defRPr sz="1575" b="0" i="0">
                <a:solidFill>
                  <a:srgbClr val="156082"/>
                </a:solidFill>
                <a:latin typeface="Arial"/>
                <a:ea typeface="Arial"/>
                <a:cs typeface="Arial"/>
              </a:defRPr>
            </a:lvl9pPr>
          </a:lstStyle>
          <a:p>
            <a:pPr algn="l">
              <a:buNone/>
              <a:defRPr sz="1575" b="0" i="0">
                <a:solidFill>
                  <a:srgbClr val="156082"/>
                </a:solidFill>
                <a:latin typeface="Arial"/>
                <a:ea typeface="Arial"/>
                <a:cs typeface="Arial"/>
              </a:defRPr>
            </a:pPr>
            <a:r>
              <a:rPr sz="1575" b="0" i="0">
                <a:solidFill>
                  <a:srgbClr val="156082"/>
                </a:solidFill>
                <a:latin typeface="Arial"/>
                <a:ea typeface="Arial"/>
                <a:cs typeface="Arial"/>
              </a:rPr>
              <a:t>13 basic interval relations (1983)</a:t>
            </a:r>
          </a:p>
        </p:txBody>
      </p:sp>
      <p:sp>
        <p:nvSpPr>
          <p:cNvPr id="64" name="v5-text-5017">
            <a:extLst>
              <a:ext uri="{FF2B5EF4-FFF2-40B4-BE49-F238E27FC236}">
                <a16:creationId xmlns:a16="http://schemas.microsoft.com/office/drawing/2014/main" id="{C8301D33-494F-9A3F-F1DA-4A7FD1F82057}"/>
              </a:ext>
            </a:extLst>
          </p:cNvPr>
          <p:cNvSpPr>
            <a:spLocks noGrp="1"/>
          </p:cNvSpPr>
          <p:nvPr/>
        </p:nvSpPr>
        <p:spPr>
          <a:xfrm>
            <a:off x="8895133" y="790575"/>
            <a:ext cx="3952875" cy="266700"/>
          </a:xfrm>
          <a:prstGeom prst="rect">
            <a:avLst/>
          </a:prstGeom>
          <a:noFill/>
          <a:ln w="0">
            <a:noFill/>
          </a:ln>
        </p:spPr>
        <p:txBody>
          <a:bodyPr wrap="square" lIns="0" tIns="0" rIns="0" bIns="0" anchor="ctr">
            <a:noAutofit/>
          </a:bodyPr>
          <a:lstStyle>
            <a:defPPr algn="l">
              <a:defRPr sz="1500" b="0" i="0">
                <a:solidFill>
                  <a:srgbClr val="111111"/>
                </a:solidFill>
                <a:latin typeface="Arial"/>
                <a:ea typeface="Arial"/>
                <a:cs typeface="Arial"/>
              </a:defRPr>
            </a:defPPr>
            <a:lvl1pPr algn="l">
              <a:buNone/>
              <a:defRPr sz="1500" b="0" i="0">
                <a:solidFill>
                  <a:srgbClr val="111111"/>
                </a:solidFill>
                <a:latin typeface="Arial"/>
                <a:ea typeface="Arial"/>
                <a:cs typeface="Arial"/>
              </a:defRPr>
            </a:lvl1pPr>
            <a:lvl2pPr algn="l">
              <a:buNone/>
              <a:defRPr sz="1500" b="0" i="0">
                <a:solidFill>
                  <a:srgbClr val="111111"/>
                </a:solidFill>
                <a:latin typeface="Arial"/>
                <a:ea typeface="Arial"/>
                <a:cs typeface="Arial"/>
              </a:defRPr>
            </a:lvl2pPr>
            <a:lvl3pPr algn="l">
              <a:buNone/>
              <a:defRPr sz="1500" b="0" i="0">
                <a:solidFill>
                  <a:srgbClr val="111111"/>
                </a:solidFill>
                <a:latin typeface="Arial"/>
                <a:ea typeface="Arial"/>
                <a:cs typeface="Arial"/>
              </a:defRPr>
            </a:lvl3pPr>
            <a:lvl4pPr algn="l">
              <a:buNone/>
              <a:defRPr sz="1500" b="0" i="0">
                <a:solidFill>
                  <a:srgbClr val="111111"/>
                </a:solidFill>
                <a:latin typeface="Arial"/>
                <a:ea typeface="Arial"/>
                <a:cs typeface="Arial"/>
              </a:defRPr>
            </a:lvl4pPr>
            <a:lvl5pPr algn="l">
              <a:buNone/>
              <a:defRPr sz="1500" b="0" i="0">
                <a:solidFill>
                  <a:srgbClr val="111111"/>
                </a:solidFill>
                <a:latin typeface="Arial"/>
                <a:ea typeface="Arial"/>
                <a:cs typeface="Arial"/>
              </a:defRPr>
            </a:lvl5pPr>
            <a:lvl6pPr algn="l">
              <a:buNone/>
              <a:defRPr sz="1500" b="0" i="0">
                <a:solidFill>
                  <a:srgbClr val="111111"/>
                </a:solidFill>
                <a:latin typeface="Arial"/>
                <a:ea typeface="Arial"/>
                <a:cs typeface="Arial"/>
              </a:defRPr>
            </a:lvl6pPr>
            <a:lvl7pPr algn="l">
              <a:buNone/>
              <a:defRPr sz="1500" b="0" i="0">
                <a:solidFill>
                  <a:srgbClr val="111111"/>
                </a:solidFill>
                <a:latin typeface="Arial"/>
                <a:ea typeface="Arial"/>
                <a:cs typeface="Arial"/>
              </a:defRPr>
            </a:lvl7pPr>
            <a:lvl8pPr algn="l">
              <a:buNone/>
              <a:defRPr sz="1500" b="0" i="0">
                <a:solidFill>
                  <a:srgbClr val="111111"/>
                </a:solidFill>
                <a:latin typeface="Arial"/>
                <a:ea typeface="Arial"/>
                <a:cs typeface="Arial"/>
              </a:defRPr>
            </a:lvl8pPr>
            <a:lvl9pPr algn="l">
              <a:buNone/>
              <a:defRPr sz="1500" b="0" i="0">
                <a:solidFill>
                  <a:srgbClr val="111111"/>
                </a:solidFill>
                <a:latin typeface="Arial"/>
                <a:ea typeface="Arial"/>
                <a:cs typeface="Arial"/>
              </a:defRPr>
            </a:lvl9pPr>
          </a:lstStyle>
          <a:p>
            <a:pPr algn="l">
              <a:buNone/>
              <a:defRPr sz="1500" b="0" i="0">
                <a:solidFill>
                  <a:srgbClr val="111111"/>
                </a:solidFill>
                <a:latin typeface="Arial"/>
                <a:ea typeface="Arial"/>
                <a:cs typeface="Arial"/>
              </a:defRPr>
            </a:pPr>
            <a:r>
              <a:rPr sz="1500" b="0" i="0">
                <a:solidFill>
                  <a:srgbClr val="111111"/>
                </a:solidFill>
                <a:latin typeface="Arial"/>
                <a:ea typeface="Arial"/>
                <a:cs typeface="Arial"/>
              </a:rPr>
              <a:t>A classic theory of temporal reasoning</a:t>
            </a:r>
          </a:p>
        </p:txBody>
      </p:sp>
    </p:spTree>
    <p:extLst>
      <p:ext uri="{BB962C8B-B14F-4D97-AF65-F5344CB8AC3E}">
        <p14:creationId xmlns:p14="http://schemas.microsoft.com/office/powerpoint/2010/main" val="3932336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2" name="图片 21">
            <a:extLst>
              <a:ext uri="{FF2B5EF4-FFF2-40B4-BE49-F238E27FC236}">
                <a16:creationId xmlns:a16="http://schemas.microsoft.com/office/drawing/2014/main" id="{DA9192E0-B2A0-4500-8B24-D853B6E50D5C}"/>
              </a:ext>
            </a:extLst>
          </p:cNvPr>
          <p:cNvPicPr>
            <a:picLocks noChangeAspect="1"/>
          </p:cNvPicPr>
          <p:nvPr/>
        </p:nvPicPr>
        <p:blipFill>
          <a:blip r:embed="rId3"/>
          <a:stretch/>
        </p:blipFill>
        <p:spPr>
          <a:xfrm>
            <a:off x="76200" y="77337"/>
            <a:ext cx="2390775" cy="378725"/>
          </a:xfrm>
          <a:prstGeom prst="rect">
            <a:avLst/>
          </a:prstGeom>
        </p:spPr>
      </p:pic>
      <p:sp>
        <p:nvSpPr>
          <p:cNvPr id="2" name="text-27">
            <a:extLst>
              <a:ext uri="{FF2B5EF4-FFF2-40B4-BE49-F238E27FC236}">
                <a16:creationId xmlns:a16="http://schemas.microsoft.com/office/drawing/2014/main" id="{84FB698F-88B6-478A-981C-72B3383A7479}"/>
              </a:ext>
            </a:extLst>
          </p:cNvPr>
          <p:cNvSpPr>
            <a:spLocks noGrp="1"/>
          </p:cNvSpPr>
          <p:nvPr/>
        </p:nvSpPr>
        <p:spPr>
          <a:xfrm>
            <a:off x="914400" y="876300"/>
            <a:ext cx="10477500" cy="647700"/>
          </a:xfrm>
          <a:prstGeom prst="rect">
            <a:avLst/>
          </a:prstGeom>
          <a:noFill/>
          <a:ln w="0">
            <a:noFill/>
            <a:prstDash val="solid"/>
          </a:ln>
        </p:spPr>
        <p:txBody>
          <a:bodyPr wrap="square" lIns="0" tIns="0" rIns="0" bIns="0" anchor="ctr">
            <a:noAutofit/>
          </a:bodyPr>
          <a:lstStyle>
            <a:defPPr algn="l">
              <a:defRPr sz="3600" b="0" i="0">
                <a:solidFill>
                  <a:srgbClr val="111111"/>
                </a:solidFill>
                <a:latin typeface="Arial"/>
                <a:ea typeface="Arial"/>
                <a:cs typeface="Arial"/>
              </a:defRPr>
            </a:defPPr>
            <a:lvl1pPr algn="l">
              <a:buNone/>
              <a:defRPr sz="3600" b="0" i="0">
                <a:solidFill>
                  <a:srgbClr val="111111"/>
                </a:solidFill>
                <a:latin typeface="Arial"/>
                <a:ea typeface="Arial"/>
                <a:cs typeface="Arial"/>
              </a:defRPr>
            </a:lvl1pPr>
            <a:lvl2pPr algn="l">
              <a:buNone/>
              <a:defRPr sz="3600" b="0" i="0">
                <a:solidFill>
                  <a:srgbClr val="111111"/>
                </a:solidFill>
                <a:latin typeface="Arial"/>
                <a:ea typeface="Arial"/>
                <a:cs typeface="Arial"/>
              </a:defRPr>
            </a:lvl2pPr>
            <a:lvl3pPr algn="l">
              <a:buNone/>
              <a:defRPr sz="3600" b="0" i="0">
                <a:solidFill>
                  <a:srgbClr val="111111"/>
                </a:solidFill>
                <a:latin typeface="Arial"/>
                <a:ea typeface="Arial"/>
                <a:cs typeface="Arial"/>
              </a:defRPr>
            </a:lvl3pPr>
            <a:lvl4pPr algn="l">
              <a:buNone/>
              <a:defRPr sz="3600" b="0" i="0">
                <a:solidFill>
                  <a:srgbClr val="111111"/>
                </a:solidFill>
                <a:latin typeface="Arial"/>
                <a:ea typeface="Arial"/>
                <a:cs typeface="Arial"/>
              </a:defRPr>
            </a:lvl4pPr>
            <a:lvl5pPr algn="l">
              <a:buNone/>
              <a:defRPr sz="3600" b="0" i="0">
                <a:solidFill>
                  <a:srgbClr val="111111"/>
                </a:solidFill>
                <a:latin typeface="Arial"/>
                <a:ea typeface="Arial"/>
                <a:cs typeface="Arial"/>
              </a:defRPr>
            </a:lvl5pPr>
            <a:lvl6pPr algn="l">
              <a:buNone/>
              <a:defRPr sz="3600" b="0" i="0">
                <a:solidFill>
                  <a:srgbClr val="111111"/>
                </a:solidFill>
                <a:latin typeface="Arial"/>
                <a:ea typeface="Arial"/>
                <a:cs typeface="Arial"/>
              </a:defRPr>
            </a:lvl6pPr>
            <a:lvl7pPr algn="l">
              <a:buNone/>
              <a:defRPr sz="3600" b="0" i="0">
                <a:solidFill>
                  <a:srgbClr val="111111"/>
                </a:solidFill>
                <a:latin typeface="Arial"/>
                <a:ea typeface="Arial"/>
                <a:cs typeface="Arial"/>
              </a:defRPr>
            </a:lvl7pPr>
            <a:lvl8pPr algn="l">
              <a:buNone/>
              <a:defRPr sz="3600" b="0" i="0">
                <a:solidFill>
                  <a:srgbClr val="111111"/>
                </a:solidFill>
                <a:latin typeface="Arial"/>
                <a:ea typeface="Arial"/>
                <a:cs typeface="Arial"/>
              </a:defRPr>
            </a:lvl8pPr>
            <a:lvl9pPr algn="l">
              <a:buNone/>
              <a:defRPr sz="3600" b="0" i="0">
                <a:solidFill>
                  <a:srgbClr val="111111"/>
                </a:solidFill>
                <a:latin typeface="Arial"/>
                <a:ea typeface="Arial"/>
                <a:cs typeface="Arial"/>
              </a:defRPr>
            </a:lvl9pPr>
          </a:lstStyle>
          <a:p>
            <a:pPr algn="l">
              <a:buNone/>
              <a:defRPr sz="3600" b="0" i="0">
                <a:solidFill>
                  <a:srgbClr val="111111"/>
                </a:solidFill>
                <a:latin typeface="Arial"/>
                <a:ea typeface="Arial"/>
                <a:cs typeface="Arial"/>
              </a:defRPr>
            </a:pPr>
            <a:r>
              <a:rPr sz="3600" b="0" i="0">
                <a:solidFill>
                  <a:srgbClr val="111111"/>
                </a:solidFill>
                <a:latin typeface="Arial"/>
                <a:ea typeface="Arial"/>
                <a:cs typeface="Arial"/>
              </a:rPr>
              <a:t>Topological elasticity</a:t>
            </a:r>
          </a:p>
        </p:txBody>
      </p:sp>
      <p:sp>
        <p:nvSpPr>
          <p:cNvPr id="3" name="text-28">
            <a:extLst>
              <a:ext uri="{FF2B5EF4-FFF2-40B4-BE49-F238E27FC236}">
                <a16:creationId xmlns:a16="http://schemas.microsoft.com/office/drawing/2014/main" id="{7E36E7E7-D4B1-4343-9144-9BB4CEC9917D}"/>
              </a:ext>
            </a:extLst>
          </p:cNvPr>
          <p:cNvSpPr>
            <a:spLocks noGrp="1"/>
          </p:cNvSpPr>
          <p:nvPr/>
        </p:nvSpPr>
        <p:spPr>
          <a:xfrm>
            <a:off x="11572875" y="6429375"/>
            <a:ext cx="304800" cy="238125"/>
          </a:xfrm>
          <a:prstGeom prst="rect">
            <a:avLst/>
          </a:prstGeom>
          <a:noFill/>
          <a:ln w="0">
            <a:noFill/>
            <a:prstDash val="solid"/>
          </a:ln>
        </p:spPr>
        <p:txBody>
          <a:bodyPr wrap="square" lIns="0" tIns="0" rIns="0" bIns="0" anchor="ctr">
            <a:noAutofit/>
          </a:bodyPr>
          <a:lstStyle>
            <a:defPPr algn="r">
              <a:defRPr sz="1275" b="0" i="0">
                <a:solidFill>
                  <a:srgbClr val="999999"/>
                </a:solidFill>
                <a:latin typeface="Arial"/>
                <a:ea typeface="Arial"/>
                <a:cs typeface="Arial"/>
              </a:defRPr>
            </a:defPPr>
            <a:lvl1pPr algn="r">
              <a:buNone/>
              <a:defRPr sz="1275" b="0" i="0">
                <a:solidFill>
                  <a:srgbClr val="999999"/>
                </a:solidFill>
                <a:latin typeface="Arial"/>
                <a:ea typeface="Arial"/>
                <a:cs typeface="Arial"/>
              </a:defRPr>
            </a:lvl1pPr>
            <a:lvl2pPr algn="r">
              <a:buNone/>
              <a:defRPr sz="1275" b="0" i="0">
                <a:solidFill>
                  <a:srgbClr val="999999"/>
                </a:solidFill>
                <a:latin typeface="Arial"/>
                <a:ea typeface="Arial"/>
                <a:cs typeface="Arial"/>
              </a:defRPr>
            </a:lvl2pPr>
            <a:lvl3pPr algn="r">
              <a:buNone/>
              <a:defRPr sz="1275" b="0" i="0">
                <a:solidFill>
                  <a:srgbClr val="999999"/>
                </a:solidFill>
                <a:latin typeface="Arial"/>
                <a:ea typeface="Arial"/>
                <a:cs typeface="Arial"/>
              </a:defRPr>
            </a:lvl3pPr>
            <a:lvl4pPr algn="r">
              <a:buNone/>
              <a:defRPr sz="1275" b="0" i="0">
                <a:solidFill>
                  <a:srgbClr val="999999"/>
                </a:solidFill>
                <a:latin typeface="Arial"/>
                <a:ea typeface="Arial"/>
                <a:cs typeface="Arial"/>
              </a:defRPr>
            </a:lvl4pPr>
            <a:lvl5pPr algn="r">
              <a:buNone/>
              <a:defRPr sz="1275" b="0" i="0">
                <a:solidFill>
                  <a:srgbClr val="999999"/>
                </a:solidFill>
                <a:latin typeface="Arial"/>
                <a:ea typeface="Arial"/>
                <a:cs typeface="Arial"/>
              </a:defRPr>
            </a:lvl5pPr>
            <a:lvl6pPr algn="r">
              <a:buNone/>
              <a:defRPr sz="1275" b="0" i="0">
                <a:solidFill>
                  <a:srgbClr val="999999"/>
                </a:solidFill>
                <a:latin typeface="Arial"/>
                <a:ea typeface="Arial"/>
                <a:cs typeface="Arial"/>
              </a:defRPr>
            </a:lvl6pPr>
            <a:lvl7pPr algn="r">
              <a:buNone/>
              <a:defRPr sz="1275" b="0" i="0">
                <a:solidFill>
                  <a:srgbClr val="999999"/>
                </a:solidFill>
                <a:latin typeface="Arial"/>
                <a:ea typeface="Arial"/>
                <a:cs typeface="Arial"/>
              </a:defRPr>
            </a:lvl7pPr>
            <a:lvl8pPr algn="r">
              <a:buNone/>
              <a:defRPr sz="1275" b="0" i="0">
                <a:solidFill>
                  <a:srgbClr val="999999"/>
                </a:solidFill>
                <a:latin typeface="Arial"/>
                <a:ea typeface="Arial"/>
                <a:cs typeface="Arial"/>
              </a:defRPr>
            </a:lvl8pPr>
            <a:lvl9pPr algn="r">
              <a:buNone/>
              <a:defRPr sz="1275" b="0" i="0">
                <a:solidFill>
                  <a:srgbClr val="999999"/>
                </a:solidFill>
                <a:latin typeface="Arial"/>
                <a:ea typeface="Arial"/>
                <a:cs typeface="Arial"/>
              </a:defRPr>
            </a:lvl9pPr>
          </a:lstStyle>
          <a:p>
            <a:pPr algn="r">
              <a:buNone/>
              <a:defRPr sz="1275" b="0" i="0">
                <a:solidFill>
                  <a:srgbClr val="999999"/>
                </a:solidFill>
                <a:latin typeface="Arial"/>
                <a:ea typeface="Arial"/>
                <a:cs typeface="Arial"/>
              </a:defRPr>
            </a:pPr>
            <a:r>
              <a:rPr sz="1275" b="0" i="0">
                <a:solidFill>
                  <a:srgbClr val="999999"/>
                </a:solidFill>
                <a:latin typeface="Arial"/>
                <a:ea typeface="Arial"/>
                <a:cs typeface="Arial"/>
              </a:rPr>
              <a:t>5</a:t>
            </a:r>
          </a:p>
        </p:txBody>
      </p:sp>
      <p:sp>
        <p:nvSpPr>
          <p:cNvPr id="4" name="text-29">
            <a:extLst>
              <a:ext uri="{FF2B5EF4-FFF2-40B4-BE49-F238E27FC236}">
                <a16:creationId xmlns:a16="http://schemas.microsoft.com/office/drawing/2014/main" id="{30114FB3-D0B7-4C59-BDB7-EEA98E11BBF5}"/>
              </a:ext>
            </a:extLst>
          </p:cNvPr>
          <p:cNvSpPr>
            <a:spLocks noGrp="1"/>
          </p:cNvSpPr>
          <p:nvPr/>
        </p:nvSpPr>
        <p:spPr>
          <a:xfrm>
            <a:off x="914400" y="1638300"/>
            <a:ext cx="10572750" cy="457200"/>
          </a:xfrm>
          <a:prstGeom prst="rect">
            <a:avLst/>
          </a:prstGeom>
          <a:noFill/>
          <a:ln w="0">
            <a:noFill/>
            <a:prstDash val="solid"/>
          </a:ln>
        </p:spPr>
        <p:txBody>
          <a:bodyPr wrap="square" lIns="0" tIns="0" rIns="0" bIns="0" anchor="ctr">
            <a:noAutofit/>
          </a:bodyPr>
          <a:lstStyle>
            <a:defPPr algn="l">
              <a:defRPr sz="2250" b="0" i="0">
                <a:solidFill>
                  <a:srgbClr val="111111"/>
                </a:solidFill>
                <a:latin typeface="Arial"/>
                <a:ea typeface="Arial"/>
                <a:cs typeface="Arial"/>
              </a:defRPr>
            </a:defPPr>
            <a:lvl1pPr algn="l">
              <a:buNone/>
              <a:defRPr sz="2250" b="0" i="0">
                <a:solidFill>
                  <a:srgbClr val="111111"/>
                </a:solidFill>
                <a:latin typeface="Arial"/>
                <a:ea typeface="Arial"/>
                <a:cs typeface="Arial"/>
              </a:defRPr>
            </a:lvl1pPr>
            <a:lvl2pPr algn="l">
              <a:buNone/>
              <a:defRPr sz="2250" b="0" i="0">
                <a:solidFill>
                  <a:srgbClr val="111111"/>
                </a:solidFill>
                <a:latin typeface="Arial"/>
                <a:ea typeface="Arial"/>
                <a:cs typeface="Arial"/>
              </a:defRPr>
            </a:lvl2pPr>
            <a:lvl3pPr algn="l">
              <a:buNone/>
              <a:defRPr sz="2250" b="0" i="0">
                <a:solidFill>
                  <a:srgbClr val="111111"/>
                </a:solidFill>
                <a:latin typeface="Arial"/>
                <a:ea typeface="Arial"/>
                <a:cs typeface="Arial"/>
              </a:defRPr>
            </a:lvl3pPr>
            <a:lvl4pPr algn="l">
              <a:buNone/>
              <a:defRPr sz="2250" b="0" i="0">
                <a:solidFill>
                  <a:srgbClr val="111111"/>
                </a:solidFill>
                <a:latin typeface="Arial"/>
                <a:ea typeface="Arial"/>
                <a:cs typeface="Arial"/>
              </a:defRPr>
            </a:lvl4pPr>
            <a:lvl5pPr algn="l">
              <a:buNone/>
              <a:defRPr sz="2250" b="0" i="0">
                <a:solidFill>
                  <a:srgbClr val="111111"/>
                </a:solidFill>
                <a:latin typeface="Arial"/>
                <a:ea typeface="Arial"/>
                <a:cs typeface="Arial"/>
              </a:defRPr>
            </a:lvl5pPr>
            <a:lvl6pPr algn="l">
              <a:buNone/>
              <a:defRPr sz="2250" b="0" i="0">
                <a:solidFill>
                  <a:srgbClr val="111111"/>
                </a:solidFill>
                <a:latin typeface="Arial"/>
                <a:ea typeface="Arial"/>
                <a:cs typeface="Arial"/>
              </a:defRPr>
            </a:lvl6pPr>
            <a:lvl7pPr algn="l">
              <a:buNone/>
              <a:defRPr sz="2250" b="0" i="0">
                <a:solidFill>
                  <a:srgbClr val="111111"/>
                </a:solidFill>
                <a:latin typeface="Arial"/>
                <a:ea typeface="Arial"/>
                <a:cs typeface="Arial"/>
              </a:defRPr>
            </a:lvl7pPr>
            <a:lvl8pPr algn="l">
              <a:buNone/>
              <a:defRPr sz="2250" b="0" i="0">
                <a:solidFill>
                  <a:srgbClr val="111111"/>
                </a:solidFill>
                <a:latin typeface="Arial"/>
                <a:ea typeface="Arial"/>
                <a:cs typeface="Arial"/>
              </a:defRPr>
            </a:lvl8pPr>
            <a:lvl9pPr algn="l">
              <a:buNone/>
              <a:defRPr sz="2250" b="0" i="0">
                <a:solidFill>
                  <a:srgbClr val="111111"/>
                </a:solidFill>
                <a:latin typeface="Arial"/>
                <a:ea typeface="Arial"/>
                <a:cs typeface="Arial"/>
              </a:defRPr>
            </a:lvl9pPr>
          </a:lstStyle>
          <a:p>
            <a:pPr algn="l">
              <a:buNone/>
              <a:defRPr sz="2250" b="0" i="0">
                <a:solidFill>
                  <a:srgbClr val="111111"/>
                </a:solidFill>
                <a:latin typeface="Arial"/>
                <a:ea typeface="Arial"/>
                <a:cs typeface="Arial"/>
              </a:defRPr>
            </a:pPr>
            <a:r>
              <a:rPr sz="2250" b="0" i="0">
                <a:solidFill>
                  <a:srgbClr val="111111"/>
                </a:solidFill>
                <a:latin typeface="Arial"/>
                <a:ea typeface="Arial"/>
                <a:cs typeface="Arial"/>
              </a:rPr>
              <a:t>Durations can change while event logic stays valid</a:t>
            </a:r>
          </a:p>
        </p:txBody>
      </p:sp>
      <p:sp>
        <p:nvSpPr>
          <p:cNvPr id="5" name="text-30">
            <a:extLst>
              <a:ext uri="{FF2B5EF4-FFF2-40B4-BE49-F238E27FC236}">
                <a16:creationId xmlns:a16="http://schemas.microsoft.com/office/drawing/2014/main" id="{F9DCF590-42F6-4788-93EA-079D09AE73D4}"/>
              </a:ext>
            </a:extLst>
          </p:cNvPr>
          <p:cNvSpPr>
            <a:spLocks noGrp="1"/>
          </p:cNvSpPr>
          <p:nvPr/>
        </p:nvSpPr>
        <p:spPr>
          <a:xfrm>
            <a:off x="914400" y="2438400"/>
            <a:ext cx="7143750" cy="304800"/>
          </a:xfrm>
          <a:prstGeom prst="rect">
            <a:avLst/>
          </a:prstGeom>
          <a:noFill/>
          <a:ln w="0">
            <a:noFill/>
            <a:prstDash val="solid"/>
          </a:ln>
        </p:spPr>
        <p:txBody>
          <a:bodyPr wrap="square" lIns="0" tIns="0" rIns="0" bIns="0" anchor="ctr">
            <a:noAutofit/>
          </a:bodyPr>
          <a:lstStyle>
            <a:defPPr algn="l">
              <a:defRPr sz="1800" b="1" i="0">
                <a:solidFill>
                  <a:srgbClr val="111111"/>
                </a:solidFill>
                <a:latin typeface="Arial"/>
                <a:ea typeface="Arial"/>
                <a:cs typeface="Arial"/>
              </a:defRPr>
            </a:defPPr>
            <a:lvl1pPr algn="l">
              <a:buNone/>
              <a:defRPr sz="1800" b="1" i="0">
                <a:solidFill>
                  <a:srgbClr val="111111"/>
                </a:solidFill>
                <a:latin typeface="Arial"/>
                <a:ea typeface="Arial"/>
                <a:cs typeface="Arial"/>
              </a:defRPr>
            </a:lvl1pPr>
            <a:lvl2pPr algn="l">
              <a:buNone/>
              <a:defRPr sz="1800" b="1" i="0">
                <a:solidFill>
                  <a:srgbClr val="111111"/>
                </a:solidFill>
                <a:latin typeface="Arial"/>
                <a:ea typeface="Arial"/>
                <a:cs typeface="Arial"/>
              </a:defRPr>
            </a:lvl2pPr>
            <a:lvl3pPr algn="l">
              <a:buNone/>
              <a:defRPr sz="1800" b="1" i="0">
                <a:solidFill>
                  <a:srgbClr val="111111"/>
                </a:solidFill>
                <a:latin typeface="Arial"/>
                <a:ea typeface="Arial"/>
                <a:cs typeface="Arial"/>
              </a:defRPr>
            </a:lvl3pPr>
            <a:lvl4pPr algn="l">
              <a:buNone/>
              <a:defRPr sz="1800" b="1" i="0">
                <a:solidFill>
                  <a:srgbClr val="111111"/>
                </a:solidFill>
                <a:latin typeface="Arial"/>
                <a:ea typeface="Arial"/>
                <a:cs typeface="Arial"/>
              </a:defRPr>
            </a:lvl4pPr>
            <a:lvl5pPr algn="l">
              <a:buNone/>
              <a:defRPr sz="1800" b="1" i="0">
                <a:solidFill>
                  <a:srgbClr val="111111"/>
                </a:solidFill>
                <a:latin typeface="Arial"/>
                <a:ea typeface="Arial"/>
                <a:cs typeface="Arial"/>
              </a:defRPr>
            </a:lvl5pPr>
            <a:lvl6pPr algn="l">
              <a:buNone/>
              <a:defRPr sz="1800" b="1" i="0">
                <a:solidFill>
                  <a:srgbClr val="111111"/>
                </a:solidFill>
                <a:latin typeface="Arial"/>
                <a:ea typeface="Arial"/>
                <a:cs typeface="Arial"/>
              </a:defRPr>
            </a:lvl6pPr>
            <a:lvl7pPr algn="l">
              <a:buNone/>
              <a:defRPr sz="1800" b="1" i="0">
                <a:solidFill>
                  <a:srgbClr val="111111"/>
                </a:solidFill>
                <a:latin typeface="Arial"/>
                <a:ea typeface="Arial"/>
                <a:cs typeface="Arial"/>
              </a:defRPr>
            </a:lvl7pPr>
            <a:lvl8pPr algn="l">
              <a:buNone/>
              <a:defRPr sz="1800" b="1" i="0">
                <a:solidFill>
                  <a:srgbClr val="111111"/>
                </a:solidFill>
                <a:latin typeface="Arial"/>
                <a:ea typeface="Arial"/>
                <a:cs typeface="Arial"/>
              </a:defRPr>
            </a:lvl8pPr>
            <a:lvl9pPr algn="l">
              <a:buNone/>
              <a:defRPr sz="1800" b="1" i="0">
                <a:solidFill>
                  <a:srgbClr val="111111"/>
                </a:solidFill>
                <a:latin typeface="Arial"/>
                <a:ea typeface="Arial"/>
                <a:cs typeface="Arial"/>
              </a:defRPr>
            </a:lvl9pPr>
          </a:lstStyle>
          <a:p>
            <a:pPr algn="l">
              <a:buNone/>
              <a:defRPr sz="1800" b="1" i="0">
                <a:solidFill>
                  <a:srgbClr val="111111"/>
                </a:solidFill>
                <a:latin typeface="Arial"/>
                <a:ea typeface="Arial"/>
                <a:cs typeface="Arial"/>
              </a:defRPr>
            </a:pPr>
            <a:r>
              <a:rPr sz="1800" b="1" i="0">
                <a:solidFill>
                  <a:srgbClr val="111111"/>
                </a:solidFill>
                <a:latin typeface="Arial"/>
                <a:ea typeface="Arial"/>
                <a:cs typeface="Arial"/>
              </a:rPr>
              <a:t>Instance A: short rise, long steady</a:t>
            </a:r>
          </a:p>
        </p:txBody>
      </p:sp>
      <p:sp>
        <p:nvSpPr>
          <p:cNvPr id="6" name="text-31">
            <a:extLst>
              <a:ext uri="{FF2B5EF4-FFF2-40B4-BE49-F238E27FC236}">
                <a16:creationId xmlns:a16="http://schemas.microsoft.com/office/drawing/2014/main" id="{F290DD2C-D419-4A0F-9104-1537B4C7AA3B}"/>
              </a:ext>
            </a:extLst>
          </p:cNvPr>
          <p:cNvSpPr>
            <a:spLocks noGrp="1"/>
          </p:cNvSpPr>
          <p:nvPr/>
        </p:nvSpPr>
        <p:spPr>
          <a:xfrm>
            <a:off x="914400" y="2847975"/>
            <a:ext cx="1714500" cy="352425"/>
          </a:xfrm>
          <a:prstGeom prst="rect">
            <a:avLst/>
          </a:prstGeom>
          <a:noFill/>
          <a:ln w="0">
            <a:noFill/>
            <a:prstDash val="solid"/>
          </a:ln>
        </p:spPr>
        <p:txBody>
          <a:bodyPr wrap="square" lIns="0" tIns="0" rIns="0" bIns="0" anchor="ctr">
            <a:noAutofit/>
          </a:bodyPr>
          <a:lstStyle>
            <a:defPPr algn="l">
              <a:defRPr sz="1950" b="0" i="0">
                <a:solidFill>
                  <a:srgbClr val="111111"/>
                </a:solidFill>
                <a:latin typeface="Arial"/>
                <a:ea typeface="Arial"/>
                <a:cs typeface="Arial"/>
              </a:defRPr>
            </a:defPPr>
            <a:lvl1pPr algn="l">
              <a:buNone/>
              <a:defRPr sz="1950" b="0" i="0">
                <a:solidFill>
                  <a:srgbClr val="111111"/>
                </a:solidFill>
                <a:latin typeface="Arial"/>
                <a:ea typeface="Arial"/>
                <a:cs typeface="Arial"/>
              </a:defRPr>
            </a:lvl1pPr>
            <a:lvl2pPr algn="l">
              <a:buNone/>
              <a:defRPr sz="1950" b="0" i="0">
                <a:solidFill>
                  <a:srgbClr val="111111"/>
                </a:solidFill>
                <a:latin typeface="Arial"/>
                <a:ea typeface="Arial"/>
                <a:cs typeface="Arial"/>
              </a:defRPr>
            </a:lvl2pPr>
            <a:lvl3pPr algn="l">
              <a:buNone/>
              <a:defRPr sz="1950" b="0" i="0">
                <a:solidFill>
                  <a:srgbClr val="111111"/>
                </a:solidFill>
                <a:latin typeface="Arial"/>
                <a:ea typeface="Arial"/>
                <a:cs typeface="Arial"/>
              </a:defRPr>
            </a:lvl3pPr>
            <a:lvl4pPr algn="l">
              <a:buNone/>
              <a:defRPr sz="1950" b="0" i="0">
                <a:solidFill>
                  <a:srgbClr val="111111"/>
                </a:solidFill>
                <a:latin typeface="Arial"/>
                <a:ea typeface="Arial"/>
                <a:cs typeface="Arial"/>
              </a:defRPr>
            </a:lvl4pPr>
            <a:lvl5pPr algn="l">
              <a:buNone/>
              <a:defRPr sz="1950" b="0" i="0">
                <a:solidFill>
                  <a:srgbClr val="111111"/>
                </a:solidFill>
                <a:latin typeface="Arial"/>
                <a:ea typeface="Arial"/>
                <a:cs typeface="Arial"/>
              </a:defRPr>
            </a:lvl5pPr>
            <a:lvl6pPr algn="l">
              <a:buNone/>
              <a:defRPr sz="1950" b="0" i="0">
                <a:solidFill>
                  <a:srgbClr val="111111"/>
                </a:solidFill>
                <a:latin typeface="Arial"/>
                <a:ea typeface="Arial"/>
                <a:cs typeface="Arial"/>
              </a:defRPr>
            </a:lvl6pPr>
            <a:lvl7pPr algn="l">
              <a:buNone/>
              <a:defRPr sz="1950" b="0" i="0">
                <a:solidFill>
                  <a:srgbClr val="111111"/>
                </a:solidFill>
                <a:latin typeface="Arial"/>
                <a:ea typeface="Arial"/>
                <a:cs typeface="Arial"/>
              </a:defRPr>
            </a:lvl7pPr>
            <a:lvl8pPr algn="l">
              <a:buNone/>
              <a:defRPr sz="1950" b="0" i="0">
                <a:solidFill>
                  <a:srgbClr val="111111"/>
                </a:solidFill>
                <a:latin typeface="Arial"/>
                <a:ea typeface="Arial"/>
                <a:cs typeface="Arial"/>
              </a:defRPr>
            </a:lvl8pPr>
            <a:lvl9pPr algn="l">
              <a:buNone/>
              <a:defRPr sz="1950" b="0" i="0">
                <a:solidFill>
                  <a:srgbClr val="111111"/>
                </a:solidFill>
                <a:latin typeface="Arial"/>
                <a:ea typeface="Arial"/>
                <a:cs typeface="Arial"/>
              </a:defRPr>
            </a:lvl9pPr>
          </a:lstStyle>
          <a:p>
            <a:pPr algn="l">
              <a:buNone/>
              <a:defRPr sz="1950" b="0" i="0">
                <a:solidFill>
                  <a:srgbClr val="111111"/>
                </a:solidFill>
                <a:latin typeface="Arial"/>
                <a:ea typeface="Arial"/>
                <a:cs typeface="Arial"/>
              </a:defRPr>
            </a:pPr>
            <a:r>
              <a:rPr sz="1950" b="0" i="0">
                <a:solidFill>
                  <a:srgbClr val="111111"/>
                </a:solidFill>
                <a:latin typeface="Arial"/>
                <a:ea typeface="Arial"/>
                <a:cs typeface="Arial"/>
              </a:rPr>
              <a:t>Pressure</a:t>
            </a:r>
          </a:p>
        </p:txBody>
      </p:sp>
      <p:sp>
        <p:nvSpPr>
          <p:cNvPr id="7" name="text-32">
            <a:extLst>
              <a:ext uri="{FF2B5EF4-FFF2-40B4-BE49-F238E27FC236}">
                <a16:creationId xmlns:a16="http://schemas.microsoft.com/office/drawing/2014/main" id="{42AEA03B-A208-46EE-B996-3476E5701349}"/>
              </a:ext>
            </a:extLst>
          </p:cNvPr>
          <p:cNvSpPr>
            <a:spLocks noGrp="1"/>
          </p:cNvSpPr>
          <p:nvPr/>
        </p:nvSpPr>
        <p:spPr>
          <a:xfrm>
            <a:off x="914400" y="3390900"/>
            <a:ext cx="1714500" cy="352425"/>
          </a:xfrm>
          <a:prstGeom prst="rect">
            <a:avLst/>
          </a:prstGeom>
          <a:noFill/>
          <a:ln w="0">
            <a:noFill/>
            <a:prstDash val="solid"/>
          </a:ln>
        </p:spPr>
        <p:txBody>
          <a:bodyPr wrap="square" lIns="0" tIns="0" rIns="0" bIns="0" anchor="ctr">
            <a:noAutofit/>
          </a:bodyPr>
          <a:lstStyle>
            <a:defPPr algn="l">
              <a:defRPr sz="1950" b="0" i="0">
                <a:solidFill>
                  <a:srgbClr val="111111"/>
                </a:solidFill>
                <a:latin typeface="Arial"/>
                <a:ea typeface="Arial"/>
                <a:cs typeface="Arial"/>
              </a:defRPr>
            </a:defPPr>
            <a:lvl1pPr algn="l">
              <a:buNone/>
              <a:defRPr sz="1950" b="0" i="0">
                <a:solidFill>
                  <a:srgbClr val="111111"/>
                </a:solidFill>
                <a:latin typeface="Arial"/>
                <a:ea typeface="Arial"/>
                <a:cs typeface="Arial"/>
              </a:defRPr>
            </a:lvl1pPr>
            <a:lvl2pPr algn="l">
              <a:buNone/>
              <a:defRPr sz="1950" b="0" i="0">
                <a:solidFill>
                  <a:srgbClr val="111111"/>
                </a:solidFill>
                <a:latin typeface="Arial"/>
                <a:ea typeface="Arial"/>
                <a:cs typeface="Arial"/>
              </a:defRPr>
            </a:lvl2pPr>
            <a:lvl3pPr algn="l">
              <a:buNone/>
              <a:defRPr sz="1950" b="0" i="0">
                <a:solidFill>
                  <a:srgbClr val="111111"/>
                </a:solidFill>
                <a:latin typeface="Arial"/>
                <a:ea typeface="Arial"/>
                <a:cs typeface="Arial"/>
              </a:defRPr>
            </a:lvl3pPr>
            <a:lvl4pPr algn="l">
              <a:buNone/>
              <a:defRPr sz="1950" b="0" i="0">
                <a:solidFill>
                  <a:srgbClr val="111111"/>
                </a:solidFill>
                <a:latin typeface="Arial"/>
                <a:ea typeface="Arial"/>
                <a:cs typeface="Arial"/>
              </a:defRPr>
            </a:lvl4pPr>
            <a:lvl5pPr algn="l">
              <a:buNone/>
              <a:defRPr sz="1950" b="0" i="0">
                <a:solidFill>
                  <a:srgbClr val="111111"/>
                </a:solidFill>
                <a:latin typeface="Arial"/>
                <a:ea typeface="Arial"/>
                <a:cs typeface="Arial"/>
              </a:defRPr>
            </a:lvl5pPr>
            <a:lvl6pPr algn="l">
              <a:buNone/>
              <a:defRPr sz="1950" b="0" i="0">
                <a:solidFill>
                  <a:srgbClr val="111111"/>
                </a:solidFill>
                <a:latin typeface="Arial"/>
                <a:ea typeface="Arial"/>
                <a:cs typeface="Arial"/>
              </a:defRPr>
            </a:lvl6pPr>
            <a:lvl7pPr algn="l">
              <a:buNone/>
              <a:defRPr sz="1950" b="0" i="0">
                <a:solidFill>
                  <a:srgbClr val="111111"/>
                </a:solidFill>
                <a:latin typeface="Arial"/>
                <a:ea typeface="Arial"/>
                <a:cs typeface="Arial"/>
              </a:defRPr>
            </a:lvl7pPr>
            <a:lvl8pPr algn="l">
              <a:buNone/>
              <a:defRPr sz="1950" b="0" i="0">
                <a:solidFill>
                  <a:srgbClr val="111111"/>
                </a:solidFill>
                <a:latin typeface="Arial"/>
                <a:ea typeface="Arial"/>
                <a:cs typeface="Arial"/>
              </a:defRPr>
            </a:lvl8pPr>
            <a:lvl9pPr algn="l">
              <a:buNone/>
              <a:defRPr sz="1950" b="0" i="0">
                <a:solidFill>
                  <a:srgbClr val="111111"/>
                </a:solidFill>
                <a:latin typeface="Arial"/>
                <a:ea typeface="Arial"/>
                <a:cs typeface="Arial"/>
              </a:defRPr>
            </a:lvl9pPr>
          </a:lstStyle>
          <a:p>
            <a:pPr algn="l">
              <a:buNone/>
              <a:defRPr sz="1950" b="0" i="0">
                <a:solidFill>
                  <a:srgbClr val="111111"/>
                </a:solidFill>
                <a:latin typeface="Arial"/>
                <a:ea typeface="Arial"/>
                <a:cs typeface="Arial"/>
              </a:defRPr>
            </a:pPr>
            <a:r>
              <a:rPr sz="1950" b="0" i="0">
                <a:solidFill>
                  <a:srgbClr val="111111"/>
                </a:solidFill>
                <a:latin typeface="Arial"/>
                <a:ea typeface="Arial"/>
                <a:cs typeface="Arial"/>
              </a:rPr>
              <a:t>Volume</a:t>
            </a:r>
          </a:p>
        </p:txBody>
      </p:sp>
      <p:sp>
        <p:nvSpPr>
          <p:cNvPr id="8" name="shape-33">
            <a:extLst>
              <a:ext uri="{FF2B5EF4-FFF2-40B4-BE49-F238E27FC236}">
                <a16:creationId xmlns:a16="http://schemas.microsoft.com/office/drawing/2014/main" id="{4A3FC9F4-A0D5-4F1A-BA9E-35A032C393A2}"/>
              </a:ext>
            </a:extLst>
          </p:cNvPr>
          <p:cNvSpPr>
            <a:spLocks noGrp="1"/>
          </p:cNvSpPr>
          <p:nvPr/>
        </p:nvSpPr>
        <p:spPr>
          <a:xfrm>
            <a:off x="2857500" y="2800350"/>
            <a:ext cx="1047750" cy="457200"/>
          </a:xfrm>
          <a:prstGeom prst="roundRect">
            <a:avLst>
              <a:gd name="adj" fmla="val 16667"/>
            </a:avLst>
          </a:prstGeom>
          <a:solidFill>
            <a:srgbClr val="FFF1E7"/>
          </a:solidFill>
          <a:ln w="16193">
            <a:solidFill>
              <a:srgbClr val="E97132"/>
            </a:solidFill>
            <a:prstDash val="solid"/>
          </a:ln>
        </p:spPr>
        <p:txBody>
          <a:bodyPr lIns="76200" tIns="76200" rIns="76200" bIns="76200" anchor="ctr">
            <a:noAutofit/>
          </a:bodyPr>
          <a:lstStyle>
            <a:defPPr algn="ctr">
              <a:defRPr sz="1800" b="0">
                <a:solidFill>
                  <a:srgbClr val="E97132"/>
                </a:solidFill>
                <a:latin typeface="Arial"/>
                <a:ea typeface="Arial"/>
                <a:cs typeface="Arial"/>
              </a:defRPr>
            </a:defPPr>
            <a:lvl1pPr algn="ctr">
              <a:buNone/>
              <a:defRPr sz="1800" b="0">
                <a:solidFill>
                  <a:srgbClr val="E97132"/>
                </a:solidFill>
                <a:latin typeface="Arial"/>
                <a:ea typeface="Arial"/>
                <a:cs typeface="Arial"/>
              </a:defRPr>
            </a:lvl1pPr>
            <a:lvl2pPr algn="ctr">
              <a:buNone/>
              <a:defRPr sz="1800" b="0">
                <a:solidFill>
                  <a:srgbClr val="E97132"/>
                </a:solidFill>
                <a:latin typeface="Arial"/>
                <a:ea typeface="Arial"/>
                <a:cs typeface="Arial"/>
              </a:defRPr>
            </a:lvl2pPr>
            <a:lvl3pPr algn="ctr">
              <a:buNone/>
              <a:defRPr sz="1800" b="0">
                <a:solidFill>
                  <a:srgbClr val="E97132"/>
                </a:solidFill>
                <a:latin typeface="Arial"/>
                <a:ea typeface="Arial"/>
                <a:cs typeface="Arial"/>
              </a:defRPr>
            </a:lvl3pPr>
            <a:lvl4pPr algn="ctr">
              <a:buNone/>
              <a:defRPr sz="1800" b="0">
                <a:solidFill>
                  <a:srgbClr val="E97132"/>
                </a:solidFill>
                <a:latin typeface="Arial"/>
                <a:ea typeface="Arial"/>
                <a:cs typeface="Arial"/>
              </a:defRPr>
            </a:lvl4pPr>
            <a:lvl5pPr algn="ctr">
              <a:buNone/>
              <a:defRPr sz="1800" b="0">
                <a:solidFill>
                  <a:srgbClr val="E97132"/>
                </a:solidFill>
                <a:latin typeface="Arial"/>
                <a:ea typeface="Arial"/>
                <a:cs typeface="Arial"/>
              </a:defRPr>
            </a:lvl5pPr>
            <a:lvl6pPr algn="ctr">
              <a:buNone/>
              <a:defRPr sz="1800" b="0">
                <a:solidFill>
                  <a:srgbClr val="E97132"/>
                </a:solidFill>
                <a:latin typeface="Arial"/>
                <a:ea typeface="Arial"/>
                <a:cs typeface="Arial"/>
              </a:defRPr>
            </a:lvl6pPr>
            <a:lvl7pPr algn="ctr">
              <a:buNone/>
              <a:defRPr sz="1800" b="0">
                <a:solidFill>
                  <a:srgbClr val="E97132"/>
                </a:solidFill>
                <a:latin typeface="Arial"/>
                <a:ea typeface="Arial"/>
                <a:cs typeface="Arial"/>
              </a:defRPr>
            </a:lvl7pPr>
            <a:lvl8pPr algn="ctr">
              <a:buNone/>
              <a:defRPr sz="1800" b="0">
                <a:solidFill>
                  <a:srgbClr val="E97132"/>
                </a:solidFill>
                <a:latin typeface="Arial"/>
                <a:ea typeface="Arial"/>
                <a:cs typeface="Arial"/>
              </a:defRPr>
            </a:lvl8pPr>
            <a:lvl9pPr algn="ctr">
              <a:buNone/>
              <a:defRPr sz="1800" b="0">
                <a:solidFill>
                  <a:srgbClr val="E97132"/>
                </a:solidFill>
                <a:latin typeface="Arial"/>
                <a:ea typeface="Arial"/>
                <a:cs typeface="Arial"/>
              </a:defRPr>
            </a:lvl9pPr>
          </a:lstStyle>
          <a:p>
            <a:pPr algn="ctr">
              <a:buNone/>
              <a:defRPr sz="1800" b="0">
                <a:solidFill>
                  <a:srgbClr val="E97132"/>
                </a:solidFill>
                <a:latin typeface="Arial"/>
                <a:ea typeface="Arial"/>
                <a:cs typeface="Arial"/>
              </a:defRPr>
            </a:pPr>
            <a:r>
              <a:rPr sz="1800" b="0">
                <a:solidFill>
                  <a:srgbClr val="E97132"/>
                </a:solidFill>
                <a:latin typeface="Arial"/>
                <a:ea typeface="Arial"/>
                <a:cs typeface="Arial"/>
              </a:rPr>
              <a:t>Rise</a:t>
            </a:r>
          </a:p>
        </p:txBody>
      </p:sp>
      <p:sp>
        <p:nvSpPr>
          <p:cNvPr id="9" name="shape-34">
            <a:extLst>
              <a:ext uri="{FF2B5EF4-FFF2-40B4-BE49-F238E27FC236}">
                <a16:creationId xmlns:a16="http://schemas.microsoft.com/office/drawing/2014/main" id="{640EC428-65DE-4582-9893-4741D04AC930}"/>
              </a:ext>
            </a:extLst>
          </p:cNvPr>
          <p:cNvSpPr>
            <a:spLocks noGrp="1"/>
          </p:cNvSpPr>
          <p:nvPr/>
        </p:nvSpPr>
        <p:spPr>
          <a:xfrm>
            <a:off x="3905250" y="2800350"/>
            <a:ext cx="3143250" cy="457200"/>
          </a:xfrm>
          <a:prstGeom prst="roundRect">
            <a:avLst>
              <a:gd name="adj" fmla="val 16667"/>
            </a:avLst>
          </a:prstGeom>
          <a:solidFill>
            <a:srgbClr val="FFF1E7"/>
          </a:solidFill>
          <a:ln w="16193">
            <a:solidFill>
              <a:srgbClr val="E97132"/>
            </a:solidFill>
            <a:prstDash val="solid"/>
          </a:ln>
        </p:spPr>
        <p:txBody>
          <a:bodyPr lIns="76200" tIns="76200" rIns="76200" bIns="76200" anchor="ctr">
            <a:noAutofit/>
          </a:bodyPr>
          <a:lstStyle>
            <a:defPPr algn="ctr">
              <a:defRPr sz="1800" b="0">
                <a:solidFill>
                  <a:srgbClr val="E97132"/>
                </a:solidFill>
                <a:latin typeface="Arial"/>
                <a:ea typeface="Arial"/>
                <a:cs typeface="Arial"/>
              </a:defRPr>
            </a:defPPr>
            <a:lvl1pPr algn="ctr">
              <a:buNone/>
              <a:defRPr sz="1800" b="0">
                <a:solidFill>
                  <a:srgbClr val="E97132"/>
                </a:solidFill>
                <a:latin typeface="Arial"/>
                <a:ea typeface="Arial"/>
                <a:cs typeface="Arial"/>
              </a:defRPr>
            </a:lvl1pPr>
            <a:lvl2pPr algn="ctr">
              <a:buNone/>
              <a:defRPr sz="1800" b="0">
                <a:solidFill>
                  <a:srgbClr val="E97132"/>
                </a:solidFill>
                <a:latin typeface="Arial"/>
                <a:ea typeface="Arial"/>
                <a:cs typeface="Arial"/>
              </a:defRPr>
            </a:lvl2pPr>
            <a:lvl3pPr algn="ctr">
              <a:buNone/>
              <a:defRPr sz="1800" b="0">
                <a:solidFill>
                  <a:srgbClr val="E97132"/>
                </a:solidFill>
                <a:latin typeface="Arial"/>
                <a:ea typeface="Arial"/>
                <a:cs typeface="Arial"/>
              </a:defRPr>
            </a:lvl3pPr>
            <a:lvl4pPr algn="ctr">
              <a:buNone/>
              <a:defRPr sz="1800" b="0">
                <a:solidFill>
                  <a:srgbClr val="E97132"/>
                </a:solidFill>
                <a:latin typeface="Arial"/>
                <a:ea typeface="Arial"/>
                <a:cs typeface="Arial"/>
              </a:defRPr>
            </a:lvl4pPr>
            <a:lvl5pPr algn="ctr">
              <a:buNone/>
              <a:defRPr sz="1800" b="0">
                <a:solidFill>
                  <a:srgbClr val="E97132"/>
                </a:solidFill>
                <a:latin typeface="Arial"/>
                <a:ea typeface="Arial"/>
                <a:cs typeface="Arial"/>
              </a:defRPr>
            </a:lvl5pPr>
            <a:lvl6pPr algn="ctr">
              <a:buNone/>
              <a:defRPr sz="1800" b="0">
                <a:solidFill>
                  <a:srgbClr val="E97132"/>
                </a:solidFill>
                <a:latin typeface="Arial"/>
                <a:ea typeface="Arial"/>
                <a:cs typeface="Arial"/>
              </a:defRPr>
            </a:lvl6pPr>
            <a:lvl7pPr algn="ctr">
              <a:buNone/>
              <a:defRPr sz="1800" b="0">
                <a:solidFill>
                  <a:srgbClr val="E97132"/>
                </a:solidFill>
                <a:latin typeface="Arial"/>
                <a:ea typeface="Arial"/>
                <a:cs typeface="Arial"/>
              </a:defRPr>
            </a:lvl7pPr>
            <a:lvl8pPr algn="ctr">
              <a:buNone/>
              <a:defRPr sz="1800" b="0">
                <a:solidFill>
                  <a:srgbClr val="E97132"/>
                </a:solidFill>
                <a:latin typeface="Arial"/>
                <a:ea typeface="Arial"/>
                <a:cs typeface="Arial"/>
              </a:defRPr>
            </a:lvl8pPr>
            <a:lvl9pPr algn="ctr">
              <a:buNone/>
              <a:defRPr sz="1800" b="0">
                <a:solidFill>
                  <a:srgbClr val="E97132"/>
                </a:solidFill>
                <a:latin typeface="Arial"/>
                <a:ea typeface="Arial"/>
                <a:cs typeface="Arial"/>
              </a:defRPr>
            </a:lvl9pPr>
          </a:lstStyle>
          <a:p>
            <a:pPr algn="ctr">
              <a:buNone/>
              <a:defRPr sz="1800" b="0">
                <a:solidFill>
                  <a:srgbClr val="E97132"/>
                </a:solidFill>
                <a:latin typeface="Arial"/>
                <a:ea typeface="Arial"/>
                <a:cs typeface="Arial"/>
              </a:defRPr>
            </a:pPr>
            <a:r>
              <a:rPr sz="1800" b="0">
                <a:solidFill>
                  <a:srgbClr val="E97132"/>
                </a:solidFill>
                <a:latin typeface="Arial"/>
                <a:ea typeface="Arial"/>
                <a:cs typeface="Arial"/>
              </a:rPr>
              <a:t>Steady</a:t>
            </a:r>
          </a:p>
        </p:txBody>
      </p:sp>
      <p:sp>
        <p:nvSpPr>
          <p:cNvPr id="10" name="shape-35">
            <a:extLst>
              <a:ext uri="{FF2B5EF4-FFF2-40B4-BE49-F238E27FC236}">
                <a16:creationId xmlns:a16="http://schemas.microsoft.com/office/drawing/2014/main" id="{D74AD800-A5B9-4A22-9D08-08230E2C82FB}"/>
              </a:ext>
            </a:extLst>
          </p:cNvPr>
          <p:cNvSpPr>
            <a:spLocks noGrp="1"/>
          </p:cNvSpPr>
          <p:nvPr/>
        </p:nvSpPr>
        <p:spPr>
          <a:xfrm>
            <a:off x="2857500" y="3371850"/>
            <a:ext cx="4191000" cy="457200"/>
          </a:xfrm>
          <a:prstGeom prst="roundRect">
            <a:avLst>
              <a:gd name="adj" fmla="val 16667"/>
            </a:avLst>
          </a:prstGeom>
          <a:solidFill>
            <a:srgbClr val="F1F7F2"/>
          </a:solidFill>
          <a:ln w="16193">
            <a:solidFill>
              <a:srgbClr val="287449"/>
            </a:solidFill>
            <a:prstDash val="solid"/>
          </a:ln>
        </p:spPr>
        <p:txBody>
          <a:bodyPr lIns="76200" tIns="76200" rIns="76200" bIns="76200" anchor="ctr">
            <a:noAutofit/>
          </a:bodyPr>
          <a:lstStyle>
            <a:defPPr algn="ctr">
              <a:defRPr sz="1800" b="0">
                <a:solidFill>
                  <a:srgbClr val="287449"/>
                </a:solidFill>
                <a:latin typeface="Arial"/>
                <a:ea typeface="Arial"/>
                <a:cs typeface="Arial"/>
              </a:defRPr>
            </a:defPPr>
            <a:lvl1pPr algn="ctr">
              <a:buNone/>
              <a:defRPr sz="1800" b="0">
                <a:solidFill>
                  <a:srgbClr val="287449"/>
                </a:solidFill>
                <a:latin typeface="Arial"/>
                <a:ea typeface="Arial"/>
                <a:cs typeface="Arial"/>
              </a:defRPr>
            </a:lvl1pPr>
            <a:lvl2pPr algn="ctr">
              <a:buNone/>
              <a:defRPr sz="1800" b="0">
                <a:solidFill>
                  <a:srgbClr val="287449"/>
                </a:solidFill>
                <a:latin typeface="Arial"/>
                <a:ea typeface="Arial"/>
                <a:cs typeface="Arial"/>
              </a:defRPr>
            </a:lvl2pPr>
            <a:lvl3pPr algn="ctr">
              <a:buNone/>
              <a:defRPr sz="1800" b="0">
                <a:solidFill>
                  <a:srgbClr val="287449"/>
                </a:solidFill>
                <a:latin typeface="Arial"/>
                <a:ea typeface="Arial"/>
                <a:cs typeface="Arial"/>
              </a:defRPr>
            </a:lvl3pPr>
            <a:lvl4pPr algn="ctr">
              <a:buNone/>
              <a:defRPr sz="1800" b="0">
                <a:solidFill>
                  <a:srgbClr val="287449"/>
                </a:solidFill>
                <a:latin typeface="Arial"/>
                <a:ea typeface="Arial"/>
                <a:cs typeface="Arial"/>
              </a:defRPr>
            </a:lvl4pPr>
            <a:lvl5pPr algn="ctr">
              <a:buNone/>
              <a:defRPr sz="1800" b="0">
                <a:solidFill>
                  <a:srgbClr val="287449"/>
                </a:solidFill>
                <a:latin typeface="Arial"/>
                <a:ea typeface="Arial"/>
                <a:cs typeface="Arial"/>
              </a:defRPr>
            </a:lvl5pPr>
            <a:lvl6pPr algn="ctr">
              <a:buNone/>
              <a:defRPr sz="1800" b="0">
                <a:solidFill>
                  <a:srgbClr val="287449"/>
                </a:solidFill>
                <a:latin typeface="Arial"/>
                <a:ea typeface="Arial"/>
                <a:cs typeface="Arial"/>
              </a:defRPr>
            </a:lvl6pPr>
            <a:lvl7pPr algn="ctr">
              <a:buNone/>
              <a:defRPr sz="1800" b="0">
                <a:solidFill>
                  <a:srgbClr val="287449"/>
                </a:solidFill>
                <a:latin typeface="Arial"/>
                <a:ea typeface="Arial"/>
                <a:cs typeface="Arial"/>
              </a:defRPr>
            </a:lvl7pPr>
            <a:lvl8pPr algn="ctr">
              <a:buNone/>
              <a:defRPr sz="1800" b="0">
                <a:solidFill>
                  <a:srgbClr val="287449"/>
                </a:solidFill>
                <a:latin typeface="Arial"/>
                <a:ea typeface="Arial"/>
                <a:cs typeface="Arial"/>
              </a:defRPr>
            </a:lvl8pPr>
            <a:lvl9pPr algn="ctr">
              <a:buNone/>
              <a:defRPr sz="1800" b="0">
                <a:solidFill>
                  <a:srgbClr val="287449"/>
                </a:solidFill>
                <a:latin typeface="Arial"/>
                <a:ea typeface="Arial"/>
                <a:cs typeface="Arial"/>
              </a:defRPr>
            </a:lvl9pPr>
          </a:lstStyle>
          <a:p>
            <a:pPr algn="ctr">
              <a:buNone/>
              <a:defRPr sz="1800" b="0">
                <a:solidFill>
                  <a:srgbClr val="287449"/>
                </a:solidFill>
                <a:latin typeface="Arial"/>
                <a:ea typeface="Arial"/>
                <a:cs typeface="Arial"/>
              </a:defRPr>
            </a:pPr>
            <a:r>
              <a:rPr sz="1800" b="0">
                <a:solidFill>
                  <a:srgbClr val="287449"/>
                </a:solidFill>
                <a:latin typeface="Arial"/>
                <a:ea typeface="Arial"/>
                <a:cs typeface="Arial"/>
              </a:rPr>
              <a:t>Stable</a:t>
            </a:r>
          </a:p>
        </p:txBody>
      </p:sp>
      <p:sp>
        <p:nvSpPr>
          <p:cNvPr id="11" name="直接连接符 10">
            <a:extLst>
              <a:ext uri="{FF2B5EF4-FFF2-40B4-BE49-F238E27FC236}">
                <a16:creationId xmlns:a16="http://schemas.microsoft.com/office/drawing/2014/main" id="{2D96DBB8-C0F3-40A2-A5BD-92E4864DC72E}"/>
              </a:ext>
            </a:extLst>
          </p:cNvPr>
          <p:cNvSpPr>
            <a:spLocks noGrp="1"/>
          </p:cNvSpPr>
          <p:nvPr/>
        </p:nvSpPr>
        <p:spPr>
          <a:xfrm>
            <a:off x="2857500" y="3990975"/>
            <a:ext cx="6667500" cy="0"/>
          </a:xfrm>
          <a:prstGeom prst="line">
            <a:avLst/>
          </a:prstGeom>
          <a:ln w="11430">
            <a:solidFill>
              <a:srgbClr val="AAAAAA"/>
            </a:solidFill>
            <a:prstDash val="solid"/>
          </a:ln>
        </p:spPr>
        <p:txBody>
          <a:bodyPr/>
          <a:lstStyle/>
          <a:p>
            <a:endParaRPr lang="zh-CN" altLang="en-US"/>
          </a:p>
        </p:txBody>
      </p:sp>
      <p:sp>
        <p:nvSpPr>
          <p:cNvPr id="12" name="text-36">
            <a:extLst>
              <a:ext uri="{FF2B5EF4-FFF2-40B4-BE49-F238E27FC236}">
                <a16:creationId xmlns:a16="http://schemas.microsoft.com/office/drawing/2014/main" id="{855573A6-A313-4D11-8852-0C928CEFF205}"/>
              </a:ext>
            </a:extLst>
          </p:cNvPr>
          <p:cNvSpPr>
            <a:spLocks noGrp="1"/>
          </p:cNvSpPr>
          <p:nvPr/>
        </p:nvSpPr>
        <p:spPr>
          <a:xfrm>
            <a:off x="9715500" y="3829050"/>
            <a:ext cx="762000" cy="304800"/>
          </a:xfrm>
          <a:prstGeom prst="rect">
            <a:avLst/>
          </a:prstGeom>
          <a:noFill/>
          <a:ln w="0">
            <a:noFill/>
            <a:prstDash val="solid"/>
          </a:ln>
        </p:spPr>
        <p:txBody>
          <a:bodyPr wrap="square" lIns="0" tIns="0" rIns="0" bIns="0" anchor="ctr">
            <a:noAutofit/>
          </a:bodyPr>
          <a:lstStyle>
            <a:defPPr algn="l">
              <a:defRPr sz="1575" b="0" i="0">
                <a:solidFill>
                  <a:srgbClr val="777777"/>
                </a:solidFill>
                <a:latin typeface="Arial"/>
                <a:ea typeface="Arial"/>
                <a:cs typeface="Arial"/>
              </a:defRPr>
            </a:defPPr>
            <a:lvl1pPr algn="l">
              <a:buNone/>
              <a:defRPr sz="1575" b="0" i="0">
                <a:solidFill>
                  <a:srgbClr val="777777"/>
                </a:solidFill>
                <a:latin typeface="Arial"/>
                <a:ea typeface="Arial"/>
                <a:cs typeface="Arial"/>
              </a:defRPr>
            </a:lvl1pPr>
            <a:lvl2pPr algn="l">
              <a:buNone/>
              <a:defRPr sz="1575" b="0" i="0">
                <a:solidFill>
                  <a:srgbClr val="777777"/>
                </a:solidFill>
                <a:latin typeface="Arial"/>
                <a:ea typeface="Arial"/>
                <a:cs typeface="Arial"/>
              </a:defRPr>
            </a:lvl2pPr>
            <a:lvl3pPr algn="l">
              <a:buNone/>
              <a:defRPr sz="1575" b="0" i="0">
                <a:solidFill>
                  <a:srgbClr val="777777"/>
                </a:solidFill>
                <a:latin typeface="Arial"/>
                <a:ea typeface="Arial"/>
                <a:cs typeface="Arial"/>
              </a:defRPr>
            </a:lvl3pPr>
            <a:lvl4pPr algn="l">
              <a:buNone/>
              <a:defRPr sz="1575" b="0" i="0">
                <a:solidFill>
                  <a:srgbClr val="777777"/>
                </a:solidFill>
                <a:latin typeface="Arial"/>
                <a:ea typeface="Arial"/>
                <a:cs typeface="Arial"/>
              </a:defRPr>
            </a:lvl4pPr>
            <a:lvl5pPr algn="l">
              <a:buNone/>
              <a:defRPr sz="1575" b="0" i="0">
                <a:solidFill>
                  <a:srgbClr val="777777"/>
                </a:solidFill>
                <a:latin typeface="Arial"/>
                <a:ea typeface="Arial"/>
                <a:cs typeface="Arial"/>
              </a:defRPr>
            </a:lvl5pPr>
            <a:lvl6pPr algn="l">
              <a:buNone/>
              <a:defRPr sz="1575" b="0" i="0">
                <a:solidFill>
                  <a:srgbClr val="777777"/>
                </a:solidFill>
                <a:latin typeface="Arial"/>
                <a:ea typeface="Arial"/>
                <a:cs typeface="Arial"/>
              </a:defRPr>
            </a:lvl6pPr>
            <a:lvl7pPr algn="l">
              <a:buNone/>
              <a:defRPr sz="1575" b="0" i="0">
                <a:solidFill>
                  <a:srgbClr val="777777"/>
                </a:solidFill>
                <a:latin typeface="Arial"/>
                <a:ea typeface="Arial"/>
                <a:cs typeface="Arial"/>
              </a:defRPr>
            </a:lvl7pPr>
            <a:lvl8pPr algn="l">
              <a:buNone/>
              <a:defRPr sz="1575" b="0" i="0">
                <a:solidFill>
                  <a:srgbClr val="777777"/>
                </a:solidFill>
                <a:latin typeface="Arial"/>
                <a:ea typeface="Arial"/>
                <a:cs typeface="Arial"/>
              </a:defRPr>
            </a:lvl8pPr>
            <a:lvl9pPr algn="l">
              <a:buNone/>
              <a:defRPr sz="1575" b="0" i="0">
                <a:solidFill>
                  <a:srgbClr val="777777"/>
                </a:solidFill>
                <a:latin typeface="Arial"/>
                <a:ea typeface="Arial"/>
                <a:cs typeface="Arial"/>
              </a:defRPr>
            </a:lvl9pPr>
          </a:lstStyle>
          <a:p>
            <a:pPr algn="l">
              <a:buNone/>
              <a:defRPr sz="1575" b="0" i="0">
                <a:solidFill>
                  <a:srgbClr val="777777"/>
                </a:solidFill>
                <a:latin typeface="Arial"/>
                <a:ea typeface="Arial"/>
                <a:cs typeface="Arial"/>
              </a:defRPr>
            </a:pPr>
            <a:r>
              <a:rPr sz="1575" b="0" i="0">
                <a:solidFill>
                  <a:srgbClr val="777777"/>
                </a:solidFill>
                <a:latin typeface="Arial"/>
                <a:ea typeface="Arial"/>
                <a:cs typeface="Arial"/>
              </a:rPr>
              <a:t>time</a:t>
            </a:r>
          </a:p>
        </p:txBody>
      </p:sp>
      <p:sp>
        <p:nvSpPr>
          <p:cNvPr id="13" name="text-37">
            <a:extLst>
              <a:ext uri="{FF2B5EF4-FFF2-40B4-BE49-F238E27FC236}">
                <a16:creationId xmlns:a16="http://schemas.microsoft.com/office/drawing/2014/main" id="{9A2BE7ED-0B00-4370-A192-7ACE9315AA2A}"/>
              </a:ext>
            </a:extLst>
          </p:cNvPr>
          <p:cNvSpPr>
            <a:spLocks noGrp="1"/>
          </p:cNvSpPr>
          <p:nvPr/>
        </p:nvSpPr>
        <p:spPr>
          <a:xfrm>
            <a:off x="914400" y="4162425"/>
            <a:ext cx="7143750" cy="304800"/>
          </a:xfrm>
          <a:prstGeom prst="rect">
            <a:avLst/>
          </a:prstGeom>
          <a:noFill/>
          <a:ln w="0">
            <a:noFill/>
            <a:prstDash val="solid"/>
          </a:ln>
        </p:spPr>
        <p:txBody>
          <a:bodyPr wrap="square" lIns="0" tIns="0" rIns="0" bIns="0" anchor="ctr">
            <a:noAutofit/>
          </a:bodyPr>
          <a:lstStyle>
            <a:defPPr algn="l">
              <a:defRPr sz="1800" b="1" i="0">
                <a:solidFill>
                  <a:srgbClr val="111111"/>
                </a:solidFill>
                <a:latin typeface="Arial"/>
                <a:ea typeface="Arial"/>
                <a:cs typeface="Arial"/>
              </a:defRPr>
            </a:defPPr>
            <a:lvl1pPr algn="l">
              <a:buNone/>
              <a:defRPr sz="1800" b="1" i="0">
                <a:solidFill>
                  <a:srgbClr val="111111"/>
                </a:solidFill>
                <a:latin typeface="Arial"/>
                <a:ea typeface="Arial"/>
                <a:cs typeface="Arial"/>
              </a:defRPr>
            </a:lvl1pPr>
            <a:lvl2pPr algn="l">
              <a:buNone/>
              <a:defRPr sz="1800" b="1" i="0">
                <a:solidFill>
                  <a:srgbClr val="111111"/>
                </a:solidFill>
                <a:latin typeface="Arial"/>
                <a:ea typeface="Arial"/>
                <a:cs typeface="Arial"/>
              </a:defRPr>
            </a:lvl2pPr>
            <a:lvl3pPr algn="l">
              <a:buNone/>
              <a:defRPr sz="1800" b="1" i="0">
                <a:solidFill>
                  <a:srgbClr val="111111"/>
                </a:solidFill>
                <a:latin typeface="Arial"/>
                <a:ea typeface="Arial"/>
                <a:cs typeface="Arial"/>
              </a:defRPr>
            </a:lvl3pPr>
            <a:lvl4pPr algn="l">
              <a:buNone/>
              <a:defRPr sz="1800" b="1" i="0">
                <a:solidFill>
                  <a:srgbClr val="111111"/>
                </a:solidFill>
                <a:latin typeface="Arial"/>
                <a:ea typeface="Arial"/>
                <a:cs typeface="Arial"/>
              </a:defRPr>
            </a:lvl4pPr>
            <a:lvl5pPr algn="l">
              <a:buNone/>
              <a:defRPr sz="1800" b="1" i="0">
                <a:solidFill>
                  <a:srgbClr val="111111"/>
                </a:solidFill>
                <a:latin typeface="Arial"/>
                <a:ea typeface="Arial"/>
                <a:cs typeface="Arial"/>
              </a:defRPr>
            </a:lvl5pPr>
            <a:lvl6pPr algn="l">
              <a:buNone/>
              <a:defRPr sz="1800" b="1" i="0">
                <a:solidFill>
                  <a:srgbClr val="111111"/>
                </a:solidFill>
                <a:latin typeface="Arial"/>
                <a:ea typeface="Arial"/>
                <a:cs typeface="Arial"/>
              </a:defRPr>
            </a:lvl6pPr>
            <a:lvl7pPr algn="l">
              <a:buNone/>
              <a:defRPr sz="1800" b="1" i="0">
                <a:solidFill>
                  <a:srgbClr val="111111"/>
                </a:solidFill>
                <a:latin typeface="Arial"/>
                <a:ea typeface="Arial"/>
                <a:cs typeface="Arial"/>
              </a:defRPr>
            </a:lvl7pPr>
            <a:lvl8pPr algn="l">
              <a:buNone/>
              <a:defRPr sz="1800" b="1" i="0">
                <a:solidFill>
                  <a:srgbClr val="111111"/>
                </a:solidFill>
                <a:latin typeface="Arial"/>
                <a:ea typeface="Arial"/>
                <a:cs typeface="Arial"/>
              </a:defRPr>
            </a:lvl8pPr>
            <a:lvl9pPr algn="l">
              <a:buNone/>
              <a:defRPr sz="1800" b="1" i="0">
                <a:solidFill>
                  <a:srgbClr val="111111"/>
                </a:solidFill>
                <a:latin typeface="Arial"/>
                <a:ea typeface="Arial"/>
                <a:cs typeface="Arial"/>
              </a:defRPr>
            </a:lvl9pPr>
          </a:lstStyle>
          <a:p>
            <a:pPr algn="l">
              <a:buNone/>
              <a:defRPr sz="1800" b="1" i="0">
                <a:solidFill>
                  <a:srgbClr val="111111"/>
                </a:solidFill>
                <a:latin typeface="Arial"/>
                <a:ea typeface="Arial"/>
                <a:cs typeface="Arial"/>
              </a:defRPr>
            </a:pPr>
            <a:r>
              <a:rPr sz="1800" b="1" i="0">
                <a:solidFill>
                  <a:srgbClr val="111111"/>
                </a:solidFill>
                <a:latin typeface="Arial"/>
                <a:ea typeface="Arial"/>
                <a:cs typeface="Arial"/>
              </a:rPr>
              <a:t>Instance B: long rise, short steady</a:t>
            </a:r>
          </a:p>
        </p:txBody>
      </p:sp>
      <p:sp>
        <p:nvSpPr>
          <p:cNvPr id="14" name="text-38">
            <a:extLst>
              <a:ext uri="{FF2B5EF4-FFF2-40B4-BE49-F238E27FC236}">
                <a16:creationId xmlns:a16="http://schemas.microsoft.com/office/drawing/2014/main" id="{315CECE4-A6E4-413A-BAA6-CE0BE4AB02E6}"/>
              </a:ext>
            </a:extLst>
          </p:cNvPr>
          <p:cNvSpPr>
            <a:spLocks noGrp="1"/>
          </p:cNvSpPr>
          <p:nvPr/>
        </p:nvSpPr>
        <p:spPr>
          <a:xfrm>
            <a:off x="914400" y="4572000"/>
            <a:ext cx="1714500" cy="352425"/>
          </a:xfrm>
          <a:prstGeom prst="rect">
            <a:avLst/>
          </a:prstGeom>
          <a:noFill/>
          <a:ln w="0">
            <a:noFill/>
            <a:prstDash val="solid"/>
          </a:ln>
        </p:spPr>
        <p:txBody>
          <a:bodyPr wrap="square" lIns="0" tIns="0" rIns="0" bIns="0" anchor="ctr">
            <a:noAutofit/>
          </a:bodyPr>
          <a:lstStyle>
            <a:defPPr algn="l">
              <a:defRPr sz="1950" b="0" i="0">
                <a:solidFill>
                  <a:srgbClr val="111111"/>
                </a:solidFill>
                <a:latin typeface="Arial"/>
                <a:ea typeface="Arial"/>
                <a:cs typeface="Arial"/>
              </a:defRPr>
            </a:defPPr>
            <a:lvl1pPr algn="l">
              <a:buNone/>
              <a:defRPr sz="1950" b="0" i="0">
                <a:solidFill>
                  <a:srgbClr val="111111"/>
                </a:solidFill>
                <a:latin typeface="Arial"/>
                <a:ea typeface="Arial"/>
                <a:cs typeface="Arial"/>
              </a:defRPr>
            </a:lvl1pPr>
            <a:lvl2pPr algn="l">
              <a:buNone/>
              <a:defRPr sz="1950" b="0" i="0">
                <a:solidFill>
                  <a:srgbClr val="111111"/>
                </a:solidFill>
                <a:latin typeface="Arial"/>
                <a:ea typeface="Arial"/>
                <a:cs typeface="Arial"/>
              </a:defRPr>
            </a:lvl2pPr>
            <a:lvl3pPr algn="l">
              <a:buNone/>
              <a:defRPr sz="1950" b="0" i="0">
                <a:solidFill>
                  <a:srgbClr val="111111"/>
                </a:solidFill>
                <a:latin typeface="Arial"/>
                <a:ea typeface="Arial"/>
                <a:cs typeface="Arial"/>
              </a:defRPr>
            </a:lvl3pPr>
            <a:lvl4pPr algn="l">
              <a:buNone/>
              <a:defRPr sz="1950" b="0" i="0">
                <a:solidFill>
                  <a:srgbClr val="111111"/>
                </a:solidFill>
                <a:latin typeface="Arial"/>
                <a:ea typeface="Arial"/>
                <a:cs typeface="Arial"/>
              </a:defRPr>
            </a:lvl4pPr>
            <a:lvl5pPr algn="l">
              <a:buNone/>
              <a:defRPr sz="1950" b="0" i="0">
                <a:solidFill>
                  <a:srgbClr val="111111"/>
                </a:solidFill>
                <a:latin typeface="Arial"/>
                <a:ea typeface="Arial"/>
                <a:cs typeface="Arial"/>
              </a:defRPr>
            </a:lvl5pPr>
            <a:lvl6pPr algn="l">
              <a:buNone/>
              <a:defRPr sz="1950" b="0" i="0">
                <a:solidFill>
                  <a:srgbClr val="111111"/>
                </a:solidFill>
                <a:latin typeface="Arial"/>
                <a:ea typeface="Arial"/>
                <a:cs typeface="Arial"/>
              </a:defRPr>
            </a:lvl6pPr>
            <a:lvl7pPr algn="l">
              <a:buNone/>
              <a:defRPr sz="1950" b="0" i="0">
                <a:solidFill>
                  <a:srgbClr val="111111"/>
                </a:solidFill>
                <a:latin typeface="Arial"/>
                <a:ea typeface="Arial"/>
                <a:cs typeface="Arial"/>
              </a:defRPr>
            </a:lvl7pPr>
            <a:lvl8pPr algn="l">
              <a:buNone/>
              <a:defRPr sz="1950" b="0" i="0">
                <a:solidFill>
                  <a:srgbClr val="111111"/>
                </a:solidFill>
                <a:latin typeface="Arial"/>
                <a:ea typeface="Arial"/>
                <a:cs typeface="Arial"/>
              </a:defRPr>
            </a:lvl8pPr>
            <a:lvl9pPr algn="l">
              <a:buNone/>
              <a:defRPr sz="1950" b="0" i="0">
                <a:solidFill>
                  <a:srgbClr val="111111"/>
                </a:solidFill>
                <a:latin typeface="Arial"/>
                <a:ea typeface="Arial"/>
                <a:cs typeface="Arial"/>
              </a:defRPr>
            </a:lvl9pPr>
          </a:lstStyle>
          <a:p>
            <a:pPr algn="l">
              <a:buNone/>
              <a:defRPr sz="1950" b="0" i="0">
                <a:solidFill>
                  <a:srgbClr val="111111"/>
                </a:solidFill>
                <a:latin typeface="Arial"/>
                <a:ea typeface="Arial"/>
                <a:cs typeface="Arial"/>
              </a:defRPr>
            </a:pPr>
            <a:r>
              <a:rPr sz="1950" b="0" i="0">
                <a:solidFill>
                  <a:srgbClr val="111111"/>
                </a:solidFill>
                <a:latin typeface="Arial"/>
                <a:ea typeface="Arial"/>
                <a:cs typeface="Arial"/>
              </a:rPr>
              <a:t>Pressure</a:t>
            </a:r>
          </a:p>
        </p:txBody>
      </p:sp>
      <p:sp>
        <p:nvSpPr>
          <p:cNvPr id="15" name="text-39">
            <a:extLst>
              <a:ext uri="{FF2B5EF4-FFF2-40B4-BE49-F238E27FC236}">
                <a16:creationId xmlns:a16="http://schemas.microsoft.com/office/drawing/2014/main" id="{8EAE66FA-3DC5-463B-92A0-EAE891F251B1}"/>
              </a:ext>
            </a:extLst>
          </p:cNvPr>
          <p:cNvSpPr>
            <a:spLocks noGrp="1"/>
          </p:cNvSpPr>
          <p:nvPr/>
        </p:nvSpPr>
        <p:spPr>
          <a:xfrm>
            <a:off x="914400" y="5114925"/>
            <a:ext cx="1714500" cy="352425"/>
          </a:xfrm>
          <a:prstGeom prst="rect">
            <a:avLst/>
          </a:prstGeom>
          <a:noFill/>
          <a:ln w="0">
            <a:noFill/>
            <a:prstDash val="solid"/>
          </a:ln>
        </p:spPr>
        <p:txBody>
          <a:bodyPr wrap="square" lIns="0" tIns="0" rIns="0" bIns="0" anchor="ctr">
            <a:noAutofit/>
          </a:bodyPr>
          <a:lstStyle>
            <a:defPPr algn="l">
              <a:defRPr sz="1950" b="0" i="0">
                <a:solidFill>
                  <a:srgbClr val="111111"/>
                </a:solidFill>
                <a:latin typeface="Arial"/>
                <a:ea typeface="Arial"/>
                <a:cs typeface="Arial"/>
              </a:defRPr>
            </a:defPPr>
            <a:lvl1pPr algn="l">
              <a:buNone/>
              <a:defRPr sz="1950" b="0" i="0">
                <a:solidFill>
                  <a:srgbClr val="111111"/>
                </a:solidFill>
                <a:latin typeface="Arial"/>
                <a:ea typeface="Arial"/>
                <a:cs typeface="Arial"/>
              </a:defRPr>
            </a:lvl1pPr>
            <a:lvl2pPr algn="l">
              <a:buNone/>
              <a:defRPr sz="1950" b="0" i="0">
                <a:solidFill>
                  <a:srgbClr val="111111"/>
                </a:solidFill>
                <a:latin typeface="Arial"/>
                <a:ea typeface="Arial"/>
                <a:cs typeface="Arial"/>
              </a:defRPr>
            </a:lvl2pPr>
            <a:lvl3pPr algn="l">
              <a:buNone/>
              <a:defRPr sz="1950" b="0" i="0">
                <a:solidFill>
                  <a:srgbClr val="111111"/>
                </a:solidFill>
                <a:latin typeface="Arial"/>
                <a:ea typeface="Arial"/>
                <a:cs typeface="Arial"/>
              </a:defRPr>
            </a:lvl3pPr>
            <a:lvl4pPr algn="l">
              <a:buNone/>
              <a:defRPr sz="1950" b="0" i="0">
                <a:solidFill>
                  <a:srgbClr val="111111"/>
                </a:solidFill>
                <a:latin typeface="Arial"/>
                <a:ea typeface="Arial"/>
                <a:cs typeface="Arial"/>
              </a:defRPr>
            </a:lvl4pPr>
            <a:lvl5pPr algn="l">
              <a:buNone/>
              <a:defRPr sz="1950" b="0" i="0">
                <a:solidFill>
                  <a:srgbClr val="111111"/>
                </a:solidFill>
                <a:latin typeface="Arial"/>
                <a:ea typeface="Arial"/>
                <a:cs typeface="Arial"/>
              </a:defRPr>
            </a:lvl5pPr>
            <a:lvl6pPr algn="l">
              <a:buNone/>
              <a:defRPr sz="1950" b="0" i="0">
                <a:solidFill>
                  <a:srgbClr val="111111"/>
                </a:solidFill>
                <a:latin typeface="Arial"/>
                <a:ea typeface="Arial"/>
                <a:cs typeface="Arial"/>
              </a:defRPr>
            </a:lvl6pPr>
            <a:lvl7pPr algn="l">
              <a:buNone/>
              <a:defRPr sz="1950" b="0" i="0">
                <a:solidFill>
                  <a:srgbClr val="111111"/>
                </a:solidFill>
                <a:latin typeface="Arial"/>
                <a:ea typeface="Arial"/>
                <a:cs typeface="Arial"/>
              </a:defRPr>
            </a:lvl7pPr>
            <a:lvl8pPr algn="l">
              <a:buNone/>
              <a:defRPr sz="1950" b="0" i="0">
                <a:solidFill>
                  <a:srgbClr val="111111"/>
                </a:solidFill>
                <a:latin typeface="Arial"/>
                <a:ea typeface="Arial"/>
                <a:cs typeface="Arial"/>
              </a:defRPr>
            </a:lvl8pPr>
            <a:lvl9pPr algn="l">
              <a:buNone/>
              <a:defRPr sz="1950" b="0" i="0">
                <a:solidFill>
                  <a:srgbClr val="111111"/>
                </a:solidFill>
                <a:latin typeface="Arial"/>
                <a:ea typeface="Arial"/>
                <a:cs typeface="Arial"/>
              </a:defRPr>
            </a:lvl9pPr>
          </a:lstStyle>
          <a:p>
            <a:pPr algn="l">
              <a:buNone/>
              <a:defRPr sz="1950" b="0" i="0">
                <a:solidFill>
                  <a:srgbClr val="111111"/>
                </a:solidFill>
                <a:latin typeface="Arial"/>
                <a:ea typeface="Arial"/>
                <a:cs typeface="Arial"/>
              </a:defRPr>
            </a:pPr>
            <a:r>
              <a:rPr sz="1950" b="0" i="0">
                <a:solidFill>
                  <a:srgbClr val="111111"/>
                </a:solidFill>
                <a:latin typeface="Arial"/>
                <a:ea typeface="Arial"/>
                <a:cs typeface="Arial"/>
              </a:rPr>
              <a:t>Volume</a:t>
            </a:r>
          </a:p>
        </p:txBody>
      </p:sp>
      <p:sp>
        <p:nvSpPr>
          <p:cNvPr id="16" name="shape-40">
            <a:extLst>
              <a:ext uri="{FF2B5EF4-FFF2-40B4-BE49-F238E27FC236}">
                <a16:creationId xmlns:a16="http://schemas.microsoft.com/office/drawing/2014/main" id="{30A15934-C3F0-48EC-9304-7646D1A9D782}"/>
              </a:ext>
            </a:extLst>
          </p:cNvPr>
          <p:cNvSpPr>
            <a:spLocks noGrp="1"/>
          </p:cNvSpPr>
          <p:nvPr/>
        </p:nvSpPr>
        <p:spPr>
          <a:xfrm>
            <a:off x="2857500" y="4524375"/>
            <a:ext cx="4286250" cy="457200"/>
          </a:xfrm>
          <a:prstGeom prst="roundRect">
            <a:avLst>
              <a:gd name="adj" fmla="val 16667"/>
            </a:avLst>
          </a:prstGeom>
          <a:solidFill>
            <a:srgbClr val="FFF1E7"/>
          </a:solidFill>
          <a:ln w="16193">
            <a:solidFill>
              <a:srgbClr val="E97132"/>
            </a:solidFill>
            <a:prstDash val="solid"/>
          </a:ln>
        </p:spPr>
        <p:txBody>
          <a:bodyPr lIns="76200" tIns="76200" rIns="76200" bIns="76200" anchor="ctr">
            <a:noAutofit/>
          </a:bodyPr>
          <a:lstStyle>
            <a:defPPr algn="ctr">
              <a:defRPr sz="1800" b="0">
                <a:solidFill>
                  <a:srgbClr val="E97132"/>
                </a:solidFill>
                <a:latin typeface="Arial"/>
                <a:ea typeface="Arial"/>
                <a:cs typeface="Arial"/>
              </a:defRPr>
            </a:defPPr>
            <a:lvl1pPr algn="ctr">
              <a:buNone/>
              <a:defRPr sz="1800" b="0">
                <a:solidFill>
                  <a:srgbClr val="E97132"/>
                </a:solidFill>
                <a:latin typeface="Arial"/>
                <a:ea typeface="Arial"/>
                <a:cs typeface="Arial"/>
              </a:defRPr>
            </a:lvl1pPr>
            <a:lvl2pPr algn="ctr">
              <a:buNone/>
              <a:defRPr sz="1800" b="0">
                <a:solidFill>
                  <a:srgbClr val="E97132"/>
                </a:solidFill>
                <a:latin typeface="Arial"/>
                <a:ea typeface="Arial"/>
                <a:cs typeface="Arial"/>
              </a:defRPr>
            </a:lvl2pPr>
            <a:lvl3pPr algn="ctr">
              <a:buNone/>
              <a:defRPr sz="1800" b="0">
                <a:solidFill>
                  <a:srgbClr val="E97132"/>
                </a:solidFill>
                <a:latin typeface="Arial"/>
                <a:ea typeface="Arial"/>
                <a:cs typeface="Arial"/>
              </a:defRPr>
            </a:lvl3pPr>
            <a:lvl4pPr algn="ctr">
              <a:buNone/>
              <a:defRPr sz="1800" b="0">
                <a:solidFill>
                  <a:srgbClr val="E97132"/>
                </a:solidFill>
                <a:latin typeface="Arial"/>
                <a:ea typeface="Arial"/>
                <a:cs typeface="Arial"/>
              </a:defRPr>
            </a:lvl4pPr>
            <a:lvl5pPr algn="ctr">
              <a:buNone/>
              <a:defRPr sz="1800" b="0">
                <a:solidFill>
                  <a:srgbClr val="E97132"/>
                </a:solidFill>
                <a:latin typeface="Arial"/>
                <a:ea typeface="Arial"/>
                <a:cs typeface="Arial"/>
              </a:defRPr>
            </a:lvl5pPr>
            <a:lvl6pPr algn="ctr">
              <a:buNone/>
              <a:defRPr sz="1800" b="0">
                <a:solidFill>
                  <a:srgbClr val="E97132"/>
                </a:solidFill>
                <a:latin typeface="Arial"/>
                <a:ea typeface="Arial"/>
                <a:cs typeface="Arial"/>
              </a:defRPr>
            </a:lvl6pPr>
            <a:lvl7pPr algn="ctr">
              <a:buNone/>
              <a:defRPr sz="1800" b="0">
                <a:solidFill>
                  <a:srgbClr val="E97132"/>
                </a:solidFill>
                <a:latin typeface="Arial"/>
                <a:ea typeface="Arial"/>
                <a:cs typeface="Arial"/>
              </a:defRPr>
            </a:lvl7pPr>
            <a:lvl8pPr algn="ctr">
              <a:buNone/>
              <a:defRPr sz="1800" b="0">
                <a:solidFill>
                  <a:srgbClr val="E97132"/>
                </a:solidFill>
                <a:latin typeface="Arial"/>
                <a:ea typeface="Arial"/>
                <a:cs typeface="Arial"/>
              </a:defRPr>
            </a:lvl8pPr>
            <a:lvl9pPr algn="ctr">
              <a:buNone/>
              <a:defRPr sz="1800" b="0">
                <a:solidFill>
                  <a:srgbClr val="E97132"/>
                </a:solidFill>
                <a:latin typeface="Arial"/>
                <a:ea typeface="Arial"/>
                <a:cs typeface="Arial"/>
              </a:defRPr>
            </a:lvl9pPr>
          </a:lstStyle>
          <a:p>
            <a:pPr algn="ctr">
              <a:buNone/>
              <a:defRPr sz="1800" b="0">
                <a:solidFill>
                  <a:srgbClr val="E97132"/>
                </a:solidFill>
                <a:latin typeface="Arial"/>
                <a:ea typeface="Arial"/>
                <a:cs typeface="Arial"/>
              </a:defRPr>
            </a:pPr>
            <a:r>
              <a:rPr sz="1800" b="0">
                <a:solidFill>
                  <a:srgbClr val="E97132"/>
                </a:solidFill>
                <a:latin typeface="Arial"/>
                <a:ea typeface="Arial"/>
                <a:cs typeface="Arial"/>
              </a:rPr>
              <a:t>Rise</a:t>
            </a:r>
          </a:p>
        </p:txBody>
      </p:sp>
      <p:sp>
        <p:nvSpPr>
          <p:cNvPr id="17" name="shape-41">
            <a:extLst>
              <a:ext uri="{FF2B5EF4-FFF2-40B4-BE49-F238E27FC236}">
                <a16:creationId xmlns:a16="http://schemas.microsoft.com/office/drawing/2014/main" id="{8E1B4399-7EB4-451B-A158-305CA18E5028}"/>
              </a:ext>
            </a:extLst>
          </p:cNvPr>
          <p:cNvSpPr>
            <a:spLocks noGrp="1"/>
          </p:cNvSpPr>
          <p:nvPr/>
        </p:nvSpPr>
        <p:spPr>
          <a:xfrm>
            <a:off x="7143750" y="4524375"/>
            <a:ext cx="1428750" cy="457200"/>
          </a:xfrm>
          <a:prstGeom prst="roundRect">
            <a:avLst>
              <a:gd name="adj" fmla="val 16667"/>
            </a:avLst>
          </a:prstGeom>
          <a:solidFill>
            <a:srgbClr val="FFF1E7"/>
          </a:solidFill>
          <a:ln w="16193">
            <a:solidFill>
              <a:srgbClr val="E97132"/>
            </a:solidFill>
            <a:prstDash val="solid"/>
          </a:ln>
        </p:spPr>
        <p:txBody>
          <a:bodyPr lIns="76200" tIns="76200" rIns="76200" bIns="76200" anchor="ctr">
            <a:noAutofit/>
          </a:bodyPr>
          <a:lstStyle>
            <a:defPPr algn="ctr">
              <a:defRPr sz="1800" b="0">
                <a:solidFill>
                  <a:srgbClr val="E97132"/>
                </a:solidFill>
                <a:latin typeface="Arial"/>
                <a:ea typeface="Arial"/>
                <a:cs typeface="Arial"/>
              </a:defRPr>
            </a:defPPr>
            <a:lvl1pPr algn="ctr">
              <a:buNone/>
              <a:defRPr sz="1800" b="0">
                <a:solidFill>
                  <a:srgbClr val="E97132"/>
                </a:solidFill>
                <a:latin typeface="Arial"/>
                <a:ea typeface="Arial"/>
                <a:cs typeface="Arial"/>
              </a:defRPr>
            </a:lvl1pPr>
            <a:lvl2pPr algn="ctr">
              <a:buNone/>
              <a:defRPr sz="1800" b="0">
                <a:solidFill>
                  <a:srgbClr val="E97132"/>
                </a:solidFill>
                <a:latin typeface="Arial"/>
                <a:ea typeface="Arial"/>
                <a:cs typeface="Arial"/>
              </a:defRPr>
            </a:lvl2pPr>
            <a:lvl3pPr algn="ctr">
              <a:buNone/>
              <a:defRPr sz="1800" b="0">
                <a:solidFill>
                  <a:srgbClr val="E97132"/>
                </a:solidFill>
                <a:latin typeface="Arial"/>
                <a:ea typeface="Arial"/>
                <a:cs typeface="Arial"/>
              </a:defRPr>
            </a:lvl3pPr>
            <a:lvl4pPr algn="ctr">
              <a:buNone/>
              <a:defRPr sz="1800" b="0">
                <a:solidFill>
                  <a:srgbClr val="E97132"/>
                </a:solidFill>
                <a:latin typeface="Arial"/>
                <a:ea typeface="Arial"/>
                <a:cs typeface="Arial"/>
              </a:defRPr>
            </a:lvl4pPr>
            <a:lvl5pPr algn="ctr">
              <a:buNone/>
              <a:defRPr sz="1800" b="0">
                <a:solidFill>
                  <a:srgbClr val="E97132"/>
                </a:solidFill>
                <a:latin typeface="Arial"/>
                <a:ea typeface="Arial"/>
                <a:cs typeface="Arial"/>
              </a:defRPr>
            </a:lvl5pPr>
            <a:lvl6pPr algn="ctr">
              <a:buNone/>
              <a:defRPr sz="1800" b="0">
                <a:solidFill>
                  <a:srgbClr val="E97132"/>
                </a:solidFill>
                <a:latin typeface="Arial"/>
                <a:ea typeface="Arial"/>
                <a:cs typeface="Arial"/>
              </a:defRPr>
            </a:lvl6pPr>
            <a:lvl7pPr algn="ctr">
              <a:buNone/>
              <a:defRPr sz="1800" b="0">
                <a:solidFill>
                  <a:srgbClr val="E97132"/>
                </a:solidFill>
                <a:latin typeface="Arial"/>
                <a:ea typeface="Arial"/>
                <a:cs typeface="Arial"/>
              </a:defRPr>
            </a:lvl7pPr>
            <a:lvl8pPr algn="ctr">
              <a:buNone/>
              <a:defRPr sz="1800" b="0">
                <a:solidFill>
                  <a:srgbClr val="E97132"/>
                </a:solidFill>
                <a:latin typeface="Arial"/>
                <a:ea typeface="Arial"/>
                <a:cs typeface="Arial"/>
              </a:defRPr>
            </a:lvl8pPr>
            <a:lvl9pPr algn="ctr">
              <a:buNone/>
              <a:defRPr sz="1800" b="0">
                <a:solidFill>
                  <a:srgbClr val="E97132"/>
                </a:solidFill>
                <a:latin typeface="Arial"/>
                <a:ea typeface="Arial"/>
                <a:cs typeface="Arial"/>
              </a:defRPr>
            </a:lvl9pPr>
          </a:lstStyle>
          <a:p>
            <a:pPr algn="ctr">
              <a:buNone/>
              <a:defRPr sz="1800" b="0">
                <a:solidFill>
                  <a:srgbClr val="E97132"/>
                </a:solidFill>
                <a:latin typeface="Arial"/>
                <a:ea typeface="Arial"/>
                <a:cs typeface="Arial"/>
              </a:defRPr>
            </a:pPr>
            <a:r>
              <a:rPr sz="1800" b="0">
                <a:solidFill>
                  <a:srgbClr val="E97132"/>
                </a:solidFill>
                <a:latin typeface="Arial"/>
                <a:ea typeface="Arial"/>
                <a:cs typeface="Arial"/>
              </a:rPr>
              <a:t>Steady</a:t>
            </a:r>
          </a:p>
        </p:txBody>
      </p:sp>
      <p:sp>
        <p:nvSpPr>
          <p:cNvPr id="18" name="shape-42">
            <a:extLst>
              <a:ext uri="{FF2B5EF4-FFF2-40B4-BE49-F238E27FC236}">
                <a16:creationId xmlns:a16="http://schemas.microsoft.com/office/drawing/2014/main" id="{E44F0234-61D6-442E-8759-13837E0E8E39}"/>
              </a:ext>
            </a:extLst>
          </p:cNvPr>
          <p:cNvSpPr>
            <a:spLocks noGrp="1"/>
          </p:cNvSpPr>
          <p:nvPr/>
        </p:nvSpPr>
        <p:spPr>
          <a:xfrm>
            <a:off x="2857500" y="5095875"/>
            <a:ext cx="5715000" cy="457200"/>
          </a:xfrm>
          <a:prstGeom prst="roundRect">
            <a:avLst>
              <a:gd name="adj" fmla="val 16667"/>
            </a:avLst>
          </a:prstGeom>
          <a:solidFill>
            <a:srgbClr val="F1F7F2"/>
          </a:solidFill>
          <a:ln w="16193">
            <a:solidFill>
              <a:srgbClr val="287449"/>
            </a:solidFill>
            <a:prstDash val="solid"/>
          </a:ln>
        </p:spPr>
        <p:txBody>
          <a:bodyPr lIns="76200" tIns="76200" rIns="76200" bIns="76200" anchor="ctr">
            <a:noAutofit/>
          </a:bodyPr>
          <a:lstStyle>
            <a:defPPr algn="ctr">
              <a:defRPr sz="1800" b="0">
                <a:solidFill>
                  <a:srgbClr val="287449"/>
                </a:solidFill>
                <a:latin typeface="Arial"/>
                <a:ea typeface="Arial"/>
                <a:cs typeface="Arial"/>
              </a:defRPr>
            </a:defPPr>
            <a:lvl1pPr algn="ctr">
              <a:buNone/>
              <a:defRPr sz="1800" b="0">
                <a:solidFill>
                  <a:srgbClr val="287449"/>
                </a:solidFill>
                <a:latin typeface="Arial"/>
                <a:ea typeface="Arial"/>
                <a:cs typeface="Arial"/>
              </a:defRPr>
            </a:lvl1pPr>
            <a:lvl2pPr algn="ctr">
              <a:buNone/>
              <a:defRPr sz="1800" b="0">
                <a:solidFill>
                  <a:srgbClr val="287449"/>
                </a:solidFill>
                <a:latin typeface="Arial"/>
                <a:ea typeface="Arial"/>
                <a:cs typeface="Arial"/>
              </a:defRPr>
            </a:lvl2pPr>
            <a:lvl3pPr algn="ctr">
              <a:buNone/>
              <a:defRPr sz="1800" b="0">
                <a:solidFill>
                  <a:srgbClr val="287449"/>
                </a:solidFill>
                <a:latin typeface="Arial"/>
                <a:ea typeface="Arial"/>
                <a:cs typeface="Arial"/>
              </a:defRPr>
            </a:lvl3pPr>
            <a:lvl4pPr algn="ctr">
              <a:buNone/>
              <a:defRPr sz="1800" b="0">
                <a:solidFill>
                  <a:srgbClr val="287449"/>
                </a:solidFill>
                <a:latin typeface="Arial"/>
                <a:ea typeface="Arial"/>
                <a:cs typeface="Arial"/>
              </a:defRPr>
            </a:lvl4pPr>
            <a:lvl5pPr algn="ctr">
              <a:buNone/>
              <a:defRPr sz="1800" b="0">
                <a:solidFill>
                  <a:srgbClr val="287449"/>
                </a:solidFill>
                <a:latin typeface="Arial"/>
                <a:ea typeface="Arial"/>
                <a:cs typeface="Arial"/>
              </a:defRPr>
            </a:lvl5pPr>
            <a:lvl6pPr algn="ctr">
              <a:buNone/>
              <a:defRPr sz="1800" b="0">
                <a:solidFill>
                  <a:srgbClr val="287449"/>
                </a:solidFill>
                <a:latin typeface="Arial"/>
                <a:ea typeface="Arial"/>
                <a:cs typeface="Arial"/>
              </a:defRPr>
            </a:lvl6pPr>
            <a:lvl7pPr algn="ctr">
              <a:buNone/>
              <a:defRPr sz="1800" b="0">
                <a:solidFill>
                  <a:srgbClr val="287449"/>
                </a:solidFill>
                <a:latin typeface="Arial"/>
                <a:ea typeface="Arial"/>
                <a:cs typeface="Arial"/>
              </a:defRPr>
            </a:lvl7pPr>
            <a:lvl8pPr algn="ctr">
              <a:buNone/>
              <a:defRPr sz="1800" b="0">
                <a:solidFill>
                  <a:srgbClr val="287449"/>
                </a:solidFill>
                <a:latin typeface="Arial"/>
                <a:ea typeface="Arial"/>
                <a:cs typeface="Arial"/>
              </a:defRPr>
            </a:lvl8pPr>
            <a:lvl9pPr algn="ctr">
              <a:buNone/>
              <a:defRPr sz="1800" b="0">
                <a:solidFill>
                  <a:srgbClr val="287449"/>
                </a:solidFill>
                <a:latin typeface="Arial"/>
                <a:ea typeface="Arial"/>
                <a:cs typeface="Arial"/>
              </a:defRPr>
            </a:lvl9pPr>
          </a:lstStyle>
          <a:p>
            <a:pPr algn="ctr">
              <a:buNone/>
              <a:defRPr sz="1800" b="0">
                <a:solidFill>
                  <a:srgbClr val="287449"/>
                </a:solidFill>
                <a:latin typeface="Arial"/>
                <a:ea typeface="Arial"/>
                <a:cs typeface="Arial"/>
              </a:defRPr>
            </a:pPr>
            <a:r>
              <a:rPr sz="1800" b="0">
                <a:solidFill>
                  <a:srgbClr val="287449"/>
                </a:solidFill>
                <a:latin typeface="Arial"/>
                <a:ea typeface="Arial"/>
                <a:cs typeface="Arial"/>
              </a:rPr>
              <a:t>Stable</a:t>
            </a:r>
          </a:p>
        </p:txBody>
      </p:sp>
      <p:sp>
        <p:nvSpPr>
          <p:cNvPr id="19" name="直接连接符 18">
            <a:extLst>
              <a:ext uri="{FF2B5EF4-FFF2-40B4-BE49-F238E27FC236}">
                <a16:creationId xmlns:a16="http://schemas.microsoft.com/office/drawing/2014/main" id="{C9EC94AD-3909-4A5B-8F5D-4BB648E0CA9C}"/>
              </a:ext>
            </a:extLst>
          </p:cNvPr>
          <p:cNvSpPr>
            <a:spLocks noGrp="1"/>
          </p:cNvSpPr>
          <p:nvPr/>
        </p:nvSpPr>
        <p:spPr>
          <a:xfrm>
            <a:off x="2857500" y="5715000"/>
            <a:ext cx="6667500" cy="0"/>
          </a:xfrm>
          <a:prstGeom prst="line">
            <a:avLst/>
          </a:prstGeom>
          <a:ln w="11430">
            <a:solidFill>
              <a:srgbClr val="AAAAAA"/>
            </a:solidFill>
            <a:prstDash val="solid"/>
          </a:ln>
        </p:spPr>
        <p:txBody>
          <a:bodyPr/>
          <a:lstStyle/>
          <a:p>
            <a:endParaRPr lang="zh-CN" altLang="en-US"/>
          </a:p>
        </p:txBody>
      </p:sp>
      <p:sp>
        <p:nvSpPr>
          <p:cNvPr id="20" name="text-43">
            <a:extLst>
              <a:ext uri="{FF2B5EF4-FFF2-40B4-BE49-F238E27FC236}">
                <a16:creationId xmlns:a16="http://schemas.microsoft.com/office/drawing/2014/main" id="{8BC5B464-B6BB-4D24-A121-ACCA06D47F90}"/>
              </a:ext>
            </a:extLst>
          </p:cNvPr>
          <p:cNvSpPr>
            <a:spLocks noGrp="1"/>
          </p:cNvSpPr>
          <p:nvPr/>
        </p:nvSpPr>
        <p:spPr>
          <a:xfrm>
            <a:off x="9715500" y="5553075"/>
            <a:ext cx="762000" cy="304800"/>
          </a:xfrm>
          <a:prstGeom prst="rect">
            <a:avLst/>
          </a:prstGeom>
          <a:noFill/>
          <a:ln w="0">
            <a:noFill/>
            <a:prstDash val="solid"/>
          </a:ln>
        </p:spPr>
        <p:txBody>
          <a:bodyPr wrap="square" lIns="0" tIns="0" rIns="0" bIns="0" anchor="ctr">
            <a:noAutofit/>
          </a:bodyPr>
          <a:lstStyle>
            <a:defPPr algn="l">
              <a:defRPr sz="1575" b="0" i="0">
                <a:solidFill>
                  <a:srgbClr val="777777"/>
                </a:solidFill>
                <a:latin typeface="Arial"/>
                <a:ea typeface="Arial"/>
                <a:cs typeface="Arial"/>
              </a:defRPr>
            </a:defPPr>
            <a:lvl1pPr algn="l">
              <a:buNone/>
              <a:defRPr sz="1575" b="0" i="0">
                <a:solidFill>
                  <a:srgbClr val="777777"/>
                </a:solidFill>
                <a:latin typeface="Arial"/>
                <a:ea typeface="Arial"/>
                <a:cs typeface="Arial"/>
              </a:defRPr>
            </a:lvl1pPr>
            <a:lvl2pPr algn="l">
              <a:buNone/>
              <a:defRPr sz="1575" b="0" i="0">
                <a:solidFill>
                  <a:srgbClr val="777777"/>
                </a:solidFill>
                <a:latin typeface="Arial"/>
                <a:ea typeface="Arial"/>
                <a:cs typeface="Arial"/>
              </a:defRPr>
            </a:lvl2pPr>
            <a:lvl3pPr algn="l">
              <a:buNone/>
              <a:defRPr sz="1575" b="0" i="0">
                <a:solidFill>
                  <a:srgbClr val="777777"/>
                </a:solidFill>
                <a:latin typeface="Arial"/>
                <a:ea typeface="Arial"/>
                <a:cs typeface="Arial"/>
              </a:defRPr>
            </a:lvl3pPr>
            <a:lvl4pPr algn="l">
              <a:buNone/>
              <a:defRPr sz="1575" b="0" i="0">
                <a:solidFill>
                  <a:srgbClr val="777777"/>
                </a:solidFill>
                <a:latin typeface="Arial"/>
                <a:ea typeface="Arial"/>
                <a:cs typeface="Arial"/>
              </a:defRPr>
            </a:lvl4pPr>
            <a:lvl5pPr algn="l">
              <a:buNone/>
              <a:defRPr sz="1575" b="0" i="0">
                <a:solidFill>
                  <a:srgbClr val="777777"/>
                </a:solidFill>
                <a:latin typeface="Arial"/>
                <a:ea typeface="Arial"/>
                <a:cs typeface="Arial"/>
              </a:defRPr>
            </a:lvl5pPr>
            <a:lvl6pPr algn="l">
              <a:buNone/>
              <a:defRPr sz="1575" b="0" i="0">
                <a:solidFill>
                  <a:srgbClr val="777777"/>
                </a:solidFill>
                <a:latin typeface="Arial"/>
                <a:ea typeface="Arial"/>
                <a:cs typeface="Arial"/>
              </a:defRPr>
            </a:lvl6pPr>
            <a:lvl7pPr algn="l">
              <a:buNone/>
              <a:defRPr sz="1575" b="0" i="0">
                <a:solidFill>
                  <a:srgbClr val="777777"/>
                </a:solidFill>
                <a:latin typeface="Arial"/>
                <a:ea typeface="Arial"/>
                <a:cs typeface="Arial"/>
              </a:defRPr>
            </a:lvl7pPr>
            <a:lvl8pPr algn="l">
              <a:buNone/>
              <a:defRPr sz="1575" b="0" i="0">
                <a:solidFill>
                  <a:srgbClr val="777777"/>
                </a:solidFill>
                <a:latin typeface="Arial"/>
                <a:ea typeface="Arial"/>
                <a:cs typeface="Arial"/>
              </a:defRPr>
            </a:lvl8pPr>
            <a:lvl9pPr algn="l">
              <a:buNone/>
              <a:defRPr sz="1575" b="0" i="0">
                <a:solidFill>
                  <a:srgbClr val="777777"/>
                </a:solidFill>
                <a:latin typeface="Arial"/>
                <a:ea typeface="Arial"/>
                <a:cs typeface="Arial"/>
              </a:defRPr>
            </a:lvl9pPr>
          </a:lstStyle>
          <a:p>
            <a:pPr algn="l">
              <a:buNone/>
              <a:defRPr sz="1575" b="0" i="0">
                <a:solidFill>
                  <a:srgbClr val="777777"/>
                </a:solidFill>
                <a:latin typeface="Arial"/>
                <a:ea typeface="Arial"/>
                <a:cs typeface="Arial"/>
              </a:defRPr>
            </a:pPr>
            <a:r>
              <a:rPr sz="1575" b="0" i="0">
                <a:solidFill>
                  <a:srgbClr val="777777"/>
                </a:solidFill>
                <a:latin typeface="Arial"/>
                <a:ea typeface="Arial"/>
                <a:cs typeface="Arial"/>
              </a:rPr>
              <a:t>time</a:t>
            </a:r>
          </a:p>
        </p:txBody>
      </p:sp>
      <p:sp>
        <p:nvSpPr>
          <p:cNvPr id="21" name="text-44">
            <a:extLst>
              <a:ext uri="{FF2B5EF4-FFF2-40B4-BE49-F238E27FC236}">
                <a16:creationId xmlns:a16="http://schemas.microsoft.com/office/drawing/2014/main" id="{529F8BD3-BC63-4D45-91FB-4D1681510E94}"/>
              </a:ext>
            </a:extLst>
          </p:cNvPr>
          <p:cNvSpPr>
            <a:spLocks noGrp="1"/>
          </p:cNvSpPr>
          <p:nvPr/>
        </p:nvSpPr>
        <p:spPr>
          <a:xfrm>
            <a:off x="914400" y="6105525"/>
            <a:ext cx="10572750" cy="352425"/>
          </a:xfrm>
          <a:prstGeom prst="rect">
            <a:avLst/>
          </a:prstGeom>
          <a:noFill/>
          <a:ln w="0">
            <a:noFill/>
            <a:prstDash val="solid"/>
          </a:ln>
        </p:spPr>
        <p:txBody>
          <a:bodyPr wrap="square" lIns="0" tIns="0" rIns="0" bIns="0" anchor="ctr">
            <a:noAutofit/>
          </a:bodyPr>
          <a:lstStyle>
            <a:defPPr algn="l">
              <a:defRPr sz="2100" b="0" i="0">
                <a:solidFill>
                  <a:srgbClr val="156082"/>
                </a:solidFill>
                <a:latin typeface="Arial"/>
                <a:ea typeface="Arial"/>
                <a:cs typeface="Arial"/>
              </a:defRPr>
            </a:defPPr>
            <a:lvl1pPr algn="l">
              <a:buNone/>
              <a:defRPr sz="2100" b="0" i="0">
                <a:solidFill>
                  <a:srgbClr val="156082"/>
                </a:solidFill>
                <a:latin typeface="Arial"/>
                <a:ea typeface="Arial"/>
                <a:cs typeface="Arial"/>
              </a:defRPr>
            </a:lvl1pPr>
            <a:lvl2pPr algn="l">
              <a:buNone/>
              <a:defRPr sz="2100" b="0" i="0">
                <a:solidFill>
                  <a:srgbClr val="156082"/>
                </a:solidFill>
                <a:latin typeface="Arial"/>
                <a:ea typeface="Arial"/>
                <a:cs typeface="Arial"/>
              </a:defRPr>
            </a:lvl2pPr>
            <a:lvl3pPr algn="l">
              <a:buNone/>
              <a:defRPr sz="2100" b="0" i="0">
                <a:solidFill>
                  <a:srgbClr val="156082"/>
                </a:solidFill>
                <a:latin typeface="Arial"/>
                <a:ea typeface="Arial"/>
                <a:cs typeface="Arial"/>
              </a:defRPr>
            </a:lvl3pPr>
            <a:lvl4pPr algn="l">
              <a:buNone/>
              <a:defRPr sz="2100" b="0" i="0">
                <a:solidFill>
                  <a:srgbClr val="156082"/>
                </a:solidFill>
                <a:latin typeface="Arial"/>
                <a:ea typeface="Arial"/>
                <a:cs typeface="Arial"/>
              </a:defRPr>
            </a:lvl4pPr>
            <a:lvl5pPr algn="l">
              <a:buNone/>
              <a:defRPr sz="2100" b="0" i="0">
                <a:solidFill>
                  <a:srgbClr val="156082"/>
                </a:solidFill>
                <a:latin typeface="Arial"/>
                <a:ea typeface="Arial"/>
                <a:cs typeface="Arial"/>
              </a:defRPr>
            </a:lvl5pPr>
            <a:lvl6pPr algn="l">
              <a:buNone/>
              <a:defRPr sz="2100" b="0" i="0">
                <a:solidFill>
                  <a:srgbClr val="156082"/>
                </a:solidFill>
                <a:latin typeface="Arial"/>
                <a:ea typeface="Arial"/>
                <a:cs typeface="Arial"/>
              </a:defRPr>
            </a:lvl6pPr>
            <a:lvl7pPr algn="l">
              <a:buNone/>
              <a:defRPr sz="2100" b="0" i="0">
                <a:solidFill>
                  <a:srgbClr val="156082"/>
                </a:solidFill>
                <a:latin typeface="Arial"/>
                <a:ea typeface="Arial"/>
                <a:cs typeface="Arial"/>
              </a:defRPr>
            </a:lvl7pPr>
            <a:lvl8pPr algn="l">
              <a:buNone/>
              <a:defRPr sz="2100" b="0" i="0">
                <a:solidFill>
                  <a:srgbClr val="156082"/>
                </a:solidFill>
                <a:latin typeface="Arial"/>
                <a:ea typeface="Arial"/>
                <a:cs typeface="Arial"/>
              </a:defRPr>
            </a:lvl8pPr>
            <a:lvl9pPr algn="l">
              <a:buNone/>
              <a:defRPr sz="2100" b="0" i="0">
                <a:solidFill>
                  <a:srgbClr val="156082"/>
                </a:solidFill>
                <a:latin typeface="Arial"/>
                <a:ea typeface="Arial"/>
                <a:cs typeface="Arial"/>
              </a:defRPr>
            </a:lvl9pPr>
          </a:lstStyle>
          <a:p>
            <a:pPr algn="l">
              <a:buNone/>
              <a:defRPr sz="2100" b="0" i="0">
                <a:solidFill>
                  <a:srgbClr val="156082"/>
                </a:solidFill>
                <a:latin typeface="Arial"/>
                <a:ea typeface="Arial"/>
                <a:cs typeface="Arial"/>
              </a:defRPr>
            </a:pPr>
            <a:r>
              <a:rPr sz="2100" b="0" i="0">
                <a:solidFill>
                  <a:srgbClr val="156082"/>
                </a:solidFill>
                <a:latin typeface="Arial"/>
                <a:ea typeface="Arial"/>
                <a:cs typeface="Arial"/>
              </a:rPr>
              <a:t>Relative phase lengths vary. Order and synchronization remain.</a:t>
            </a:r>
          </a:p>
        </p:txBody>
      </p:sp>
      <p:sp>
        <p:nvSpPr>
          <p:cNvPr id="23" name="v3-text-3090">
            <a:extLst>
              <a:ext uri="{FF2B5EF4-FFF2-40B4-BE49-F238E27FC236}">
                <a16:creationId xmlns:a16="http://schemas.microsoft.com/office/drawing/2014/main" id="{445AE136-84F3-4013-95DD-D89539B02E28}"/>
              </a:ext>
            </a:extLst>
          </p:cNvPr>
          <p:cNvSpPr>
            <a:spLocks noGrp="1"/>
          </p:cNvSpPr>
          <p:nvPr/>
        </p:nvSpPr>
        <p:spPr>
          <a:xfrm>
            <a:off x="914400" y="2114550"/>
            <a:ext cx="10477500" cy="295275"/>
          </a:xfrm>
          <a:prstGeom prst="rect">
            <a:avLst/>
          </a:prstGeom>
          <a:noFill/>
          <a:ln w="0">
            <a:noFill/>
            <a:prstDash val="solid"/>
          </a:ln>
        </p:spPr>
        <p:txBody>
          <a:bodyPr wrap="square" lIns="0" tIns="0" rIns="0" bIns="0" anchor="ctr">
            <a:noAutofit/>
          </a:bodyPr>
          <a:lstStyle>
            <a:defPPr algn="l">
              <a:defRPr sz="1800" b="0">
                <a:solidFill>
                  <a:srgbClr val="7030A0"/>
                </a:solidFill>
                <a:latin typeface="Arial"/>
                <a:ea typeface="Arial"/>
                <a:cs typeface="Arial"/>
              </a:defRPr>
            </a:defPPr>
            <a:lvl1pPr algn="l">
              <a:buNone/>
              <a:defRPr sz="1800" b="0">
                <a:solidFill>
                  <a:srgbClr val="7030A0"/>
                </a:solidFill>
                <a:latin typeface="Arial"/>
                <a:ea typeface="Arial"/>
                <a:cs typeface="Arial"/>
              </a:defRPr>
            </a:lvl1pPr>
            <a:lvl2pPr algn="l">
              <a:buNone/>
              <a:defRPr sz="1800" b="0">
                <a:solidFill>
                  <a:srgbClr val="7030A0"/>
                </a:solidFill>
                <a:latin typeface="Arial"/>
                <a:ea typeface="Arial"/>
                <a:cs typeface="Arial"/>
              </a:defRPr>
            </a:lvl2pPr>
            <a:lvl3pPr algn="l">
              <a:buNone/>
              <a:defRPr sz="1800" b="0">
                <a:solidFill>
                  <a:srgbClr val="7030A0"/>
                </a:solidFill>
                <a:latin typeface="Arial"/>
                <a:ea typeface="Arial"/>
                <a:cs typeface="Arial"/>
              </a:defRPr>
            </a:lvl3pPr>
            <a:lvl4pPr algn="l">
              <a:buNone/>
              <a:defRPr sz="1800" b="0">
                <a:solidFill>
                  <a:srgbClr val="7030A0"/>
                </a:solidFill>
                <a:latin typeface="Arial"/>
                <a:ea typeface="Arial"/>
                <a:cs typeface="Arial"/>
              </a:defRPr>
            </a:lvl4pPr>
            <a:lvl5pPr algn="l">
              <a:buNone/>
              <a:defRPr sz="1800" b="0">
                <a:solidFill>
                  <a:srgbClr val="7030A0"/>
                </a:solidFill>
                <a:latin typeface="Arial"/>
                <a:ea typeface="Arial"/>
                <a:cs typeface="Arial"/>
              </a:defRPr>
            </a:lvl5pPr>
            <a:lvl6pPr algn="l">
              <a:buNone/>
              <a:defRPr sz="1800" b="0">
                <a:solidFill>
                  <a:srgbClr val="7030A0"/>
                </a:solidFill>
                <a:latin typeface="Arial"/>
                <a:ea typeface="Arial"/>
                <a:cs typeface="Arial"/>
              </a:defRPr>
            </a:lvl6pPr>
            <a:lvl7pPr algn="l">
              <a:buNone/>
              <a:defRPr sz="1800" b="0">
                <a:solidFill>
                  <a:srgbClr val="7030A0"/>
                </a:solidFill>
                <a:latin typeface="Arial"/>
                <a:ea typeface="Arial"/>
                <a:cs typeface="Arial"/>
              </a:defRPr>
            </a:lvl7pPr>
            <a:lvl8pPr algn="l">
              <a:buNone/>
              <a:defRPr sz="1800" b="0">
                <a:solidFill>
                  <a:srgbClr val="7030A0"/>
                </a:solidFill>
                <a:latin typeface="Arial"/>
                <a:ea typeface="Arial"/>
                <a:cs typeface="Arial"/>
              </a:defRPr>
            </a:lvl8pPr>
            <a:lvl9pPr algn="l">
              <a:buNone/>
              <a:defRPr sz="1800" b="0">
                <a:solidFill>
                  <a:srgbClr val="7030A0"/>
                </a:solidFill>
                <a:latin typeface="Arial"/>
                <a:ea typeface="Arial"/>
                <a:cs typeface="Arial"/>
              </a:defRPr>
            </a:lvl9pPr>
          </a:lstStyle>
          <a:p>
            <a:pPr algn="l">
              <a:buNone/>
              <a:defRPr sz="1800" b="0">
                <a:solidFill>
                  <a:srgbClr val="7030A0"/>
                </a:solidFill>
                <a:latin typeface="Arial"/>
                <a:ea typeface="Arial"/>
                <a:cs typeface="Arial"/>
              </a:defRPr>
            </a:pPr>
            <a:r>
              <a:rPr sz="1800" b="0" dirty="0">
                <a:solidFill>
                  <a:srgbClr val="7030A0"/>
                </a:solidFill>
                <a:latin typeface="Cascadia Code" panose="020B0609020000020004" pitchFamily="49" charset="0"/>
                <a:cs typeface="Cascadia Code" panose="020B0609020000020004" pitchFamily="49" charset="0"/>
              </a:rPr>
              <a:t>SYNC(SEQ(Rise(P), Steady(P)), Stable(V))</a:t>
            </a:r>
          </a:p>
        </p:txBody>
      </p:sp>
    </p:spTree>
    <p:extLst>
      <p:ext uri="{BB962C8B-B14F-4D97-AF65-F5344CB8AC3E}">
        <p14:creationId xmlns:p14="http://schemas.microsoft.com/office/powerpoint/2010/main" val="20906717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9" name="直接箭头连接符 8">
            <a:extLst>
              <a:ext uri="{FF2B5EF4-FFF2-40B4-BE49-F238E27FC236}">
                <a16:creationId xmlns:a16="http://schemas.microsoft.com/office/drawing/2014/main" id="{8DD1D3B1-7ECC-4715-A43C-5013C552E577}"/>
              </a:ext>
            </a:extLst>
          </p:cNvPr>
          <p:cNvCxnSpPr>
            <a:stCxn id="5" idx="2"/>
            <a:endCxn id="7" idx="0"/>
          </p:cNvCxnSpPr>
          <p:nvPr/>
        </p:nvCxnSpPr>
        <p:spPr>
          <a:xfrm>
            <a:off x="6096000" y="3543300"/>
            <a:ext cx="2667000" cy="742950"/>
          </a:xfrm>
          <a:prstGeom prst="straightConnector1">
            <a:avLst/>
          </a:prstGeom>
          <a:ln w="19050">
            <a:solidFill>
              <a:srgbClr val="8B8B8B"/>
            </a:solidFill>
            <a:prstDash val="solid"/>
          </a:ln>
        </p:spPr>
      </p:cxnSp>
      <p:cxnSp>
        <p:nvCxnSpPr>
          <p:cNvPr id="8" name="直接箭头连接符 7">
            <a:extLst>
              <a:ext uri="{FF2B5EF4-FFF2-40B4-BE49-F238E27FC236}">
                <a16:creationId xmlns:a16="http://schemas.microsoft.com/office/drawing/2014/main" id="{9A666E72-16F3-495D-B475-7C0EE84463FD}"/>
              </a:ext>
            </a:extLst>
          </p:cNvPr>
          <p:cNvCxnSpPr>
            <a:stCxn id="5" idx="2"/>
            <a:endCxn id="6" idx="0"/>
          </p:cNvCxnSpPr>
          <p:nvPr/>
        </p:nvCxnSpPr>
        <p:spPr>
          <a:xfrm flipH="1">
            <a:off x="3429000" y="3543300"/>
            <a:ext cx="2667000" cy="742950"/>
          </a:xfrm>
          <a:prstGeom prst="straightConnector1">
            <a:avLst/>
          </a:prstGeom>
          <a:ln w="19050">
            <a:solidFill>
              <a:srgbClr val="8B8B8B"/>
            </a:solidFill>
            <a:prstDash val="solid"/>
          </a:ln>
        </p:spPr>
      </p:cxnSp>
      <p:pic>
        <p:nvPicPr>
          <p:cNvPr id="12" name="图片 11">
            <a:extLst>
              <a:ext uri="{FF2B5EF4-FFF2-40B4-BE49-F238E27FC236}">
                <a16:creationId xmlns:a16="http://schemas.microsoft.com/office/drawing/2014/main" id="{3789A508-8005-48BD-97E5-CA1931138C9D}"/>
              </a:ext>
            </a:extLst>
          </p:cNvPr>
          <p:cNvPicPr>
            <a:picLocks noChangeAspect="1"/>
          </p:cNvPicPr>
          <p:nvPr/>
        </p:nvPicPr>
        <p:blipFill>
          <a:blip r:embed="rId3"/>
          <a:stretch/>
        </p:blipFill>
        <p:spPr>
          <a:xfrm>
            <a:off x="76200" y="77337"/>
            <a:ext cx="2390775" cy="378725"/>
          </a:xfrm>
          <a:prstGeom prst="rect">
            <a:avLst/>
          </a:prstGeom>
        </p:spPr>
      </p:pic>
      <p:sp>
        <p:nvSpPr>
          <p:cNvPr id="2" name="text-45">
            <a:extLst>
              <a:ext uri="{FF2B5EF4-FFF2-40B4-BE49-F238E27FC236}">
                <a16:creationId xmlns:a16="http://schemas.microsoft.com/office/drawing/2014/main" id="{C73A7E53-2431-4A4F-BD35-DD1E4EBABC08}"/>
              </a:ext>
            </a:extLst>
          </p:cNvPr>
          <p:cNvSpPr>
            <a:spLocks noGrp="1"/>
          </p:cNvSpPr>
          <p:nvPr/>
        </p:nvSpPr>
        <p:spPr>
          <a:xfrm>
            <a:off x="914400" y="876300"/>
            <a:ext cx="10477500" cy="647700"/>
          </a:xfrm>
          <a:prstGeom prst="rect">
            <a:avLst/>
          </a:prstGeom>
          <a:noFill/>
          <a:ln w="0">
            <a:noFill/>
            <a:prstDash val="solid"/>
          </a:ln>
        </p:spPr>
        <p:txBody>
          <a:bodyPr wrap="square" lIns="0" tIns="0" rIns="0" bIns="0" anchor="ctr">
            <a:noAutofit/>
          </a:bodyPr>
          <a:lstStyle>
            <a:defPPr algn="l">
              <a:defRPr sz="3600" b="0" i="0">
                <a:solidFill>
                  <a:srgbClr val="111111"/>
                </a:solidFill>
                <a:latin typeface="Arial"/>
                <a:ea typeface="Arial"/>
                <a:cs typeface="Arial"/>
              </a:defRPr>
            </a:defPPr>
            <a:lvl1pPr algn="l">
              <a:buNone/>
              <a:defRPr sz="3600" b="0" i="0">
                <a:solidFill>
                  <a:srgbClr val="111111"/>
                </a:solidFill>
                <a:latin typeface="Arial"/>
                <a:ea typeface="Arial"/>
                <a:cs typeface="Arial"/>
              </a:defRPr>
            </a:lvl1pPr>
            <a:lvl2pPr algn="l">
              <a:buNone/>
              <a:defRPr sz="3600" b="0" i="0">
                <a:solidFill>
                  <a:srgbClr val="111111"/>
                </a:solidFill>
                <a:latin typeface="Arial"/>
                <a:ea typeface="Arial"/>
                <a:cs typeface="Arial"/>
              </a:defRPr>
            </a:lvl2pPr>
            <a:lvl3pPr algn="l">
              <a:buNone/>
              <a:defRPr sz="3600" b="0" i="0">
                <a:solidFill>
                  <a:srgbClr val="111111"/>
                </a:solidFill>
                <a:latin typeface="Arial"/>
                <a:ea typeface="Arial"/>
                <a:cs typeface="Arial"/>
              </a:defRPr>
            </a:lvl3pPr>
            <a:lvl4pPr algn="l">
              <a:buNone/>
              <a:defRPr sz="3600" b="0" i="0">
                <a:solidFill>
                  <a:srgbClr val="111111"/>
                </a:solidFill>
                <a:latin typeface="Arial"/>
                <a:ea typeface="Arial"/>
                <a:cs typeface="Arial"/>
              </a:defRPr>
            </a:lvl4pPr>
            <a:lvl5pPr algn="l">
              <a:buNone/>
              <a:defRPr sz="3600" b="0" i="0">
                <a:solidFill>
                  <a:srgbClr val="111111"/>
                </a:solidFill>
                <a:latin typeface="Arial"/>
                <a:ea typeface="Arial"/>
                <a:cs typeface="Arial"/>
              </a:defRPr>
            </a:lvl5pPr>
            <a:lvl6pPr algn="l">
              <a:buNone/>
              <a:defRPr sz="3600" b="0" i="0">
                <a:solidFill>
                  <a:srgbClr val="111111"/>
                </a:solidFill>
                <a:latin typeface="Arial"/>
                <a:ea typeface="Arial"/>
                <a:cs typeface="Arial"/>
              </a:defRPr>
            </a:lvl6pPr>
            <a:lvl7pPr algn="l">
              <a:buNone/>
              <a:defRPr sz="3600" b="0" i="0">
                <a:solidFill>
                  <a:srgbClr val="111111"/>
                </a:solidFill>
                <a:latin typeface="Arial"/>
                <a:ea typeface="Arial"/>
                <a:cs typeface="Arial"/>
              </a:defRPr>
            </a:lvl7pPr>
            <a:lvl8pPr algn="l">
              <a:buNone/>
              <a:defRPr sz="3600" b="0" i="0">
                <a:solidFill>
                  <a:srgbClr val="111111"/>
                </a:solidFill>
                <a:latin typeface="Arial"/>
                <a:ea typeface="Arial"/>
                <a:cs typeface="Arial"/>
              </a:defRPr>
            </a:lvl8pPr>
            <a:lvl9pPr algn="l">
              <a:buNone/>
              <a:defRPr sz="3600" b="0" i="0">
                <a:solidFill>
                  <a:srgbClr val="111111"/>
                </a:solidFill>
                <a:latin typeface="Arial"/>
                <a:ea typeface="Arial"/>
                <a:cs typeface="Arial"/>
              </a:defRPr>
            </a:lvl9pPr>
          </a:lstStyle>
          <a:p>
            <a:pPr algn="l">
              <a:buNone/>
              <a:defRPr sz="3600" b="0" i="0">
                <a:solidFill>
                  <a:srgbClr val="111111"/>
                </a:solidFill>
                <a:latin typeface="Arial"/>
                <a:ea typeface="Arial"/>
                <a:cs typeface="Arial"/>
              </a:defRPr>
            </a:pPr>
            <a:r>
              <a:rPr sz="3600" b="0" i="0">
                <a:solidFill>
                  <a:srgbClr val="111111"/>
                </a:solidFill>
                <a:latin typeface="Arial"/>
                <a:ea typeface="Arial"/>
                <a:cs typeface="Arial"/>
              </a:rPr>
              <a:t>Quantifiable evidence</a:t>
            </a:r>
          </a:p>
        </p:txBody>
      </p:sp>
      <p:sp>
        <p:nvSpPr>
          <p:cNvPr id="3" name="text-46">
            <a:extLst>
              <a:ext uri="{FF2B5EF4-FFF2-40B4-BE49-F238E27FC236}">
                <a16:creationId xmlns:a16="http://schemas.microsoft.com/office/drawing/2014/main" id="{33112681-1A60-49CA-B0A6-E7532E091307}"/>
              </a:ext>
            </a:extLst>
          </p:cNvPr>
          <p:cNvSpPr>
            <a:spLocks noGrp="1"/>
          </p:cNvSpPr>
          <p:nvPr/>
        </p:nvSpPr>
        <p:spPr>
          <a:xfrm>
            <a:off x="11572875" y="6429375"/>
            <a:ext cx="304800" cy="238125"/>
          </a:xfrm>
          <a:prstGeom prst="rect">
            <a:avLst/>
          </a:prstGeom>
          <a:noFill/>
          <a:ln w="0">
            <a:noFill/>
            <a:prstDash val="solid"/>
          </a:ln>
        </p:spPr>
        <p:txBody>
          <a:bodyPr wrap="square" lIns="0" tIns="0" rIns="0" bIns="0" anchor="ctr">
            <a:noAutofit/>
          </a:bodyPr>
          <a:lstStyle>
            <a:defPPr algn="r">
              <a:defRPr sz="1275" b="0" i="0">
                <a:solidFill>
                  <a:srgbClr val="999999"/>
                </a:solidFill>
                <a:latin typeface="Arial"/>
                <a:ea typeface="Arial"/>
                <a:cs typeface="Arial"/>
              </a:defRPr>
            </a:defPPr>
            <a:lvl1pPr algn="r">
              <a:buNone/>
              <a:defRPr sz="1275" b="0" i="0">
                <a:solidFill>
                  <a:srgbClr val="999999"/>
                </a:solidFill>
                <a:latin typeface="Arial"/>
                <a:ea typeface="Arial"/>
                <a:cs typeface="Arial"/>
              </a:defRPr>
            </a:lvl1pPr>
            <a:lvl2pPr algn="r">
              <a:buNone/>
              <a:defRPr sz="1275" b="0" i="0">
                <a:solidFill>
                  <a:srgbClr val="999999"/>
                </a:solidFill>
                <a:latin typeface="Arial"/>
                <a:ea typeface="Arial"/>
                <a:cs typeface="Arial"/>
              </a:defRPr>
            </a:lvl2pPr>
            <a:lvl3pPr algn="r">
              <a:buNone/>
              <a:defRPr sz="1275" b="0" i="0">
                <a:solidFill>
                  <a:srgbClr val="999999"/>
                </a:solidFill>
                <a:latin typeface="Arial"/>
                <a:ea typeface="Arial"/>
                <a:cs typeface="Arial"/>
              </a:defRPr>
            </a:lvl3pPr>
            <a:lvl4pPr algn="r">
              <a:buNone/>
              <a:defRPr sz="1275" b="0" i="0">
                <a:solidFill>
                  <a:srgbClr val="999999"/>
                </a:solidFill>
                <a:latin typeface="Arial"/>
                <a:ea typeface="Arial"/>
                <a:cs typeface="Arial"/>
              </a:defRPr>
            </a:lvl4pPr>
            <a:lvl5pPr algn="r">
              <a:buNone/>
              <a:defRPr sz="1275" b="0" i="0">
                <a:solidFill>
                  <a:srgbClr val="999999"/>
                </a:solidFill>
                <a:latin typeface="Arial"/>
                <a:ea typeface="Arial"/>
                <a:cs typeface="Arial"/>
              </a:defRPr>
            </a:lvl5pPr>
            <a:lvl6pPr algn="r">
              <a:buNone/>
              <a:defRPr sz="1275" b="0" i="0">
                <a:solidFill>
                  <a:srgbClr val="999999"/>
                </a:solidFill>
                <a:latin typeface="Arial"/>
                <a:ea typeface="Arial"/>
                <a:cs typeface="Arial"/>
              </a:defRPr>
            </a:lvl6pPr>
            <a:lvl7pPr algn="r">
              <a:buNone/>
              <a:defRPr sz="1275" b="0" i="0">
                <a:solidFill>
                  <a:srgbClr val="999999"/>
                </a:solidFill>
                <a:latin typeface="Arial"/>
                <a:ea typeface="Arial"/>
                <a:cs typeface="Arial"/>
              </a:defRPr>
            </a:lvl7pPr>
            <a:lvl8pPr algn="r">
              <a:buNone/>
              <a:defRPr sz="1275" b="0" i="0">
                <a:solidFill>
                  <a:srgbClr val="999999"/>
                </a:solidFill>
                <a:latin typeface="Arial"/>
                <a:ea typeface="Arial"/>
                <a:cs typeface="Arial"/>
              </a:defRPr>
            </a:lvl8pPr>
            <a:lvl9pPr algn="r">
              <a:buNone/>
              <a:defRPr sz="1275" b="0" i="0">
                <a:solidFill>
                  <a:srgbClr val="999999"/>
                </a:solidFill>
                <a:latin typeface="Arial"/>
                <a:ea typeface="Arial"/>
                <a:cs typeface="Arial"/>
              </a:defRPr>
            </a:lvl9pPr>
          </a:lstStyle>
          <a:p>
            <a:pPr algn="r">
              <a:buNone/>
              <a:defRPr sz="1275" b="0" i="0">
                <a:solidFill>
                  <a:srgbClr val="999999"/>
                </a:solidFill>
                <a:latin typeface="Arial"/>
                <a:ea typeface="Arial"/>
                <a:cs typeface="Arial"/>
              </a:defRPr>
            </a:pPr>
            <a:r>
              <a:rPr sz="1275" b="0" i="0">
                <a:solidFill>
                  <a:srgbClr val="999999"/>
                </a:solidFill>
                <a:latin typeface="Arial"/>
                <a:ea typeface="Arial"/>
                <a:cs typeface="Arial"/>
              </a:rPr>
              <a:t>6</a:t>
            </a:r>
          </a:p>
        </p:txBody>
      </p:sp>
      <p:sp>
        <p:nvSpPr>
          <p:cNvPr id="4" name="text-47">
            <a:extLst>
              <a:ext uri="{FF2B5EF4-FFF2-40B4-BE49-F238E27FC236}">
                <a16:creationId xmlns:a16="http://schemas.microsoft.com/office/drawing/2014/main" id="{12DC049E-7A5D-4AEF-8C29-B91CBC065C37}"/>
              </a:ext>
            </a:extLst>
          </p:cNvPr>
          <p:cNvSpPr>
            <a:spLocks noGrp="1"/>
          </p:cNvSpPr>
          <p:nvPr/>
        </p:nvSpPr>
        <p:spPr>
          <a:xfrm>
            <a:off x="914400" y="1638300"/>
            <a:ext cx="10477500" cy="438150"/>
          </a:xfrm>
          <a:prstGeom prst="rect">
            <a:avLst/>
          </a:prstGeom>
          <a:noFill/>
          <a:ln w="0">
            <a:noFill/>
            <a:prstDash val="solid"/>
          </a:ln>
        </p:spPr>
        <p:txBody>
          <a:bodyPr wrap="square" lIns="0" tIns="0" rIns="0" bIns="0" anchor="ctr">
            <a:noAutofit/>
          </a:bodyPr>
          <a:lstStyle>
            <a:defPPr algn="l">
              <a:defRPr sz="2250" b="0" i="0">
                <a:solidFill>
                  <a:srgbClr val="111111"/>
                </a:solidFill>
                <a:latin typeface="Arial"/>
                <a:ea typeface="Arial"/>
                <a:cs typeface="Arial"/>
              </a:defRPr>
            </a:defPPr>
            <a:lvl1pPr algn="l">
              <a:buNone/>
              <a:defRPr sz="2250" b="0" i="0">
                <a:solidFill>
                  <a:srgbClr val="111111"/>
                </a:solidFill>
                <a:latin typeface="Arial"/>
                <a:ea typeface="Arial"/>
                <a:cs typeface="Arial"/>
              </a:defRPr>
            </a:lvl1pPr>
            <a:lvl2pPr algn="l">
              <a:buNone/>
              <a:defRPr sz="2250" b="0" i="0">
                <a:solidFill>
                  <a:srgbClr val="111111"/>
                </a:solidFill>
                <a:latin typeface="Arial"/>
                <a:ea typeface="Arial"/>
                <a:cs typeface="Arial"/>
              </a:defRPr>
            </a:lvl2pPr>
            <a:lvl3pPr algn="l">
              <a:buNone/>
              <a:defRPr sz="2250" b="0" i="0">
                <a:solidFill>
                  <a:srgbClr val="111111"/>
                </a:solidFill>
                <a:latin typeface="Arial"/>
                <a:ea typeface="Arial"/>
                <a:cs typeface="Arial"/>
              </a:defRPr>
            </a:lvl3pPr>
            <a:lvl4pPr algn="l">
              <a:buNone/>
              <a:defRPr sz="2250" b="0" i="0">
                <a:solidFill>
                  <a:srgbClr val="111111"/>
                </a:solidFill>
                <a:latin typeface="Arial"/>
                <a:ea typeface="Arial"/>
                <a:cs typeface="Arial"/>
              </a:defRPr>
            </a:lvl4pPr>
            <a:lvl5pPr algn="l">
              <a:buNone/>
              <a:defRPr sz="2250" b="0" i="0">
                <a:solidFill>
                  <a:srgbClr val="111111"/>
                </a:solidFill>
                <a:latin typeface="Arial"/>
                <a:ea typeface="Arial"/>
                <a:cs typeface="Arial"/>
              </a:defRPr>
            </a:lvl5pPr>
            <a:lvl6pPr algn="l">
              <a:buNone/>
              <a:defRPr sz="2250" b="0" i="0">
                <a:solidFill>
                  <a:srgbClr val="111111"/>
                </a:solidFill>
                <a:latin typeface="Arial"/>
                <a:ea typeface="Arial"/>
                <a:cs typeface="Arial"/>
              </a:defRPr>
            </a:lvl6pPr>
            <a:lvl7pPr algn="l">
              <a:buNone/>
              <a:defRPr sz="2250" b="0" i="0">
                <a:solidFill>
                  <a:srgbClr val="111111"/>
                </a:solidFill>
                <a:latin typeface="Arial"/>
                <a:ea typeface="Arial"/>
                <a:cs typeface="Arial"/>
              </a:defRPr>
            </a:lvl7pPr>
            <a:lvl8pPr algn="l">
              <a:buNone/>
              <a:defRPr sz="2250" b="0" i="0">
                <a:solidFill>
                  <a:srgbClr val="111111"/>
                </a:solidFill>
                <a:latin typeface="Arial"/>
                <a:ea typeface="Arial"/>
                <a:cs typeface="Arial"/>
              </a:defRPr>
            </a:lvl8pPr>
            <a:lvl9pPr algn="l">
              <a:buNone/>
              <a:defRPr sz="2250" b="0" i="0">
                <a:solidFill>
                  <a:srgbClr val="111111"/>
                </a:solidFill>
                <a:latin typeface="Arial"/>
                <a:ea typeface="Arial"/>
                <a:cs typeface="Arial"/>
              </a:defRPr>
            </a:lvl9pPr>
          </a:lstStyle>
          <a:p>
            <a:pPr algn="l">
              <a:buNone/>
              <a:defRPr sz="2250" b="0" i="0">
                <a:solidFill>
                  <a:srgbClr val="111111"/>
                </a:solidFill>
                <a:latin typeface="Arial"/>
                <a:ea typeface="Arial"/>
                <a:cs typeface="Arial"/>
              </a:defRPr>
            </a:pPr>
            <a:r>
              <a:rPr sz="2250" b="0" i="0">
                <a:solidFill>
                  <a:srgbClr val="111111"/>
                </a:solidFill>
                <a:latin typeface="Arial"/>
                <a:ea typeface="Arial"/>
                <a:cs typeface="Arial"/>
              </a:rPr>
              <a:t>Primitive evidence combines under temporal constraints</a:t>
            </a:r>
          </a:p>
        </p:txBody>
      </p:sp>
      <p:sp>
        <p:nvSpPr>
          <p:cNvPr id="5" name="shape-48">
            <a:extLst>
              <a:ext uri="{FF2B5EF4-FFF2-40B4-BE49-F238E27FC236}">
                <a16:creationId xmlns:a16="http://schemas.microsoft.com/office/drawing/2014/main" id="{C67AAE64-0C49-46C3-A862-7E8D20A6379C}"/>
              </a:ext>
            </a:extLst>
          </p:cNvPr>
          <p:cNvSpPr>
            <a:spLocks noGrp="1"/>
          </p:cNvSpPr>
          <p:nvPr/>
        </p:nvSpPr>
        <p:spPr>
          <a:xfrm>
            <a:off x="4619625" y="2647950"/>
            <a:ext cx="2952750" cy="895350"/>
          </a:xfrm>
          <a:prstGeom prst="roundRect">
            <a:avLst>
              <a:gd name="adj" fmla="val 8511"/>
            </a:avLst>
          </a:prstGeom>
          <a:solidFill>
            <a:srgbClr val="FAF7FC"/>
          </a:solidFill>
          <a:ln w="16193">
            <a:solidFill>
              <a:srgbClr val="7030A0"/>
            </a:solidFill>
            <a:prstDash val="solid"/>
          </a:ln>
        </p:spPr>
        <p:txBody>
          <a:bodyPr lIns="76200" tIns="76200" rIns="76200" bIns="76200" anchor="ctr">
            <a:noAutofit/>
          </a:bodyPr>
          <a:lstStyle>
            <a:defPPr algn="ctr">
              <a:defRPr sz="2175" b="0">
                <a:solidFill>
                  <a:srgbClr val="7030A0"/>
                </a:solidFill>
                <a:latin typeface="Arial"/>
                <a:ea typeface="Arial"/>
                <a:cs typeface="Arial"/>
              </a:defRPr>
            </a:defPPr>
            <a:lvl1pPr algn="ctr">
              <a:buNone/>
              <a:defRPr sz="2175" b="0">
                <a:solidFill>
                  <a:srgbClr val="7030A0"/>
                </a:solidFill>
                <a:latin typeface="Arial"/>
                <a:ea typeface="Arial"/>
                <a:cs typeface="Arial"/>
              </a:defRPr>
            </a:lvl1pPr>
            <a:lvl2pPr algn="ctr">
              <a:buNone/>
              <a:defRPr sz="2175" b="0">
                <a:solidFill>
                  <a:srgbClr val="7030A0"/>
                </a:solidFill>
                <a:latin typeface="Arial"/>
                <a:ea typeface="Arial"/>
                <a:cs typeface="Arial"/>
              </a:defRPr>
            </a:lvl2pPr>
            <a:lvl3pPr algn="ctr">
              <a:buNone/>
              <a:defRPr sz="2175" b="0">
                <a:solidFill>
                  <a:srgbClr val="7030A0"/>
                </a:solidFill>
                <a:latin typeface="Arial"/>
                <a:ea typeface="Arial"/>
                <a:cs typeface="Arial"/>
              </a:defRPr>
            </a:lvl3pPr>
            <a:lvl4pPr algn="ctr">
              <a:buNone/>
              <a:defRPr sz="2175" b="0">
                <a:solidFill>
                  <a:srgbClr val="7030A0"/>
                </a:solidFill>
                <a:latin typeface="Arial"/>
                <a:ea typeface="Arial"/>
                <a:cs typeface="Arial"/>
              </a:defRPr>
            </a:lvl4pPr>
            <a:lvl5pPr algn="ctr">
              <a:buNone/>
              <a:defRPr sz="2175" b="0">
                <a:solidFill>
                  <a:srgbClr val="7030A0"/>
                </a:solidFill>
                <a:latin typeface="Arial"/>
                <a:ea typeface="Arial"/>
                <a:cs typeface="Arial"/>
              </a:defRPr>
            </a:lvl5pPr>
            <a:lvl6pPr algn="ctr">
              <a:buNone/>
              <a:defRPr sz="2175" b="0">
                <a:solidFill>
                  <a:srgbClr val="7030A0"/>
                </a:solidFill>
                <a:latin typeface="Arial"/>
                <a:ea typeface="Arial"/>
                <a:cs typeface="Arial"/>
              </a:defRPr>
            </a:lvl6pPr>
            <a:lvl7pPr algn="ctr">
              <a:buNone/>
              <a:defRPr sz="2175" b="0">
                <a:solidFill>
                  <a:srgbClr val="7030A0"/>
                </a:solidFill>
                <a:latin typeface="Arial"/>
                <a:ea typeface="Arial"/>
                <a:cs typeface="Arial"/>
              </a:defRPr>
            </a:lvl7pPr>
            <a:lvl8pPr algn="ctr">
              <a:buNone/>
              <a:defRPr sz="2175" b="0">
                <a:solidFill>
                  <a:srgbClr val="7030A0"/>
                </a:solidFill>
                <a:latin typeface="Arial"/>
                <a:ea typeface="Arial"/>
                <a:cs typeface="Arial"/>
              </a:defRPr>
            </a:lvl8pPr>
            <a:lvl9pPr algn="ctr">
              <a:buNone/>
              <a:defRPr sz="2175" b="0">
                <a:solidFill>
                  <a:srgbClr val="7030A0"/>
                </a:solidFill>
                <a:latin typeface="Arial"/>
                <a:ea typeface="Arial"/>
                <a:cs typeface="Arial"/>
              </a:defRPr>
            </a:lvl9pPr>
          </a:lstStyle>
          <a:p>
            <a:pPr algn="ctr">
              <a:buNone/>
              <a:defRPr sz="2175" b="0">
                <a:solidFill>
                  <a:srgbClr val="7030A0"/>
                </a:solidFill>
                <a:latin typeface="Arial"/>
                <a:ea typeface="Arial"/>
                <a:cs typeface="Arial"/>
              </a:defRPr>
            </a:pPr>
            <a:r>
              <a:rPr sz="2175" b="0">
                <a:solidFill>
                  <a:srgbClr val="7030A0"/>
                </a:solidFill>
                <a:latin typeface="Arial"/>
                <a:ea typeface="Arial"/>
                <a:cs typeface="Arial"/>
              </a:rPr>
              <a:t>SYNC</a:t>
            </a:r>
          </a:p>
          <a:p>
            <a:pPr algn="ctr">
              <a:buNone/>
              <a:defRPr sz="2175" b="0">
                <a:solidFill>
                  <a:srgbClr val="7030A0"/>
                </a:solidFill>
                <a:latin typeface="Arial"/>
                <a:ea typeface="Arial"/>
                <a:cs typeface="Arial"/>
              </a:defRPr>
            </a:pPr>
            <a:r>
              <a:rPr sz="2175" b="0">
                <a:solidFill>
                  <a:srgbClr val="7030A0"/>
                </a:solidFill>
                <a:latin typeface="Arial"/>
                <a:ea typeface="Arial"/>
                <a:cs typeface="Arial"/>
              </a:rPr>
              <a:t>Raw coherence 0.72</a:t>
            </a:r>
          </a:p>
        </p:txBody>
      </p:sp>
      <p:sp>
        <p:nvSpPr>
          <p:cNvPr id="6" name="shape-49">
            <a:extLst>
              <a:ext uri="{FF2B5EF4-FFF2-40B4-BE49-F238E27FC236}">
                <a16:creationId xmlns:a16="http://schemas.microsoft.com/office/drawing/2014/main" id="{59303224-6BE0-41AF-84F2-0EB3C63B5E91}"/>
              </a:ext>
            </a:extLst>
          </p:cNvPr>
          <p:cNvSpPr>
            <a:spLocks noGrp="1"/>
          </p:cNvSpPr>
          <p:nvPr/>
        </p:nvSpPr>
        <p:spPr>
          <a:xfrm>
            <a:off x="1714500" y="4286250"/>
            <a:ext cx="3429000" cy="1009650"/>
          </a:xfrm>
          <a:prstGeom prst="roundRect">
            <a:avLst>
              <a:gd name="adj" fmla="val 7547"/>
            </a:avLst>
          </a:prstGeom>
          <a:solidFill>
            <a:srgbClr val="FFF6EF"/>
          </a:solidFill>
          <a:ln w="16193">
            <a:solidFill>
              <a:srgbClr val="E97132"/>
            </a:solidFill>
            <a:prstDash val="solid"/>
          </a:ln>
        </p:spPr>
        <p:txBody>
          <a:bodyPr lIns="76200" tIns="76200" rIns="76200" bIns="76200" anchor="ctr">
            <a:noAutofit/>
          </a:bodyPr>
          <a:lstStyle>
            <a:defPPr algn="ctr">
              <a:defRPr sz="2100" b="0">
                <a:solidFill>
                  <a:srgbClr val="E97132"/>
                </a:solidFill>
                <a:latin typeface="Arial"/>
                <a:ea typeface="Arial"/>
                <a:cs typeface="Arial"/>
              </a:defRPr>
            </a:defPPr>
            <a:lvl1pPr algn="ctr">
              <a:buNone/>
              <a:defRPr sz="2100" b="0">
                <a:solidFill>
                  <a:srgbClr val="E97132"/>
                </a:solidFill>
                <a:latin typeface="Arial"/>
                <a:ea typeface="Arial"/>
                <a:cs typeface="Arial"/>
              </a:defRPr>
            </a:lvl1pPr>
            <a:lvl2pPr algn="ctr">
              <a:buNone/>
              <a:defRPr sz="2100" b="0">
                <a:solidFill>
                  <a:srgbClr val="E97132"/>
                </a:solidFill>
                <a:latin typeface="Arial"/>
                <a:ea typeface="Arial"/>
                <a:cs typeface="Arial"/>
              </a:defRPr>
            </a:lvl2pPr>
            <a:lvl3pPr algn="ctr">
              <a:buNone/>
              <a:defRPr sz="2100" b="0">
                <a:solidFill>
                  <a:srgbClr val="E97132"/>
                </a:solidFill>
                <a:latin typeface="Arial"/>
                <a:ea typeface="Arial"/>
                <a:cs typeface="Arial"/>
              </a:defRPr>
            </a:lvl3pPr>
            <a:lvl4pPr algn="ctr">
              <a:buNone/>
              <a:defRPr sz="2100" b="0">
                <a:solidFill>
                  <a:srgbClr val="E97132"/>
                </a:solidFill>
                <a:latin typeface="Arial"/>
                <a:ea typeface="Arial"/>
                <a:cs typeface="Arial"/>
              </a:defRPr>
            </a:lvl4pPr>
            <a:lvl5pPr algn="ctr">
              <a:buNone/>
              <a:defRPr sz="2100" b="0">
                <a:solidFill>
                  <a:srgbClr val="E97132"/>
                </a:solidFill>
                <a:latin typeface="Arial"/>
                <a:ea typeface="Arial"/>
                <a:cs typeface="Arial"/>
              </a:defRPr>
            </a:lvl5pPr>
            <a:lvl6pPr algn="ctr">
              <a:buNone/>
              <a:defRPr sz="2100" b="0">
                <a:solidFill>
                  <a:srgbClr val="E97132"/>
                </a:solidFill>
                <a:latin typeface="Arial"/>
                <a:ea typeface="Arial"/>
                <a:cs typeface="Arial"/>
              </a:defRPr>
            </a:lvl6pPr>
            <a:lvl7pPr algn="ctr">
              <a:buNone/>
              <a:defRPr sz="2100" b="0">
                <a:solidFill>
                  <a:srgbClr val="E97132"/>
                </a:solidFill>
                <a:latin typeface="Arial"/>
                <a:ea typeface="Arial"/>
                <a:cs typeface="Arial"/>
              </a:defRPr>
            </a:lvl7pPr>
            <a:lvl8pPr algn="ctr">
              <a:buNone/>
              <a:defRPr sz="2100" b="0">
                <a:solidFill>
                  <a:srgbClr val="E97132"/>
                </a:solidFill>
                <a:latin typeface="Arial"/>
                <a:ea typeface="Arial"/>
                <a:cs typeface="Arial"/>
              </a:defRPr>
            </a:lvl8pPr>
            <a:lvl9pPr algn="ctr">
              <a:buNone/>
              <a:defRPr sz="2100" b="0">
                <a:solidFill>
                  <a:srgbClr val="E97132"/>
                </a:solidFill>
                <a:latin typeface="Arial"/>
                <a:ea typeface="Arial"/>
                <a:cs typeface="Arial"/>
              </a:defRPr>
            </a:lvl9pPr>
          </a:lstStyle>
          <a:p>
            <a:pPr algn="ctr">
              <a:buNone/>
              <a:defRPr sz="2100" b="0">
                <a:solidFill>
                  <a:srgbClr val="E97132"/>
                </a:solidFill>
                <a:latin typeface="Arial"/>
                <a:ea typeface="Arial"/>
                <a:cs typeface="Arial"/>
              </a:defRPr>
            </a:pPr>
            <a:r>
              <a:rPr sz="2100" b="0">
                <a:solidFill>
                  <a:srgbClr val="E97132"/>
                </a:solidFill>
                <a:latin typeface="Arial"/>
                <a:ea typeface="Arial"/>
                <a:cs typeface="Arial"/>
              </a:rPr>
              <a:t>Steady pressure</a:t>
            </a:r>
          </a:p>
          <a:p>
            <a:pPr algn="ctr">
              <a:buNone/>
              <a:defRPr sz="2100" b="0">
                <a:solidFill>
                  <a:srgbClr val="E97132"/>
                </a:solidFill>
                <a:latin typeface="Arial"/>
                <a:ea typeface="Arial"/>
                <a:cs typeface="Arial"/>
              </a:defRPr>
            </a:pPr>
            <a:r>
              <a:rPr sz="2100" b="0">
                <a:solidFill>
                  <a:srgbClr val="E97132"/>
                </a:solidFill>
                <a:latin typeface="Arial"/>
                <a:ea typeface="Arial"/>
                <a:cs typeface="Arial"/>
              </a:rPr>
              <a:t>[20, 50]   μ = 0.90</a:t>
            </a:r>
          </a:p>
        </p:txBody>
      </p:sp>
      <p:sp>
        <p:nvSpPr>
          <p:cNvPr id="7" name="shape-50">
            <a:extLst>
              <a:ext uri="{FF2B5EF4-FFF2-40B4-BE49-F238E27FC236}">
                <a16:creationId xmlns:a16="http://schemas.microsoft.com/office/drawing/2014/main" id="{91495989-B267-415A-9237-7A866C942365}"/>
              </a:ext>
            </a:extLst>
          </p:cNvPr>
          <p:cNvSpPr>
            <a:spLocks noGrp="1"/>
          </p:cNvSpPr>
          <p:nvPr/>
        </p:nvSpPr>
        <p:spPr>
          <a:xfrm>
            <a:off x="7048500" y="4286250"/>
            <a:ext cx="3429000" cy="1009650"/>
          </a:xfrm>
          <a:prstGeom prst="roundRect">
            <a:avLst>
              <a:gd name="adj" fmla="val 7547"/>
            </a:avLst>
          </a:prstGeom>
          <a:solidFill>
            <a:srgbClr val="F3F8F4"/>
          </a:solidFill>
          <a:ln w="16193">
            <a:solidFill>
              <a:srgbClr val="287449"/>
            </a:solidFill>
            <a:prstDash val="solid"/>
          </a:ln>
        </p:spPr>
        <p:txBody>
          <a:bodyPr lIns="76200" tIns="76200" rIns="76200" bIns="76200" anchor="ctr">
            <a:noAutofit/>
          </a:bodyPr>
          <a:lstStyle>
            <a:defPPr algn="ctr">
              <a:defRPr sz="2100" b="0">
                <a:solidFill>
                  <a:srgbClr val="287449"/>
                </a:solidFill>
                <a:latin typeface="Arial"/>
                <a:ea typeface="Arial"/>
                <a:cs typeface="Arial"/>
              </a:defRPr>
            </a:defPPr>
            <a:lvl1pPr algn="ctr">
              <a:buNone/>
              <a:defRPr sz="2100" b="0">
                <a:solidFill>
                  <a:srgbClr val="287449"/>
                </a:solidFill>
                <a:latin typeface="Arial"/>
                <a:ea typeface="Arial"/>
                <a:cs typeface="Arial"/>
              </a:defRPr>
            </a:lvl1pPr>
            <a:lvl2pPr algn="ctr">
              <a:buNone/>
              <a:defRPr sz="2100" b="0">
                <a:solidFill>
                  <a:srgbClr val="287449"/>
                </a:solidFill>
                <a:latin typeface="Arial"/>
                <a:ea typeface="Arial"/>
                <a:cs typeface="Arial"/>
              </a:defRPr>
            </a:lvl2pPr>
            <a:lvl3pPr algn="ctr">
              <a:buNone/>
              <a:defRPr sz="2100" b="0">
                <a:solidFill>
                  <a:srgbClr val="287449"/>
                </a:solidFill>
                <a:latin typeface="Arial"/>
                <a:ea typeface="Arial"/>
                <a:cs typeface="Arial"/>
              </a:defRPr>
            </a:lvl3pPr>
            <a:lvl4pPr algn="ctr">
              <a:buNone/>
              <a:defRPr sz="2100" b="0">
                <a:solidFill>
                  <a:srgbClr val="287449"/>
                </a:solidFill>
                <a:latin typeface="Arial"/>
                <a:ea typeface="Arial"/>
                <a:cs typeface="Arial"/>
              </a:defRPr>
            </a:lvl4pPr>
            <a:lvl5pPr algn="ctr">
              <a:buNone/>
              <a:defRPr sz="2100" b="0">
                <a:solidFill>
                  <a:srgbClr val="287449"/>
                </a:solidFill>
                <a:latin typeface="Arial"/>
                <a:ea typeface="Arial"/>
                <a:cs typeface="Arial"/>
              </a:defRPr>
            </a:lvl5pPr>
            <a:lvl6pPr algn="ctr">
              <a:buNone/>
              <a:defRPr sz="2100" b="0">
                <a:solidFill>
                  <a:srgbClr val="287449"/>
                </a:solidFill>
                <a:latin typeface="Arial"/>
                <a:ea typeface="Arial"/>
                <a:cs typeface="Arial"/>
              </a:defRPr>
            </a:lvl6pPr>
            <a:lvl7pPr algn="ctr">
              <a:buNone/>
              <a:defRPr sz="2100" b="0">
                <a:solidFill>
                  <a:srgbClr val="287449"/>
                </a:solidFill>
                <a:latin typeface="Arial"/>
                <a:ea typeface="Arial"/>
                <a:cs typeface="Arial"/>
              </a:defRPr>
            </a:lvl7pPr>
            <a:lvl8pPr algn="ctr">
              <a:buNone/>
              <a:defRPr sz="2100" b="0">
                <a:solidFill>
                  <a:srgbClr val="287449"/>
                </a:solidFill>
                <a:latin typeface="Arial"/>
                <a:ea typeface="Arial"/>
                <a:cs typeface="Arial"/>
              </a:defRPr>
            </a:lvl8pPr>
            <a:lvl9pPr algn="ctr">
              <a:buNone/>
              <a:defRPr sz="2100" b="0">
                <a:solidFill>
                  <a:srgbClr val="287449"/>
                </a:solidFill>
                <a:latin typeface="Arial"/>
                <a:ea typeface="Arial"/>
                <a:cs typeface="Arial"/>
              </a:defRPr>
            </a:lvl9pPr>
          </a:lstStyle>
          <a:p>
            <a:pPr algn="ctr">
              <a:buNone/>
              <a:defRPr sz="2100" b="0">
                <a:solidFill>
                  <a:srgbClr val="287449"/>
                </a:solidFill>
                <a:latin typeface="Arial"/>
                <a:ea typeface="Arial"/>
                <a:cs typeface="Arial"/>
              </a:defRPr>
            </a:pPr>
            <a:r>
              <a:rPr sz="2100" b="0">
                <a:solidFill>
                  <a:srgbClr val="287449"/>
                </a:solidFill>
                <a:latin typeface="Arial"/>
                <a:ea typeface="Arial"/>
                <a:cs typeface="Arial"/>
              </a:rPr>
              <a:t>Stable volume</a:t>
            </a:r>
          </a:p>
          <a:p>
            <a:pPr algn="ctr">
              <a:buNone/>
              <a:defRPr sz="2100" b="0">
                <a:solidFill>
                  <a:srgbClr val="287449"/>
                </a:solidFill>
                <a:latin typeface="Arial"/>
                <a:ea typeface="Arial"/>
                <a:cs typeface="Arial"/>
              </a:defRPr>
            </a:pPr>
            <a:r>
              <a:rPr sz="2100" b="0">
                <a:solidFill>
                  <a:srgbClr val="287449"/>
                </a:solidFill>
                <a:latin typeface="Arial"/>
                <a:ea typeface="Arial"/>
                <a:cs typeface="Arial"/>
              </a:rPr>
              <a:t>[20, 50]   μ = 0.80</a:t>
            </a:r>
          </a:p>
        </p:txBody>
      </p:sp>
      <p:sp>
        <p:nvSpPr>
          <p:cNvPr id="10" name="text-51">
            <a:extLst>
              <a:ext uri="{FF2B5EF4-FFF2-40B4-BE49-F238E27FC236}">
                <a16:creationId xmlns:a16="http://schemas.microsoft.com/office/drawing/2014/main" id="{C0C52460-DBA7-4733-BDB4-E1B8CD5161F6}"/>
              </a:ext>
            </a:extLst>
          </p:cNvPr>
          <p:cNvSpPr>
            <a:spLocks noGrp="1"/>
          </p:cNvSpPr>
          <p:nvPr/>
        </p:nvSpPr>
        <p:spPr>
          <a:xfrm>
            <a:off x="2381250" y="5657850"/>
            <a:ext cx="7620000" cy="438150"/>
          </a:xfrm>
          <a:prstGeom prst="rect">
            <a:avLst/>
          </a:prstGeom>
          <a:noFill/>
          <a:ln w="0">
            <a:noFill/>
            <a:prstDash val="solid"/>
          </a:ln>
        </p:spPr>
        <p:txBody>
          <a:bodyPr wrap="square" lIns="0" tIns="0" rIns="0" bIns="0" anchor="ctr">
            <a:noAutofit/>
          </a:bodyPr>
          <a:lstStyle>
            <a:defPPr algn="ctr">
              <a:defRPr sz="2250" b="0" i="0">
                <a:solidFill>
                  <a:srgbClr val="156082"/>
                </a:solidFill>
                <a:latin typeface="Arial"/>
                <a:ea typeface="Arial"/>
                <a:cs typeface="Arial"/>
              </a:defRPr>
            </a:defPPr>
            <a:lvl1pPr algn="ctr">
              <a:buNone/>
              <a:defRPr sz="2250" b="0" i="0">
                <a:solidFill>
                  <a:srgbClr val="156082"/>
                </a:solidFill>
                <a:latin typeface="Arial"/>
                <a:ea typeface="Arial"/>
                <a:cs typeface="Arial"/>
              </a:defRPr>
            </a:lvl1pPr>
            <a:lvl2pPr algn="ctr">
              <a:buNone/>
              <a:defRPr sz="2250" b="0" i="0">
                <a:solidFill>
                  <a:srgbClr val="156082"/>
                </a:solidFill>
                <a:latin typeface="Arial"/>
                <a:ea typeface="Arial"/>
                <a:cs typeface="Arial"/>
              </a:defRPr>
            </a:lvl2pPr>
            <a:lvl3pPr algn="ctr">
              <a:buNone/>
              <a:defRPr sz="2250" b="0" i="0">
                <a:solidFill>
                  <a:srgbClr val="156082"/>
                </a:solidFill>
                <a:latin typeface="Arial"/>
                <a:ea typeface="Arial"/>
                <a:cs typeface="Arial"/>
              </a:defRPr>
            </a:lvl3pPr>
            <a:lvl4pPr algn="ctr">
              <a:buNone/>
              <a:defRPr sz="2250" b="0" i="0">
                <a:solidFill>
                  <a:srgbClr val="156082"/>
                </a:solidFill>
                <a:latin typeface="Arial"/>
                <a:ea typeface="Arial"/>
                <a:cs typeface="Arial"/>
              </a:defRPr>
            </a:lvl4pPr>
            <a:lvl5pPr algn="ctr">
              <a:buNone/>
              <a:defRPr sz="2250" b="0" i="0">
                <a:solidFill>
                  <a:srgbClr val="156082"/>
                </a:solidFill>
                <a:latin typeface="Arial"/>
                <a:ea typeface="Arial"/>
                <a:cs typeface="Arial"/>
              </a:defRPr>
            </a:lvl5pPr>
            <a:lvl6pPr algn="ctr">
              <a:buNone/>
              <a:defRPr sz="2250" b="0" i="0">
                <a:solidFill>
                  <a:srgbClr val="156082"/>
                </a:solidFill>
                <a:latin typeface="Arial"/>
                <a:ea typeface="Arial"/>
                <a:cs typeface="Arial"/>
              </a:defRPr>
            </a:lvl6pPr>
            <a:lvl7pPr algn="ctr">
              <a:buNone/>
              <a:defRPr sz="2250" b="0" i="0">
                <a:solidFill>
                  <a:srgbClr val="156082"/>
                </a:solidFill>
                <a:latin typeface="Arial"/>
                <a:ea typeface="Arial"/>
                <a:cs typeface="Arial"/>
              </a:defRPr>
            </a:lvl7pPr>
            <a:lvl8pPr algn="ctr">
              <a:buNone/>
              <a:defRPr sz="2250" b="0" i="0">
                <a:solidFill>
                  <a:srgbClr val="156082"/>
                </a:solidFill>
                <a:latin typeface="Arial"/>
                <a:ea typeface="Arial"/>
                <a:cs typeface="Arial"/>
              </a:defRPr>
            </a:lvl8pPr>
            <a:lvl9pPr algn="ctr">
              <a:buNone/>
              <a:defRPr sz="2250" b="0" i="0">
                <a:solidFill>
                  <a:srgbClr val="156082"/>
                </a:solidFill>
                <a:latin typeface="Arial"/>
                <a:ea typeface="Arial"/>
                <a:cs typeface="Arial"/>
              </a:defRPr>
            </a:lvl9pPr>
          </a:lstStyle>
          <a:p>
            <a:pPr algn="ctr">
              <a:buNone/>
              <a:defRPr sz="2250" b="0" i="0">
                <a:solidFill>
                  <a:srgbClr val="156082"/>
                </a:solidFill>
                <a:latin typeface="Arial"/>
                <a:ea typeface="Arial"/>
                <a:cs typeface="Arial"/>
              </a:defRPr>
            </a:pPr>
            <a:r>
              <a:rPr sz="2250" b="0" i="0">
                <a:solidFill>
                  <a:srgbClr val="156082"/>
                </a:solidFill>
                <a:latin typeface="Arial"/>
                <a:ea typeface="Arial"/>
                <a:cs typeface="Arial"/>
              </a:rPr>
              <a:t>Normalized root score:  √0.72 ≈ 0.85</a:t>
            </a:r>
          </a:p>
        </p:txBody>
      </p:sp>
    </p:spTree>
    <p:extLst>
      <p:ext uri="{BB962C8B-B14F-4D97-AF65-F5344CB8AC3E}">
        <p14:creationId xmlns:p14="http://schemas.microsoft.com/office/powerpoint/2010/main" val="16741211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3" name="图片 102">
            <a:extLst>
              <a:ext uri="{FF2B5EF4-FFF2-40B4-BE49-F238E27FC236}">
                <a16:creationId xmlns:a16="http://schemas.microsoft.com/office/drawing/2014/main" id="{5D37A84D-E20F-4A9B-8675-BE262F05420F}"/>
              </a:ext>
            </a:extLst>
          </p:cNvPr>
          <p:cNvPicPr>
            <a:picLocks noChangeAspect="1"/>
          </p:cNvPicPr>
          <p:nvPr/>
        </p:nvPicPr>
        <p:blipFill>
          <a:blip r:embed="rId3"/>
          <a:stretch/>
        </p:blipFill>
        <p:spPr>
          <a:xfrm>
            <a:off x="76200" y="77337"/>
            <a:ext cx="2390775" cy="378725"/>
          </a:xfrm>
          <a:prstGeom prst="rect">
            <a:avLst/>
          </a:prstGeom>
        </p:spPr>
      </p:pic>
      <p:sp>
        <p:nvSpPr>
          <p:cNvPr id="2" name="v6-text-6001">
            <a:extLst>
              <a:ext uri="{FF2B5EF4-FFF2-40B4-BE49-F238E27FC236}">
                <a16:creationId xmlns:a16="http://schemas.microsoft.com/office/drawing/2014/main" id="{A1900768-8C69-4824-91B2-7F56DBCD16A2}"/>
              </a:ext>
            </a:extLst>
          </p:cNvPr>
          <p:cNvSpPr>
            <a:spLocks noGrp="1"/>
          </p:cNvSpPr>
          <p:nvPr/>
        </p:nvSpPr>
        <p:spPr>
          <a:xfrm>
            <a:off x="914400" y="876300"/>
            <a:ext cx="10477500" cy="647700"/>
          </a:xfrm>
          <a:prstGeom prst="rect">
            <a:avLst/>
          </a:prstGeom>
          <a:noFill/>
          <a:ln w="0">
            <a:noFill/>
            <a:prstDash val="solid"/>
          </a:ln>
        </p:spPr>
        <p:txBody>
          <a:bodyPr wrap="square" lIns="0" tIns="0" rIns="0" bIns="0" anchor="ctr">
            <a:noAutofit/>
          </a:bodyPr>
          <a:lstStyle>
            <a:defPPr algn="l">
              <a:defRPr sz="3600" b="0">
                <a:solidFill>
                  <a:srgbClr val="111111"/>
                </a:solidFill>
                <a:latin typeface="Arial"/>
                <a:ea typeface="Arial"/>
                <a:cs typeface="Arial"/>
              </a:defRPr>
            </a:defPPr>
            <a:lvl1pPr algn="l">
              <a:buNone/>
              <a:defRPr sz="3600" b="0">
                <a:solidFill>
                  <a:srgbClr val="111111"/>
                </a:solidFill>
                <a:latin typeface="Arial"/>
                <a:ea typeface="Arial"/>
                <a:cs typeface="Arial"/>
              </a:defRPr>
            </a:lvl1pPr>
            <a:lvl2pPr algn="l">
              <a:buNone/>
              <a:defRPr sz="3600" b="0">
                <a:solidFill>
                  <a:srgbClr val="111111"/>
                </a:solidFill>
                <a:latin typeface="Arial"/>
                <a:ea typeface="Arial"/>
                <a:cs typeface="Arial"/>
              </a:defRPr>
            </a:lvl2pPr>
            <a:lvl3pPr algn="l">
              <a:buNone/>
              <a:defRPr sz="3600" b="0">
                <a:solidFill>
                  <a:srgbClr val="111111"/>
                </a:solidFill>
                <a:latin typeface="Arial"/>
                <a:ea typeface="Arial"/>
                <a:cs typeface="Arial"/>
              </a:defRPr>
            </a:lvl3pPr>
            <a:lvl4pPr algn="l">
              <a:buNone/>
              <a:defRPr sz="3600" b="0">
                <a:solidFill>
                  <a:srgbClr val="111111"/>
                </a:solidFill>
                <a:latin typeface="Arial"/>
                <a:ea typeface="Arial"/>
                <a:cs typeface="Arial"/>
              </a:defRPr>
            </a:lvl4pPr>
            <a:lvl5pPr algn="l">
              <a:buNone/>
              <a:defRPr sz="3600" b="0">
                <a:solidFill>
                  <a:srgbClr val="111111"/>
                </a:solidFill>
                <a:latin typeface="Arial"/>
                <a:ea typeface="Arial"/>
                <a:cs typeface="Arial"/>
              </a:defRPr>
            </a:lvl5pPr>
            <a:lvl6pPr algn="l">
              <a:buNone/>
              <a:defRPr sz="3600" b="0">
                <a:solidFill>
                  <a:srgbClr val="111111"/>
                </a:solidFill>
                <a:latin typeface="Arial"/>
                <a:ea typeface="Arial"/>
                <a:cs typeface="Arial"/>
              </a:defRPr>
            </a:lvl6pPr>
            <a:lvl7pPr algn="l">
              <a:buNone/>
              <a:defRPr sz="3600" b="0">
                <a:solidFill>
                  <a:srgbClr val="111111"/>
                </a:solidFill>
                <a:latin typeface="Arial"/>
                <a:ea typeface="Arial"/>
                <a:cs typeface="Arial"/>
              </a:defRPr>
            </a:lvl7pPr>
            <a:lvl8pPr algn="l">
              <a:buNone/>
              <a:defRPr sz="3600" b="0">
                <a:solidFill>
                  <a:srgbClr val="111111"/>
                </a:solidFill>
                <a:latin typeface="Arial"/>
                <a:ea typeface="Arial"/>
                <a:cs typeface="Arial"/>
              </a:defRPr>
            </a:lvl8pPr>
            <a:lvl9pPr algn="l">
              <a:buNone/>
              <a:defRPr sz="3600" b="0">
                <a:solidFill>
                  <a:srgbClr val="111111"/>
                </a:solidFill>
                <a:latin typeface="Arial"/>
                <a:ea typeface="Arial"/>
                <a:cs typeface="Arial"/>
              </a:defRPr>
            </a:lvl9pPr>
          </a:lstStyle>
          <a:p>
            <a:pPr algn="l">
              <a:buNone/>
              <a:defRPr sz="3600" b="0">
                <a:solidFill>
                  <a:srgbClr val="111111"/>
                </a:solidFill>
                <a:latin typeface="Arial"/>
                <a:ea typeface="Arial"/>
                <a:cs typeface="Arial"/>
              </a:defRPr>
            </a:pPr>
            <a:r>
              <a:rPr sz="3600" b="0">
                <a:solidFill>
                  <a:srgbClr val="111111"/>
                </a:solidFill>
                <a:latin typeface="Arial"/>
                <a:ea typeface="Arial"/>
                <a:cs typeface="Arial"/>
              </a:rPr>
              <a:t>SELA: a multi-agent system</a:t>
            </a:r>
          </a:p>
        </p:txBody>
      </p:sp>
      <p:sp>
        <p:nvSpPr>
          <p:cNvPr id="3" name="v6-text-6002">
            <a:extLst>
              <a:ext uri="{FF2B5EF4-FFF2-40B4-BE49-F238E27FC236}">
                <a16:creationId xmlns:a16="http://schemas.microsoft.com/office/drawing/2014/main" id="{CC8736A2-F535-4D8C-AED0-49C4D406FDBD}"/>
              </a:ext>
            </a:extLst>
          </p:cNvPr>
          <p:cNvSpPr>
            <a:spLocks noGrp="1"/>
          </p:cNvSpPr>
          <p:nvPr/>
        </p:nvSpPr>
        <p:spPr>
          <a:xfrm>
            <a:off x="914400" y="1638300"/>
            <a:ext cx="10572750" cy="457200"/>
          </a:xfrm>
          <a:prstGeom prst="rect">
            <a:avLst/>
          </a:prstGeom>
          <a:noFill/>
          <a:ln w="0">
            <a:noFill/>
            <a:prstDash val="solid"/>
          </a:ln>
        </p:spPr>
        <p:txBody>
          <a:bodyPr wrap="square" lIns="0" tIns="0" rIns="0" bIns="0" anchor="ctr">
            <a:noAutofit/>
          </a:bodyPr>
          <a:lstStyle>
            <a:defPPr algn="l">
              <a:defRPr sz="2100" b="0">
                <a:solidFill>
                  <a:srgbClr val="111111"/>
                </a:solidFill>
                <a:latin typeface="Arial"/>
                <a:ea typeface="Arial"/>
                <a:cs typeface="Arial"/>
              </a:defRPr>
            </a:defPPr>
            <a:lvl1pPr algn="l">
              <a:buNone/>
              <a:defRPr sz="2100" b="0">
                <a:solidFill>
                  <a:srgbClr val="111111"/>
                </a:solidFill>
                <a:latin typeface="Arial"/>
                <a:ea typeface="Arial"/>
                <a:cs typeface="Arial"/>
              </a:defRPr>
            </a:lvl1pPr>
            <a:lvl2pPr algn="l">
              <a:buNone/>
              <a:defRPr sz="2100" b="0">
                <a:solidFill>
                  <a:srgbClr val="111111"/>
                </a:solidFill>
                <a:latin typeface="Arial"/>
                <a:ea typeface="Arial"/>
                <a:cs typeface="Arial"/>
              </a:defRPr>
            </a:lvl2pPr>
            <a:lvl3pPr algn="l">
              <a:buNone/>
              <a:defRPr sz="2100" b="0">
                <a:solidFill>
                  <a:srgbClr val="111111"/>
                </a:solidFill>
                <a:latin typeface="Arial"/>
                <a:ea typeface="Arial"/>
                <a:cs typeface="Arial"/>
              </a:defRPr>
            </a:lvl3pPr>
            <a:lvl4pPr algn="l">
              <a:buNone/>
              <a:defRPr sz="2100" b="0">
                <a:solidFill>
                  <a:srgbClr val="111111"/>
                </a:solidFill>
                <a:latin typeface="Arial"/>
                <a:ea typeface="Arial"/>
                <a:cs typeface="Arial"/>
              </a:defRPr>
            </a:lvl4pPr>
            <a:lvl5pPr algn="l">
              <a:buNone/>
              <a:defRPr sz="2100" b="0">
                <a:solidFill>
                  <a:srgbClr val="111111"/>
                </a:solidFill>
                <a:latin typeface="Arial"/>
                <a:ea typeface="Arial"/>
                <a:cs typeface="Arial"/>
              </a:defRPr>
            </a:lvl5pPr>
            <a:lvl6pPr algn="l">
              <a:buNone/>
              <a:defRPr sz="2100" b="0">
                <a:solidFill>
                  <a:srgbClr val="111111"/>
                </a:solidFill>
                <a:latin typeface="Arial"/>
                <a:ea typeface="Arial"/>
                <a:cs typeface="Arial"/>
              </a:defRPr>
            </a:lvl6pPr>
            <a:lvl7pPr algn="l">
              <a:buNone/>
              <a:defRPr sz="2100" b="0">
                <a:solidFill>
                  <a:srgbClr val="111111"/>
                </a:solidFill>
                <a:latin typeface="Arial"/>
                <a:ea typeface="Arial"/>
                <a:cs typeface="Arial"/>
              </a:defRPr>
            </a:lvl7pPr>
            <a:lvl8pPr algn="l">
              <a:buNone/>
              <a:defRPr sz="2100" b="0">
                <a:solidFill>
                  <a:srgbClr val="111111"/>
                </a:solidFill>
                <a:latin typeface="Arial"/>
                <a:ea typeface="Arial"/>
                <a:cs typeface="Arial"/>
              </a:defRPr>
            </a:lvl8pPr>
            <a:lvl9pPr algn="l">
              <a:buNone/>
              <a:defRPr sz="2100" b="0">
                <a:solidFill>
                  <a:srgbClr val="111111"/>
                </a:solidFill>
                <a:latin typeface="Arial"/>
                <a:ea typeface="Arial"/>
                <a:cs typeface="Arial"/>
              </a:defRPr>
            </a:lvl9pPr>
          </a:lstStyle>
          <a:p>
            <a:pPr algn="l">
              <a:buNone/>
              <a:defRPr sz="2100" b="0">
                <a:solidFill>
                  <a:srgbClr val="111111"/>
                </a:solidFill>
                <a:latin typeface="Arial"/>
                <a:ea typeface="Arial"/>
                <a:cs typeface="Arial"/>
              </a:defRPr>
            </a:pPr>
            <a:r>
              <a:rPr sz="2100" b="0">
                <a:solidFill>
                  <a:srgbClr val="111111"/>
                </a:solidFill>
                <a:latin typeface="Arial"/>
                <a:ea typeface="Arial"/>
                <a:cs typeface="Arial"/>
              </a:rPr>
              <a:t>A reusable schema guides class-specific grounding and explains each detection</a:t>
            </a:r>
          </a:p>
        </p:txBody>
      </p:sp>
      <p:sp>
        <p:nvSpPr>
          <p:cNvPr id="4" name="v6-vector-6003">
            <a:extLst>
              <a:ext uri="{FF2B5EF4-FFF2-40B4-BE49-F238E27FC236}">
                <a16:creationId xmlns:a16="http://schemas.microsoft.com/office/drawing/2014/main" id="{80FFAAEA-208B-4872-9B39-726621EED814}"/>
              </a:ext>
            </a:extLst>
          </p:cNvPr>
          <p:cNvSpPr>
            <a:spLocks noGrp="1"/>
          </p:cNvSpPr>
          <p:nvPr/>
        </p:nvSpPr>
        <p:spPr>
          <a:xfrm>
            <a:off x="1228725" y="2419350"/>
            <a:ext cx="609600" cy="781050"/>
          </a:xfrm>
          <a:custGeom>
            <a:avLst/>
            <a:gdLst/>
            <a:ahLst/>
            <a:cxnLst/>
            <a:rect l="0" t="0" r="0" b="0"/>
            <a:pathLst>
              <a:path w="609600" h="781050">
                <a:moveTo>
                  <a:pt x="0" y="0"/>
                </a:moveTo>
                <a:lnTo>
                  <a:pt x="438912" y="0"/>
                </a:lnTo>
                <a:lnTo>
                  <a:pt x="609600" y="170688"/>
                </a:lnTo>
                <a:lnTo>
                  <a:pt x="609600" y="781050"/>
                </a:lnTo>
                <a:lnTo>
                  <a:pt x="0" y="781050"/>
                </a:lnTo>
                <a:close/>
              </a:path>
            </a:pathLst>
          </a:custGeom>
          <a:solidFill>
            <a:srgbClr val="F4F8FA"/>
          </a:solidFill>
          <a:ln w="20955">
            <a:solidFill>
              <a:srgbClr val="156082"/>
            </a:solidFill>
            <a:prstDash val="solid"/>
          </a:ln>
        </p:spPr>
        <p:txBody>
          <a:bodyPr/>
          <a:lstStyle/>
          <a:p>
            <a:endParaRPr lang="zh-CN" altLang="en-US"/>
          </a:p>
        </p:txBody>
      </p:sp>
      <p:sp>
        <p:nvSpPr>
          <p:cNvPr id="5" name="v6-vector-6004">
            <a:extLst>
              <a:ext uri="{FF2B5EF4-FFF2-40B4-BE49-F238E27FC236}">
                <a16:creationId xmlns:a16="http://schemas.microsoft.com/office/drawing/2014/main" id="{99A8CE38-17ED-4250-90F5-AB5564EDEC80}"/>
              </a:ext>
            </a:extLst>
          </p:cNvPr>
          <p:cNvSpPr>
            <a:spLocks noGrp="1"/>
          </p:cNvSpPr>
          <p:nvPr/>
        </p:nvSpPr>
        <p:spPr>
          <a:xfrm>
            <a:off x="1667637" y="2419350"/>
            <a:ext cx="170688" cy="170688"/>
          </a:xfrm>
          <a:custGeom>
            <a:avLst/>
            <a:gdLst/>
            <a:ahLst/>
            <a:cxnLst/>
            <a:rect l="0" t="0" r="0" b="0"/>
            <a:pathLst>
              <a:path w="170688" h="170688">
                <a:moveTo>
                  <a:pt x="0" y="0"/>
                </a:moveTo>
                <a:lnTo>
                  <a:pt x="0" y="170688"/>
                </a:lnTo>
                <a:lnTo>
                  <a:pt x="170688" y="170688"/>
                </a:lnTo>
              </a:path>
            </a:pathLst>
          </a:custGeom>
          <a:solidFill>
            <a:srgbClr val="FFFFFF"/>
          </a:solidFill>
          <a:ln w="14288">
            <a:solidFill>
              <a:srgbClr val="156082"/>
            </a:solidFill>
            <a:prstDash val="solid"/>
          </a:ln>
        </p:spPr>
        <p:txBody>
          <a:bodyPr/>
          <a:lstStyle/>
          <a:p>
            <a:endParaRPr lang="zh-CN" altLang="en-US"/>
          </a:p>
        </p:txBody>
      </p:sp>
      <p:sp>
        <p:nvSpPr>
          <p:cNvPr id="6" name="直接连接符 5">
            <a:extLst>
              <a:ext uri="{FF2B5EF4-FFF2-40B4-BE49-F238E27FC236}">
                <a16:creationId xmlns:a16="http://schemas.microsoft.com/office/drawing/2014/main" id="{FEE61807-6979-4BCF-BA3C-9D59602B00E5}"/>
              </a:ext>
            </a:extLst>
          </p:cNvPr>
          <p:cNvSpPr>
            <a:spLocks noGrp="1"/>
          </p:cNvSpPr>
          <p:nvPr/>
        </p:nvSpPr>
        <p:spPr>
          <a:xfrm>
            <a:off x="1338453" y="2708338"/>
            <a:ext cx="390144" cy="0"/>
          </a:xfrm>
          <a:prstGeom prst="line">
            <a:avLst/>
          </a:prstGeom>
          <a:ln w="26670">
            <a:solidFill>
              <a:srgbClr val="156082"/>
            </a:solidFill>
            <a:prstDash val="solid"/>
          </a:ln>
        </p:spPr>
        <p:txBody>
          <a:bodyPr/>
          <a:lstStyle/>
          <a:p>
            <a:endParaRPr lang="zh-CN" altLang="en-US"/>
          </a:p>
        </p:txBody>
      </p:sp>
      <p:sp>
        <p:nvSpPr>
          <p:cNvPr id="7" name="直接连接符 6">
            <a:extLst>
              <a:ext uri="{FF2B5EF4-FFF2-40B4-BE49-F238E27FC236}">
                <a16:creationId xmlns:a16="http://schemas.microsoft.com/office/drawing/2014/main" id="{68985AF4-5B59-4653-A561-79993FE1D28A}"/>
              </a:ext>
            </a:extLst>
          </p:cNvPr>
          <p:cNvSpPr>
            <a:spLocks noGrp="1"/>
          </p:cNvSpPr>
          <p:nvPr/>
        </p:nvSpPr>
        <p:spPr>
          <a:xfrm>
            <a:off x="1338453" y="2813780"/>
            <a:ext cx="390144" cy="0"/>
          </a:xfrm>
          <a:prstGeom prst="line">
            <a:avLst/>
          </a:prstGeom>
          <a:ln w="26670">
            <a:solidFill>
              <a:srgbClr val="156082"/>
            </a:solidFill>
            <a:prstDash val="solid"/>
          </a:ln>
        </p:spPr>
        <p:txBody>
          <a:bodyPr/>
          <a:lstStyle/>
          <a:p>
            <a:endParaRPr lang="zh-CN" altLang="en-US"/>
          </a:p>
        </p:txBody>
      </p:sp>
      <p:sp>
        <p:nvSpPr>
          <p:cNvPr id="8" name="直接连接符 7">
            <a:extLst>
              <a:ext uri="{FF2B5EF4-FFF2-40B4-BE49-F238E27FC236}">
                <a16:creationId xmlns:a16="http://schemas.microsoft.com/office/drawing/2014/main" id="{D865A862-FC00-4D31-95E7-AEBD6A36B7D1}"/>
              </a:ext>
            </a:extLst>
          </p:cNvPr>
          <p:cNvSpPr>
            <a:spLocks noGrp="1"/>
          </p:cNvSpPr>
          <p:nvPr/>
        </p:nvSpPr>
        <p:spPr>
          <a:xfrm>
            <a:off x="1338453" y="2919222"/>
            <a:ext cx="390144" cy="0"/>
          </a:xfrm>
          <a:prstGeom prst="line">
            <a:avLst/>
          </a:prstGeom>
          <a:ln w="26670">
            <a:solidFill>
              <a:srgbClr val="156082"/>
            </a:solidFill>
            <a:prstDash val="solid"/>
          </a:ln>
        </p:spPr>
        <p:txBody>
          <a:bodyPr/>
          <a:lstStyle/>
          <a:p>
            <a:endParaRPr lang="zh-CN" altLang="en-US"/>
          </a:p>
        </p:txBody>
      </p:sp>
      <p:sp>
        <p:nvSpPr>
          <p:cNvPr id="9" name="直接连接符 8">
            <a:extLst>
              <a:ext uri="{FF2B5EF4-FFF2-40B4-BE49-F238E27FC236}">
                <a16:creationId xmlns:a16="http://schemas.microsoft.com/office/drawing/2014/main" id="{C2043436-AC5D-4C2D-B89A-898EB730D813}"/>
              </a:ext>
            </a:extLst>
          </p:cNvPr>
          <p:cNvSpPr>
            <a:spLocks noGrp="1"/>
          </p:cNvSpPr>
          <p:nvPr/>
        </p:nvSpPr>
        <p:spPr>
          <a:xfrm>
            <a:off x="1338453" y="3024664"/>
            <a:ext cx="262128" cy="0"/>
          </a:xfrm>
          <a:prstGeom prst="line">
            <a:avLst/>
          </a:prstGeom>
          <a:ln w="26670">
            <a:solidFill>
              <a:srgbClr val="156082"/>
            </a:solidFill>
            <a:prstDash val="solid"/>
          </a:ln>
        </p:spPr>
        <p:txBody>
          <a:bodyPr/>
          <a:lstStyle/>
          <a:p>
            <a:endParaRPr lang="zh-CN" altLang="en-US"/>
          </a:p>
        </p:txBody>
      </p:sp>
      <p:sp>
        <p:nvSpPr>
          <p:cNvPr id="10" name="v6-text-6005">
            <a:extLst>
              <a:ext uri="{FF2B5EF4-FFF2-40B4-BE49-F238E27FC236}">
                <a16:creationId xmlns:a16="http://schemas.microsoft.com/office/drawing/2014/main" id="{40C6F3A9-8FCD-4517-8C03-24C5A4349BB3}"/>
              </a:ext>
            </a:extLst>
          </p:cNvPr>
          <p:cNvSpPr>
            <a:spLocks noGrp="1"/>
          </p:cNvSpPr>
          <p:nvPr/>
        </p:nvSpPr>
        <p:spPr>
          <a:xfrm>
            <a:off x="504825" y="3386137"/>
            <a:ext cx="2047875" cy="333375"/>
          </a:xfrm>
          <a:prstGeom prst="rect">
            <a:avLst/>
          </a:prstGeom>
          <a:noFill/>
          <a:ln w="0">
            <a:noFill/>
            <a:prstDash val="solid"/>
          </a:ln>
        </p:spPr>
        <p:txBody>
          <a:bodyPr wrap="square" lIns="0" tIns="0" rIns="0" bIns="0" anchor="ctr">
            <a:noAutofit/>
          </a:bodyPr>
          <a:lstStyle>
            <a:defPPr algn="ctr">
              <a:defRPr sz="1800" b="0">
                <a:solidFill>
                  <a:srgbClr val="111111"/>
                </a:solidFill>
                <a:latin typeface="Arial"/>
                <a:ea typeface="Arial"/>
                <a:cs typeface="Arial"/>
              </a:defRPr>
            </a:defPPr>
            <a:lvl1pPr algn="ctr">
              <a:buNone/>
              <a:defRPr sz="1800" b="0">
                <a:solidFill>
                  <a:srgbClr val="111111"/>
                </a:solidFill>
                <a:latin typeface="Arial"/>
                <a:ea typeface="Arial"/>
                <a:cs typeface="Arial"/>
              </a:defRPr>
            </a:lvl1pPr>
            <a:lvl2pPr algn="ctr">
              <a:buNone/>
              <a:defRPr sz="1800" b="0">
                <a:solidFill>
                  <a:srgbClr val="111111"/>
                </a:solidFill>
                <a:latin typeface="Arial"/>
                <a:ea typeface="Arial"/>
                <a:cs typeface="Arial"/>
              </a:defRPr>
            </a:lvl2pPr>
            <a:lvl3pPr algn="ctr">
              <a:buNone/>
              <a:defRPr sz="1800" b="0">
                <a:solidFill>
                  <a:srgbClr val="111111"/>
                </a:solidFill>
                <a:latin typeface="Arial"/>
                <a:ea typeface="Arial"/>
                <a:cs typeface="Arial"/>
              </a:defRPr>
            </a:lvl3pPr>
            <a:lvl4pPr algn="ctr">
              <a:buNone/>
              <a:defRPr sz="1800" b="0">
                <a:solidFill>
                  <a:srgbClr val="111111"/>
                </a:solidFill>
                <a:latin typeface="Arial"/>
                <a:ea typeface="Arial"/>
                <a:cs typeface="Arial"/>
              </a:defRPr>
            </a:lvl4pPr>
            <a:lvl5pPr algn="ctr">
              <a:buNone/>
              <a:defRPr sz="1800" b="0">
                <a:solidFill>
                  <a:srgbClr val="111111"/>
                </a:solidFill>
                <a:latin typeface="Arial"/>
                <a:ea typeface="Arial"/>
                <a:cs typeface="Arial"/>
              </a:defRPr>
            </a:lvl5pPr>
            <a:lvl6pPr algn="ctr">
              <a:buNone/>
              <a:defRPr sz="1800" b="0">
                <a:solidFill>
                  <a:srgbClr val="111111"/>
                </a:solidFill>
                <a:latin typeface="Arial"/>
                <a:ea typeface="Arial"/>
                <a:cs typeface="Arial"/>
              </a:defRPr>
            </a:lvl6pPr>
            <a:lvl7pPr algn="ctr">
              <a:buNone/>
              <a:defRPr sz="1800" b="0">
                <a:solidFill>
                  <a:srgbClr val="111111"/>
                </a:solidFill>
                <a:latin typeface="Arial"/>
                <a:ea typeface="Arial"/>
                <a:cs typeface="Arial"/>
              </a:defRPr>
            </a:lvl7pPr>
            <a:lvl8pPr algn="ctr">
              <a:buNone/>
              <a:defRPr sz="1800" b="0">
                <a:solidFill>
                  <a:srgbClr val="111111"/>
                </a:solidFill>
                <a:latin typeface="Arial"/>
                <a:ea typeface="Arial"/>
                <a:cs typeface="Arial"/>
              </a:defRPr>
            </a:lvl8pPr>
            <a:lvl9pPr algn="ctr">
              <a:buNone/>
              <a:defRPr sz="1800" b="0">
                <a:solidFill>
                  <a:srgbClr val="111111"/>
                </a:solidFill>
                <a:latin typeface="Arial"/>
                <a:ea typeface="Arial"/>
                <a:cs typeface="Arial"/>
              </a:defRPr>
            </a:lvl9pPr>
          </a:lstStyle>
          <a:p>
            <a:pPr algn="ctr">
              <a:buNone/>
              <a:defRPr sz="1800" b="0">
                <a:solidFill>
                  <a:srgbClr val="111111"/>
                </a:solidFill>
                <a:latin typeface="Arial"/>
                <a:ea typeface="Arial"/>
                <a:cs typeface="Arial"/>
              </a:defRPr>
            </a:pPr>
            <a:r>
              <a:rPr sz="1800" b="0" dirty="0">
                <a:solidFill>
                  <a:srgbClr val="111111"/>
                </a:solidFill>
                <a:latin typeface="Arial"/>
                <a:ea typeface="Arial"/>
                <a:cs typeface="Arial"/>
              </a:rPr>
              <a:t>Event </a:t>
            </a:r>
            <a:endParaRPr lang="en-US" sz="1800" b="0" dirty="0">
              <a:solidFill>
                <a:srgbClr val="111111"/>
              </a:solidFill>
              <a:latin typeface="Arial"/>
              <a:ea typeface="Arial"/>
              <a:cs typeface="Arial"/>
            </a:endParaRPr>
          </a:p>
          <a:p>
            <a:pPr algn="ctr">
              <a:buNone/>
              <a:defRPr sz="1800" b="0">
                <a:solidFill>
                  <a:srgbClr val="111111"/>
                </a:solidFill>
                <a:latin typeface="Arial"/>
                <a:ea typeface="Arial"/>
                <a:cs typeface="Arial"/>
              </a:defRPr>
            </a:pPr>
            <a:r>
              <a:rPr sz="1800" b="0" dirty="0">
                <a:solidFill>
                  <a:srgbClr val="111111"/>
                </a:solidFill>
                <a:latin typeface="Arial"/>
                <a:ea typeface="Arial"/>
                <a:cs typeface="Arial"/>
              </a:rPr>
              <a:t>description</a:t>
            </a:r>
          </a:p>
        </p:txBody>
      </p:sp>
      <p:pic>
        <p:nvPicPr>
          <p:cNvPr id="11" name="图片 10">
            <a:extLst>
              <a:ext uri="{FF2B5EF4-FFF2-40B4-BE49-F238E27FC236}">
                <a16:creationId xmlns:a16="http://schemas.microsoft.com/office/drawing/2014/main" id="{83D107A4-AC66-41B4-A796-168AC4168D1E}"/>
              </a:ext>
            </a:extLst>
          </p:cNvPr>
          <p:cNvPicPr>
            <a:picLocks noChangeAspect="1"/>
          </p:cNvPicPr>
          <p:nvPr/>
        </p:nvPicPr>
        <p:blipFill>
          <a:blip r:embed="rId4"/>
          <a:stretch/>
        </p:blipFill>
        <p:spPr>
          <a:xfrm>
            <a:off x="3086100" y="2381250"/>
            <a:ext cx="781050" cy="781050"/>
          </a:xfrm>
          <a:prstGeom prst="rect">
            <a:avLst/>
          </a:prstGeom>
        </p:spPr>
      </p:pic>
      <p:sp>
        <p:nvSpPr>
          <p:cNvPr id="12" name="v6-text-6006">
            <a:extLst>
              <a:ext uri="{FF2B5EF4-FFF2-40B4-BE49-F238E27FC236}">
                <a16:creationId xmlns:a16="http://schemas.microsoft.com/office/drawing/2014/main" id="{6577C4EC-BE57-4C74-BB63-1B5B1CAD0B99}"/>
              </a:ext>
            </a:extLst>
          </p:cNvPr>
          <p:cNvSpPr>
            <a:spLocks noGrp="1"/>
          </p:cNvSpPr>
          <p:nvPr/>
        </p:nvSpPr>
        <p:spPr>
          <a:xfrm>
            <a:off x="2514600" y="3219450"/>
            <a:ext cx="1924050" cy="333375"/>
          </a:xfrm>
          <a:prstGeom prst="rect">
            <a:avLst/>
          </a:prstGeom>
          <a:noFill/>
          <a:ln w="0">
            <a:noFill/>
            <a:prstDash val="solid"/>
          </a:ln>
        </p:spPr>
        <p:txBody>
          <a:bodyPr wrap="square" lIns="0" tIns="0" rIns="0" bIns="0" anchor="ctr">
            <a:noAutofit/>
          </a:bodyPr>
          <a:lstStyle>
            <a:defPPr algn="ctr">
              <a:defRPr sz="1950" b="0">
                <a:solidFill>
                  <a:srgbClr val="111111"/>
                </a:solidFill>
                <a:latin typeface="Arial"/>
                <a:ea typeface="Arial"/>
                <a:cs typeface="Arial"/>
              </a:defRPr>
            </a:defPPr>
            <a:lvl1pPr algn="ctr">
              <a:buNone/>
              <a:defRPr sz="1950" b="0">
                <a:solidFill>
                  <a:srgbClr val="111111"/>
                </a:solidFill>
                <a:latin typeface="Arial"/>
                <a:ea typeface="Arial"/>
                <a:cs typeface="Arial"/>
              </a:defRPr>
            </a:lvl1pPr>
            <a:lvl2pPr algn="ctr">
              <a:buNone/>
              <a:defRPr sz="1950" b="0">
                <a:solidFill>
                  <a:srgbClr val="111111"/>
                </a:solidFill>
                <a:latin typeface="Arial"/>
                <a:ea typeface="Arial"/>
                <a:cs typeface="Arial"/>
              </a:defRPr>
            </a:lvl2pPr>
            <a:lvl3pPr algn="ctr">
              <a:buNone/>
              <a:defRPr sz="1950" b="0">
                <a:solidFill>
                  <a:srgbClr val="111111"/>
                </a:solidFill>
                <a:latin typeface="Arial"/>
                <a:ea typeface="Arial"/>
                <a:cs typeface="Arial"/>
              </a:defRPr>
            </a:lvl3pPr>
            <a:lvl4pPr algn="ctr">
              <a:buNone/>
              <a:defRPr sz="1950" b="0">
                <a:solidFill>
                  <a:srgbClr val="111111"/>
                </a:solidFill>
                <a:latin typeface="Arial"/>
                <a:ea typeface="Arial"/>
                <a:cs typeface="Arial"/>
              </a:defRPr>
            </a:lvl4pPr>
            <a:lvl5pPr algn="ctr">
              <a:buNone/>
              <a:defRPr sz="1950" b="0">
                <a:solidFill>
                  <a:srgbClr val="111111"/>
                </a:solidFill>
                <a:latin typeface="Arial"/>
                <a:ea typeface="Arial"/>
                <a:cs typeface="Arial"/>
              </a:defRPr>
            </a:lvl5pPr>
            <a:lvl6pPr algn="ctr">
              <a:buNone/>
              <a:defRPr sz="1950" b="0">
                <a:solidFill>
                  <a:srgbClr val="111111"/>
                </a:solidFill>
                <a:latin typeface="Arial"/>
                <a:ea typeface="Arial"/>
                <a:cs typeface="Arial"/>
              </a:defRPr>
            </a:lvl6pPr>
            <a:lvl7pPr algn="ctr">
              <a:buNone/>
              <a:defRPr sz="1950" b="0">
                <a:solidFill>
                  <a:srgbClr val="111111"/>
                </a:solidFill>
                <a:latin typeface="Arial"/>
                <a:ea typeface="Arial"/>
                <a:cs typeface="Arial"/>
              </a:defRPr>
            </a:lvl7pPr>
            <a:lvl8pPr algn="ctr">
              <a:buNone/>
              <a:defRPr sz="1950" b="0">
                <a:solidFill>
                  <a:srgbClr val="111111"/>
                </a:solidFill>
                <a:latin typeface="Arial"/>
                <a:ea typeface="Arial"/>
                <a:cs typeface="Arial"/>
              </a:defRPr>
            </a:lvl8pPr>
            <a:lvl9pPr algn="ctr">
              <a:buNone/>
              <a:defRPr sz="1950" b="0">
                <a:solidFill>
                  <a:srgbClr val="111111"/>
                </a:solidFill>
                <a:latin typeface="Arial"/>
                <a:ea typeface="Arial"/>
                <a:cs typeface="Arial"/>
              </a:defRPr>
            </a:lvl9pPr>
          </a:lstStyle>
          <a:p>
            <a:pPr algn="ctr">
              <a:buNone/>
              <a:defRPr sz="1950" b="0">
                <a:solidFill>
                  <a:srgbClr val="111111"/>
                </a:solidFill>
                <a:latin typeface="Arial"/>
                <a:ea typeface="Arial"/>
                <a:cs typeface="Arial"/>
              </a:defRPr>
            </a:pPr>
            <a:r>
              <a:rPr sz="1950" b="0">
                <a:solidFill>
                  <a:srgbClr val="111111"/>
                </a:solidFill>
                <a:latin typeface="Arial"/>
                <a:ea typeface="Arial"/>
                <a:cs typeface="Arial"/>
              </a:rPr>
              <a:t>Logic Analyst</a:t>
            </a:r>
          </a:p>
        </p:txBody>
      </p:sp>
      <p:sp>
        <p:nvSpPr>
          <p:cNvPr id="13" name="v6-text-6007">
            <a:extLst>
              <a:ext uri="{FF2B5EF4-FFF2-40B4-BE49-F238E27FC236}">
                <a16:creationId xmlns:a16="http://schemas.microsoft.com/office/drawing/2014/main" id="{C0DD0605-24E0-4A73-A736-1A1F9CBEBF6D}"/>
              </a:ext>
            </a:extLst>
          </p:cNvPr>
          <p:cNvSpPr>
            <a:spLocks noGrp="1"/>
          </p:cNvSpPr>
          <p:nvPr/>
        </p:nvSpPr>
        <p:spPr>
          <a:xfrm>
            <a:off x="2533650" y="3571875"/>
            <a:ext cx="1885950" cy="447675"/>
          </a:xfrm>
          <a:prstGeom prst="rect">
            <a:avLst/>
          </a:prstGeom>
          <a:noFill/>
          <a:ln w="0">
            <a:noFill/>
            <a:prstDash val="solid"/>
          </a:ln>
        </p:spPr>
        <p:txBody>
          <a:bodyPr wrap="square" lIns="0" tIns="0" rIns="0" bIns="0" anchor="ctr">
            <a:noAutofit/>
          </a:bodyPr>
          <a:lstStyle>
            <a:defPPr algn="ctr">
              <a:defRPr sz="1575" b="0">
                <a:solidFill>
                  <a:srgbClr val="156082"/>
                </a:solidFill>
                <a:latin typeface="Arial"/>
                <a:ea typeface="Arial"/>
                <a:cs typeface="Arial"/>
              </a:defRPr>
            </a:defPPr>
            <a:lvl1pPr algn="ctr">
              <a:buNone/>
              <a:defRPr sz="1575" b="0">
                <a:solidFill>
                  <a:srgbClr val="156082"/>
                </a:solidFill>
                <a:latin typeface="Arial"/>
                <a:ea typeface="Arial"/>
                <a:cs typeface="Arial"/>
              </a:defRPr>
            </a:lvl1pPr>
            <a:lvl2pPr algn="ctr">
              <a:buNone/>
              <a:defRPr sz="1575" b="0">
                <a:solidFill>
                  <a:srgbClr val="156082"/>
                </a:solidFill>
                <a:latin typeface="Arial"/>
                <a:ea typeface="Arial"/>
                <a:cs typeface="Arial"/>
              </a:defRPr>
            </a:lvl2pPr>
            <a:lvl3pPr algn="ctr">
              <a:buNone/>
              <a:defRPr sz="1575" b="0">
                <a:solidFill>
                  <a:srgbClr val="156082"/>
                </a:solidFill>
                <a:latin typeface="Arial"/>
                <a:ea typeface="Arial"/>
                <a:cs typeface="Arial"/>
              </a:defRPr>
            </a:lvl3pPr>
            <a:lvl4pPr algn="ctr">
              <a:buNone/>
              <a:defRPr sz="1575" b="0">
                <a:solidFill>
                  <a:srgbClr val="156082"/>
                </a:solidFill>
                <a:latin typeface="Arial"/>
                <a:ea typeface="Arial"/>
                <a:cs typeface="Arial"/>
              </a:defRPr>
            </a:lvl4pPr>
            <a:lvl5pPr algn="ctr">
              <a:buNone/>
              <a:defRPr sz="1575" b="0">
                <a:solidFill>
                  <a:srgbClr val="156082"/>
                </a:solidFill>
                <a:latin typeface="Arial"/>
                <a:ea typeface="Arial"/>
                <a:cs typeface="Arial"/>
              </a:defRPr>
            </a:lvl5pPr>
            <a:lvl6pPr algn="ctr">
              <a:buNone/>
              <a:defRPr sz="1575" b="0">
                <a:solidFill>
                  <a:srgbClr val="156082"/>
                </a:solidFill>
                <a:latin typeface="Arial"/>
                <a:ea typeface="Arial"/>
                <a:cs typeface="Arial"/>
              </a:defRPr>
            </a:lvl6pPr>
            <a:lvl7pPr algn="ctr">
              <a:buNone/>
              <a:defRPr sz="1575" b="0">
                <a:solidFill>
                  <a:srgbClr val="156082"/>
                </a:solidFill>
                <a:latin typeface="Arial"/>
                <a:ea typeface="Arial"/>
                <a:cs typeface="Arial"/>
              </a:defRPr>
            </a:lvl7pPr>
            <a:lvl8pPr algn="ctr">
              <a:buNone/>
              <a:defRPr sz="1575" b="0">
                <a:solidFill>
                  <a:srgbClr val="156082"/>
                </a:solidFill>
                <a:latin typeface="Arial"/>
                <a:ea typeface="Arial"/>
                <a:cs typeface="Arial"/>
              </a:defRPr>
            </a:lvl8pPr>
            <a:lvl9pPr algn="ctr">
              <a:buNone/>
              <a:defRPr sz="1575" b="0">
                <a:solidFill>
                  <a:srgbClr val="156082"/>
                </a:solidFill>
                <a:latin typeface="Arial"/>
                <a:ea typeface="Arial"/>
                <a:cs typeface="Arial"/>
              </a:defRPr>
            </a:lvl9pPr>
          </a:lstStyle>
          <a:p>
            <a:pPr algn="ctr">
              <a:buNone/>
              <a:defRPr sz="1575" b="0">
                <a:solidFill>
                  <a:srgbClr val="156082"/>
                </a:solidFill>
                <a:latin typeface="Arial"/>
                <a:ea typeface="Arial"/>
                <a:cs typeface="Arial"/>
              </a:defRPr>
            </a:pPr>
            <a:r>
              <a:rPr sz="1575" b="0">
                <a:solidFill>
                  <a:srgbClr val="156082"/>
                </a:solidFill>
                <a:latin typeface="Arial"/>
                <a:ea typeface="Arial"/>
                <a:cs typeface="Arial"/>
              </a:rPr>
              <a:t>Review tree</a:t>
            </a:r>
          </a:p>
          <a:p>
            <a:pPr algn="ctr">
              <a:buNone/>
              <a:defRPr sz="1575" b="0">
                <a:solidFill>
                  <a:srgbClr val="156082"/>
                </a:solidFill>
                <a:latin typeface="Arial"/>
                <a:ea typeface="Arial"/>
                <a:cs typeface="Arial"/>
              </a:defRPr>
            </a:pPr>
            <a:r>
              <a:rPr sz="1575" b="0">
                <a:solidFill>
                  <a:srgbClr val="156082"/>
                </a:solidFill>
                <a:latin typeface="Arial"/>
                <a:ea typeface="Arial"/>
                <a:cs typeface="Arial"/>
              </a:rPr>
              <a:t>against text</a:t>
            </a:r>
          </a:p>
        </p:txBody>
      </p:sp>
      <p:cxnSp>
        <p:nvCxnSpPr>
          <p:cNvPr id="14" name="v6-arrow-6008">
            <a:extLst>
              <a:ext uri="{FF2B5EF4-FFF2-40B4-BE49-F238E27FC236}">
                <a16:creationId xmlns:a16="http://schemas.microsoft.com/office/drawing/2014/main" id="{0526BEC3-0AA7-4F12-9EE0-9B251DB2E590}"/>
              </a:ext>
            </a:extLst>
          </p:cNvPr>
          <p:cNvCxnSpPr/>
          <p:nvPr/>
        </p:nvCxnSpPr>
        <p:spPr>
          <a:xfrm>
            <a:off x="1971675" y="2790825"/>
            <a:ext cx="971550" cy="0"/>
          </a:xfrm>
          <a:prstGeom prst="straightConnector1">
            <a:avLst/>
          </a:prstGeom>
          <a:ln w="19050">
            <a:solidFill>
              <a:srgbClr val="7B8B91"/>
            </a:solidFill>
            <a:prstDash val="solid"/>
            <a:tailEnd type="triangle" w="sm" len="sm"/>
          </a:ln>
        </p:spPr>
      </p:cxnSp>
      <p:cxnSp>
        <p:nvCxnSpPr>
          <p:cNvPr id="15" name="v6-arrow-6009">
            <a:extLst>
              <a:ext uri="{FF2B5EF4-FFF2-40B4-BE49-F238E27FC236}">
                <a16:creationId xmlns:a16="http://schemas.microsoft.com/office/drawing/2014/main" id="{53E702DF-E79B-44FC-836D-A6CB918DCED3}"/>
              </a:ext>
            </a:extLst>
          </p:cNvPr>
          <p:cNvCxnSpPr/>
          <p:nvPr/>
        </p:nvCxnSpPr>
        <p:spPr>
          <a:xfrm>
            <a:off x="3990975" y="2790825"/>
            <a:ext cx="1181100" cy="0"/>
          </a:xfrm>
          <a:prstGeom prst="straightConnector1">
            <a:avLst/>
          </a:prstGeom>
          <a:ln w="19050">
            <a:solidFill>
              <a:srgbClr val="7B8B91"/>
            </a:solidFill>
            <a:prstDash val="solid"/>
            <a:tailEnd type="triangle" w="sm" len="sm"/>
          </a:ln>
        </p:spPr>
      </p:cxnSp>
      <p:sp>
        <p:nvSpPr>
          <p:cNvPr id="16" name="v6-text-6010">
            <a:extLst>
              <a:ext uri="{FF2B5EF4-FFF2-40B4-BE49-F238E27FC236}">
                <a16:creationId xmlns:a16="http://schemas.microsoft.com/office/drawing/2014/main" id="{7C6272B8-0563-45F3-B346-B8F660F5C79A}"/>
              </a:ext>
            </a:extLst>
          </p:cNvPr>
          <p:cNvSpPr>
            <a:spLocks noGrp="1"/>
          </p:cNvSpPr>
          <p:nvPr/>
        </p:nvSpPr>
        <p:spPr>
          <a:xfrm>
            <a:off x="3924300" y="2533652"/>
            <a:ext cx="1333500" cy="257175"/>
          </a:xfrm>
          <a:prstGeom prst="rect">
            <a:avLst/>
          </a:prstGeom>
          <a:noFill/>
          <a:ln w="0">
            <a:noFill/>
            <a:prstDash val="solid"/>
          </a:ln>
        </p:spPr>
        <p:txBody>
          <a:bodyPr wrap="square" lIns="0" tIns="0" rIns="0" bIns="0" anchor="ctr">
            <a:noAutofit/>
          </a:bodyPr>
          <a:lstStyle>
            <a:defPPr algn="ctr">
              <a:defRPr sz="1425" b="0">
                <a:solidFill>
                  <a:srgbClr val="666666"/>
                </a:solidFill>
                <a:latin typeface="Arial"/>
                <a:ea typeface="Arial"/>
                <a:cs typeface="Arial"/>
              </a:defRPr>
            </a:defPPr>
            <a:lvl1pPr algn="ctr">
              <a:buNone/>
              <a:defRPr sz="1425" b="0">
                <a:solidFill>
                  <a:srgbClr val="666666"/>
                </a:solidFill>
                <a:latin typeface="Arial"/>
                <a:ea typeface="Arial"/>
                <a:cs typeface="Arial"/>
              </a:defRPr>
            </a:lvl1pPr>
            <a:lvl2pPr algn="ctr">
              <a:buNone/>
              <a:defRPr sz="1425" b="0">
                <a:solidFill>
                  <a:srgbClr val="666666"/>
                </a:solidFill>
                <a:latin typeface="Arial"/>
                <a:ea typeface="Arial"/>
                <a:cs typeface="Arial"/>
              </a:defRPr>
            </a:lvl2pPr>
            <a:lvl3pPr algn="ctr">
              <a:buNone/>
              <a:defRPr sz="1425" b="0">
                <a:solidFill>
                  <a:srgbClr val="666666"/>
                </a:solidFill>
                <a:latin typeface="Arial"/>
                <a:ea typeface="Arial"/>
                <a:cs typeface="Arial"/>
              </a:defRPr>
            </a:lvl3pPr>
            <a:lvl4pPr algn="ctr">
              <a:buNone/>
              <a:defRPr sz="1425" b="0">
                <a:solidFill>
                  <a:srgbClr val="666666"/>
                </a:solidFill>
                <a:latin typeface="Arial"/>
                <a:ea typeface="Arial"/>
                <a:cs typeface="Arial"/>
              </a:defRPr>
            </a:lvl4pPr>
            <a:lvl5pPr algn="ctr">
              <a:buNone/>
              <a:defRPr sz="1425" b="0">
                <a:solidFill>
                  <a:srgbClr val="666666"/>
                </a:solidFill>
                <a:latin typeface="Arial"/>
                <a:ea typeface="Arial"/>
                <a:cs typeface="Arial"/>
              </a:defRPr>
            </a:lvl5pPr>
            <a:lvl6pPr algn="ctr">
              <a:buNone/>
              <a:defRPr sz="1425" b="0">
                <a:solidFill>
                  <a:srgbClr val="666666"/>
                </a:solidFill>
                <a:latin typeface="Arial"/>
                <a:ea typeface="Arial"/>
                <a:cs typeface="Arial"/>
              </a:defRPr>
            </a:lvl6pPr>
            <a:lvl7pPr algn="ctr">
              <a:buNone/>
              <a:defRPr sz="1425" b="0">
                <a:solidFill>
                  <a:srgbClr val="666666"/>
                </a:solidFill>
                <a:latin typeface="Arial"/>
                <a:ea typeface="Arial"/>
                <a:cs typeface="Arial"/>
              </a:defRPr>
            </a:lvl7pPr>
            <a:lvl8pPr algn="ctr">
              <a:buNone/>
              <a:defRPr sz="1425" b="0">
                <a:solidFill>
                  <a:srgbClr val="666666"/>
                </a:solidFill>
                <a:latin typeface="Arial"/>
                <a:ea typeface="Arial"/>
                <a:cs typeface="Arial"/>
              </a:defRPr>
            </a:lvl8pPr>
            <a:lvl9pPr algn="ctr">
              <a:buNone/>
              <a:defRPr sz="1425" b="0">
                <a:solidFill>
                  <a:srgbClr val="666666"/>
                </a:solidFill>
                <a:latin typeface="Arial"/>
                <a:ea typeface="Arial"/>
                <a:cs typeface="Arial"/>
              </a:defRPr>
            </a:lvl9pPr>
          </a:lstStyle>
          <a:p>
            <a:pPr algn="ctr">
              <a:buNone/>
              <a:defRPr sz="1425" b="0">
                <a:solidFill>
                  <a:srgbClr val="666666"/>
                </a:solidFill>
                <a:latin typeface="Arial"/>
                <a:ea typeface="Arial"/>
                <a:cs typeface="Arial"/>
              </a:defRPr>
            </a:pPr>
            <a:r>
              <a:rPr lang="en-US" sz="1425" b="0" dirty="0">
                <a:solidFill>
                  <a:srgbClr val="666666"/>
                </a:solidFill>
                <a:latin typeface="Arial"/>
                <a:ea typeface="Arial"/>
                <a:cs typeface="Arial"/>
              </a:rPr>
              <a:t>S</a:t>
            </a:r>
            <a:r>
              <a:rPr sz="1425" b="0" dirty="0">
                <a:solidFill>
                  <a:srgbClr val="666666"/>
                </a:solidFill>
                <a:latin typeface="Arial"/>
                <a:ea typeface="Arial"/>
                <a:cs typeface="Arial"/>
              </a:rPr>
              <a:t>ubmit schema</a:t>
            </a:r>
          </a:p>
        </p:txBody>
      </p:sp>
      <p:sp>
        <p:nvSpPr>
          <p:cNvPr id="30" name="v6-text-6024">
            <a:extLst>
              <a:ext uri="{FF2B5EF4-FFF2-40B4-BE49-F238E27FC236}">
                <a16:creationId xmlns:a16="http://schemas.microsoft.com/office/drawing/2014/main" id="{ABD34597-5A3C-47D4-8987-9370477418F7}"/>
              </a:ext>
            </a:extLst>
          </p:cNvPr>
          <p:cNvSpPr>
            <a:spLocks noGrp="1"/>
          </p:cNvSpPr>
          <p:nvPr/>
        </p:nvSpPr>
        <p:spPr>
          <a:xfrm>
            <a:off x="5124450" y="3217069"/>
            <a:ext cx="1885950" cy="323850"/>
          </a:xfrm>
          <a:prstGeom prst="rect">
            <a:avLst/>
          </a:prstGeom>
          <a:noFill/>
          <a:ln w="0">
            <a:noFill/>
            <a:prstDash val="solid"/>
          </a:ln>
        </p:spPr>
        <p:txBody>
          <a:bodyPr wrap="square" lIns="0" tIns="0" rIns="0" bIns="0" anchor="ctr">
            <a:noAutofit/>
          </a:bodyPr>
          <a:lstStyle>
            <a:defPPr algn="ctr">
              <a:defRPr sz="1800" b="0">
                <a:solidFill>
                  <a:srgbClr val="7030A0"/>
                </a:solidFill>
                <a:latin typeface="Arial"/>
                <a:ea typeface="Arial"/>
                <a:cs typeface="Arial"/>
              </a:defRPr>
            </a:defPPr>
            <a:lvl1pPr algn="ctr">
              <a:buNone/>
              <a:defRPr sz="1800" b="0">
                <a:solidFill>
                  <a:srgbClr val="7030A0"/>
                </a:solidFill>
                <a:latin typeface="Arial"/>
                <a:ea typeface="Arial"/>
                <a:cs typeface="Arial"/>
              </a:defRPr>
            </a:lvl1pPr>
            <a:lvl2pPr algn="ctr">
              <a:buNone/>
              <a:defRPr sz="1800" b="0">
                <a:solidFill>
                  <a:srgbClr val="7030A0"/>
                </a:solidFill>
                <a:latin typeface="Arial"/>
                <a:ea typeface="Arial"/>
                <a:cs typeface="Arial"/>
              </a:defRPr>
            </a:lvl2pPr>
            <a:lvl3pPr algn="ctr">
              <a:buNone/>
              <a:defRPr sz="1800" b="0">
                <a:solidFill>
                  <a:srgbClr val="7030A0"/>
                </a:solidFill>
                <a:latin typeface="Arial"/>
                <a:ea typeface="Arial"/>
                <a:cs typeface="Arial"/>
              </a:defRPr>
            </a:lvl3pPr>
            <a:lvl4pPr algn="ctr">
              <a:buNone/>
              <a:defRPr sz="1800" b="0">
                <a:solidFill>
                  <a:srgbClr val="7030A0"/>
                </a:solidFill>
                <a:latin typeface="Arial"/>
                <a:ea typeface="Arial"/>
                <a:cs typeface="Arial"/>
              </a:defRPr>
            </a:lvl4pPr>
            <a:lvl5pPr algn="ctr">
              <a:buNone/>
              <a:defRPr sz="1800" b="0">
                <a:solidFill>
                  <a:srgbClr val="7030A0"/>
                </a:solidFill>
                <a:latin typeface="Arial"/>
                <a:ea typeface="Arial"/>
                <a:cs typeface="Arial"/>
              </a:defRPr>
            </a:lvl5pPr>
            <a:lvl6pPr algn="ctr">
              <a:buNone/>
              <a:defRPr sz="1800" b="0">
                <a:solidFill>
                  <a:srgbClr val="7030A0"/>
                </a:solidFill>
                <a:latin typeface="Arial"/>
                <a:ea typeface="Arial"/>
                <a:cs typeface="Arial"/>
              </a:defRPr>
            </a:lvl6pPr>
            <a:lvl7pPr algn="ctr">
              <a:buNone/>
              <a:defRPr sz="1800" b="0">
                <a:solidFill>
                  <a:srgbClr val="7030A0"/>
                </a:solidFill>
                <a:latin typeface="Arial"/>
                <a:ea typeface="Arial"/>
                <a:cs typeface="Arial"/>
              </a:defRPr>
            </a:lvl7pPr>
            <a:lvl8pPr algn="ctr">
              <a:buNone/>
              <a:defRPr sz="1800" b="0">
                <a:solidFill>
                  <a:srgbClr val="7030A0"/>
                </a:solidFill>
                <a:latin typeface="Arial"/>
                <a:ea typeface="Arial"/>
                <a:cs typeface="Arial"/>
              </a:defRPr>
            </a:lvl8pPr>
            <a:lvl9pPr algn="ctr">
              <a:buNone/>
              <a:defRPr sz="1800" b="0">
                <a:solidFill>
                  <a:srgbClr val="7030A0"/>
                </a:solidFill>
                <a:latin typeface="Arial"/>
                <a:ea typeface="Arial"/>
                <a:cs typeface="Arial"/>
              </a:defRPr>
            </a:lvl9pPr>
          </a:lstStyle>
          <a:p>
            <a:pPr>
              <a:defRPr sz="1800" b="0">
                <a:solidFill>
                  <a:srgbClr val="7030A0"/>
                </a:solidFill>
                <a:latin typeface="Arial"/>
                <a:ea typeface="Arial"/>
                <a:cs typeface="Arial"/>
              </a:defRPr>
            </a:pPr>
            <a:r>
              <a:rPr lang="fr-FR" altLang="zh-CN" sz="1600" dirty="0"/>
              <a:t>Compile status</a:t>
            </a:r>
            <a:endParaRPr sz="1600" b="0" dirty="0">
              <a:solidFill>
                <a:srgbClr val="7030A0"/>
              </a:solidFill>
              <a:latin typeface="Arial"/>
              <a:ea typeface="Arial"/>
              <a:cs typeface="Arial"/>
            </a:endParaRPr>
          </a:p>
        </p:txBody>
      </p:sp>
      <p:cxnSp>
        <p:nvCxnSpPr>
          <p:cNvPr id="31" name="v6-arrow-6025">
            <a:extLst>
              <a:ext uri="{FF2B5EF4-FFF2-40B4-BE49-F238E27FC236}">
                <a16:creationId xmlns:a16="http://schemas.microsoft.com/office/drawing/2014/main" id="{8EC200C2-8ACC-43F7-83AD-6404C9C34ED0}"/>
              </a:ext>
            </a:extLst>
          </p:cNvPr>
          <p:cNvCxnSpPr/>
          <p:nvPr/>
        </p:nvCxnSpPr>
        <p:spPr>
          <a:xfrm>
            <a:off x="7115175" y="2790825"/>
            <a:ext cx="390525" cy="0"/>
          </a:xfrm>
          <a:prstGeom prst="straightConnector1">
            <a:avLst/>
          </a:prstGeom>
          <a:ln w="19050">
            <a:solidFill>
              <a:srgbClr val="7B8B91"/>
            </a:solidFill>
            <a:prstDash val="solid"/>
            <a:tailEnd type="triangle" w="sm" len="sm"/>
          </a:ln>
        </p:spPr>
      </p:cxnSp>
      <p:sp>
        <p:nvSpPr>
          <p:cNvPr id="32" name="v6-node-6026">
            <a:extLst>
              <a:ext uri="{FF2B5EF4-FFF2-40B4-BE49-F238E27FC236}">
                <a16:creationId xmlns:a16="http://schemas.microsoft.com/office/drawing/2014/main" id="{0C40B5C7-B288-46F8-B114-5D4DC12DF823}"/>
              </a:ext>
            </a:extLst>
          </p:cNvPr>
          <p:cNvSpPr>
            <a:spLocks noGrp="1"/>
          </p:cNvSpPr>
          <p:nvPr/>
        </p:nvSpPr>
        <p:spPr>
          <a:xfrm>
            <a:off x="7620000" y="2314575"/>
            <a:ext cx="2019300" cy="3724275"/>
          </a:xfrm>
          <a:prstGeom prst="roundRect">
            <a:avLst>
              <a:gd name="adj" fmla="val 4245"/>
            </a:avLst>
          </a:prstGeom>
          <a:solidFill>
            <a:srgbClr val="F3F8F4"/>
          </a:solidFill>
          <a:ln w="15240">
            <a:solidFill>
              <a:srgbClr val="A4BAAA"/>
            </a:solidFill>
            <a:prstDash val="solid"/>
          </a:ln>
        </p:spPr>
        <p:txBody>
          <a:bodyPr/>
          <a:lstStyle/>
          <a:p>
            <a:endParaRPr lang="zh-CN" altLang="en-US"/>
          </a:p>
        </p:txBody>
      </p:sp>
      <p:sp>
        <p:nvSpPr>
          <p:cNvPr id="33" name="v6-text-6027">
            <a:extLst>
              <a:ext uri="{FF2B5EF4-FFF2-40B4-BE49-F238E27FC236}">
                <a16:creationId xmlns:a16="http://schemas.microsoft.com/office/drawing/2014/main" id="{5215CC49-E58F-400B-A846-B704E87694B0}"/>
              </a:ext>
            </a:extLst>
          </p:cNvPr>
          <p:cNvSpPr>
            <a:spLocks noGrp="1"/>
          </p:cNvSpPr>
          <p:nvPr/>
        </p:nvSpPr>
        <p:spPr>
          <a:xfrm>
            <a:off x="7705725" y="2419350"/>
            <a:ext cx="1847850" cy="323850"/>
          </a:xfrm>
          <a:prstGeom prst="rect">
            <a:avLst/>
          </a:prstGeom>
          <a:noFill/>
          <a:ln w="0">
            <a:noFill/>
            <a:prstDash val="solid"/>
          </a:ln>
        </p:spPr>
        <p:txBody>
          <a:bodyPr wrap="square" lIns="0" tIns="0" rIns="0" bIns="0" anchor="ctr">
            <a:noAutofit/>
          </a:bodyPr>
          <a:lstStyle>
            <a:defPPr algn="ctr">
              <a:defRPr sz="1875" b="1">
                <a:solidFill>
                  <a:srgbClr val="287449"/>
                </a:solidFill>
                <a:latin typeface="Arial"/>
                <a:ea typeface="Arial"/>
                <a:cs typeface="Arial"/>
              </a:defRPr>
            </a:defPPr>
            <a:lvl1pPr algn="ctr">
              <a:buNone/>
              <a:defRPr sz="1875" b="1">
                <a:solidFill>
                  <a:srgbClr val="287449"/>
                </a:solidFill>
                <a:latin typeface="Arial"/>
                <a:ea typeface="Arial"/>
                <a:cs typeface="Arial"/>
              </a:defRPr>
            </a:lvl1pPr>
            <a:lvl2pPr algn="ctr">
              <a:buNone/>
              <a:defRPr sz="1875" b="1">
                <a:solidFill>
                  <a:srgbClr val="287449"/>
                </a:solidFill>
                <a:latin typeface="Arial"/>
                <a:ea typeface="Arial"/>
                <a:cs typeface="Arial"/>
              </a:defRPr>
            </a:lvl2pPr>
            <a:lvl3pPr algn="ctr">
              <a:buNone/>
              <a:defRPr sz="1875" b="1">
                <a:solidFill>
                  <a:srgbClr val="287449"/>
                </a:solidFill>
                <a:latin typeface="Arial"/>
                <a:ea typeface="Arial"/>
                <a:cs typeface="Arial"/>
              </a:defRPr>
            </a:lvl3pPr>
            <a:lvl4pPr algn="ctr">
              <a:buNone/>
              <a:defRPr sz="1875" b="1">
                <a:solidFill>
                  <a:srgbClr val="287449"/>
                </a:solidFill>
                <a:latin typeface="Arial"/>
                <a:ea typeface="Arial"/>
                <a:cs typeface="Arial"/>
              </a:defRPr>
            </a:lvl4pPr>
            <a:lvl5pPr algn="ctr">
              <a:buNone/>
              <a:defRPr sz="1875" b="1">
                <a:solidFill>
                  <a:srgbClr val="287449"/>
                </a:solidFill>
                <a:latin typeface="Arial"/>
                <a:ea typeface="Arial"/>
                <a:cs typeface="Arial"/>
              </a:defRPr>
            </a:lvl5pPr>
            <a:lvl6pPr algn="ctr">
              <a:buNone/>
              <a:defRPr sz="1875" b="1">
                <a:solidFill>
                  <a:srgbClr val="287449"/>
                </a:solidFill>
                <a:latin typeface="Arial"/>
                <a:ea typeface="Arial"/>
                <a:cs typeface="Arial"/>
              </a:defRPr>
            </a:lvl6pPr>
            <a:lvl7pPr algn="ctr">
              <a:buNone/>
              <a:defRPr sz="1875" b="1">
                <a:solidFill>
                  <a:srgbClr val="287449"/>
                </a:solidFill>
                <a:latin typeface="Arial"/>
                <a:ea typeface="Arial"/>
                <a:cs typeface="Arial"/>
              </a:defRPr>
            </a:lvl7pPr>
            <a:lvl8pPr algn="ctr">
              <a:buNone/>
              <a:defRPr sz="1875" b="1">
                <a:solidFill>
                  <a:srgbClr val="287449"/>
                </a:solidFill>
                <a:latin typeface="Arial"/>
                <a:ea typeface="Arial"/>
                <a:cs typeface="Arial"/>
              </a:defRPr>
            </a:lvl8pPr>
            <a:lvl9pPr algn="ctr">
              <a:buNone/>
              <a:defRPr sz="1875" b="1">
                <a:solidFill>
                  <a:srgbClr val="287449"/>
                </a:solidFill>
                <a:latin typeface="Arial"/>
                <a:ea typeface="Arial"/>
                <a:cs typeface="Arial"/>
              </a:defRPr>
            </a:lvl9pPr>
          </a:lstStyle>
          <a:p>
            <a:pPr algn="ctr">
              <a:buNone/>
              <a:defRPr sz="1875" b="1">
                <a:solidFill>
                  <a:srgbClr val="287449"/>
                </a:solidFill>
                <a:latin typeface="Arial"/>
                <a:ea typeface="Arial"/>
                <a:cs typeface="Arial"/>
              </a:defRPr>
            </a:pPr>
            <a:r>
              <a:rPr sz="1875" b="1">
                <a:solidFill>
                  <a:srgbClr val="287449"/>
                </a:solidFill>
                <a:latin typeface="Arial"/>
                <a:ea typeface="Arial"/>
                <a:cs typeface="Arial"/>
              </a:rPr>
              <a:t>Logic engine</a:t>
            </a:r>
          </a:p>
        </p:txBody>
      </p:sp>
      <p:sp>
        <p:nvSpPr>
          <p:cNvPr id="34" name="直接连接符 33">
            <a:extLst>
              <a:ext uri="{FF2B5EF4-FFF2-40B4-BE49-F238E27FC236}">
                <a16:creationId xmlns:a16="http://schemas.microsoft.com/office/drawing/2014/main" id="{C67A6C24-AB82-46A8-B097-586A14856074}"/>
              </a:ext>
            </a:extLst>
          </p:cNvPr>
          <p:cNvSpPr>
            <a:spLocks noGrp="1"/>
          </p:cNvSpPr>
          <p:nvPr/>
        </p:nvSpPr>
        <p:spPr>
          <a:xfrm>
            <a:off x="7772400" y="2867025"/>
            <a:ext cx="1714500" cy="0"/>
          </a:xfrm>
          <a:prstGeom prst="line">
            <a:avLst/>
          </a:prstGeom>
          <a:ln w="13335">
            <a:solidFill>
              <a:srgbClr val="C1D2C5"/>
            </a:solidFill>
            <a:prstDash val="solid"/>
          </a:ln>
        </p:spPr>
        <p:txBody>
          <a:bodyPr/>
          <a:lstStyle/>
          <a:p>
            <a:endParaRPr lang="zh-CN" altLang="en-US"/>
          </a:p>
        </p:txBody>
      </p:sp>
      <p:sp>
        <p:nvSpPr>
          <p:cNvPr id="35" name="v6-text-6028">
            <a:extLst>
              <a:ext uri="{FF2B5EF4-FFF2-40B4-BE49-F238E27FC236}">
                <a16:creationId xmlns:a16="http://schemas.microsoft.com/office/drawing/2014/main" id="{4CD84AB8-BE3E-44F0-9A66-34A28EDB742C}"/>
              </a:ext>
            </a:extLst>
          </p:cNvPr>
          <p:cNvSpPr>
            <a:spLocks noGrp="1"/>
          </p:cNvSpPr>
          <p:nvPr/>
        </p:nvSpPr>
        <p:spPr>
          <a:xfrm>
            <a:off x="7705725" y="3057525"/>
            <a:ext cx="1847850" cy="276225"/>
          </a:xfrm>
          <a:prstGeom prst="rect">
            <a:avLst/>
          </a:prstGeom>
          <a:noFill/>
          <a:ln w="0">
            <a:noFill/>
            <a:prstDash val="solid"/>
          </a:ln>
        </p:spPr>
        <p:txBody>
          <a:bodyPr wrap="square" lIns="0" tIns="0" rIns="0" bIns="0" anchor="ctr">
            <a:noAutofit/>
          </a:bodyPr>
          <a:lstStyle>
            <a:defPPr algn="ctr">
              <a:defRPr sz="1575" b="0">
                <a:solidFill>
                  <a:srgbClr val="111111"/>
                </a:solidFill>
                <a:latin typeface="Arial"/>
                <a:ea typeface="Arial"/>
                <a:cs typeface="Arial"/>
              </a:defRPr>
            </a:defPPr>
            <a:lvl1pPr algn="ctr">
              <a:buNone/>
              <a:defRPr sz="1575" b="0">
                <a:solidFill>
                  <a:srgbClr val="111111"/>
                </a:solidFill>
                <a:latin typeface="Arial"/>
                <a:ea typeface="Arial"/>
                <a:cs typeface="Arial"/>
              </a:defRPr>
            </a:lvl1pPr>
            <a:lvl2pPr algn="ctr">
              <a:buNone/>
              <a:defRPr sz="1575" b="0">
                <a:solidFill>
                  <a:srgbClr val="111111"/>
                </a:solidFill>
                <a:latin typeface="Arial"/>
                <a:ea typeface="Arial"/>
                <a:cs typeface="Arial"/>
              </a:defRPr>
            </a:lvl2pPr>
            <a:lvl3pPr algn="ctr">
              <a:buNone/>
              <a:defRPr sz="1575" b="0">
                <a:solidFill>
                  <a:srgbClr val="111111"/>
                </a:solidFill>
                <a:latin typeface="Arial"/>
                <a:ea typeface="Arial"/>
                <a:cs typeface="Arial"/>
              </a:defRPr>
            </a:lvl3pPr>
            <a:lvl4pPr algn="ctr">
              <a:buNone/>
              <a:defRPr sz="1575" b="0">
                <a:solidFill>
                  <a:srgbClr val="111111"/>
                </a:solidFill>
                <a:latin typeface="Arial"/>
                <a:ea typeface="Arial"/>
                <a:cs typeface="Arial"/>
              </a:defRPr>
            </a:lvl4pPr>
            <a:lvl5pPr algn="ctr">
              <a:buNone/>
              <a:defRPr sz="1575" b="0">
                <a:solidFill>
                  <a:srgbClr val="111111"/>
                </a:solidFill>
                <a:latin typeface="Arial"/>
                <a:ea typeface="Arial"/>
                <a:cs typeface="Arial"/>
              </a:defRPr>
            </a:lvl5pPr>
            <a:lvl6pPr algn="ctr">
              <a:buNone/>
              <a:defRPr sz="1575" b="0">
                <a:solidFill>
                  <a:srgbClr val="111111"/>
                </a:solidFill>
                <a:latin typeface="Arial"/>
                <a:ea typeface="Arial"/>
                <a:cs typeface="Arial"/>
              </a:defRPr>
            </a:lvl6pPr>
            <a:lvl7pPr algn="ctr">
              <a:buNone/>
              <a:defRPr sz="1575" b="0">
                <a:solidFill>
                  <a:srgbClr val="111111"/>
                </a:solidFill>
                <a:latin typeface="Arial"/>
                <a:ea typeface="Arial"/>
                <a:cs typeface="Arial"/>
              </a:defRPr>
            </a:lvl7pPr>
            <a:lvl8pPr algn="ctr">
              <a:buNone/>
              <a:defRPr sz="1575" b="0">
                <a:solidFill>
                  <a:srgbClr val="111111"/>
                </a:solidFill>
                <a:latin typeface="Arial"/>
                <a:ea typeface="Arial"/>
                <a:cs typeface="Arial"/>
              </a:defRPr>
            </a:lvl8pPr>
            <a:lvl9pPr algn="ctr">
              <a:buNone/>
              <a:defRPr sz="1575" b="0">
                <a:solidFill>
                  <a:srgbClr val="111111"/>
                </a:solidFill>
                <a:latin typeface="Arial"/>
                <a:ea typeface="Arial"/>
                <a:cs typeface="Arial"/>
              </a:defRPr>
            </a:lvl9pPr>
          </a:lstStyle>
          <a:p>
            <a:pPr algn="ctr">
              <a:buNone/>
              <a:defRPr sz="1575" b="0">
                <a:solidFill>
                  <a:srgbClr val="111111"/>
                </a:solidFill>
                <a:latin typeface="Arial"/>
                <a:ea typeface="Arial"/>
                <a:cs typeface="Arial"/>
              </a:defRPr>
            </a:pPr>
            <a:r>
              <a:rPr sz="1575" b="0">
                <a:solidFill>
                  <a:srgbClr val="111111"/>
                </a:solidFill>
                <a:latin typeface="Arial"/>
                <a:ea typeface="Arial"/>
                <a:cs typeface="Arial"/>
              </a:rPr>
              <a:t>Compile / validate</a:t>
            </a:r>
          </a:p>
        </p:txBody>
      </p:sp>
      <p:sp>
        <p:nvSpPr>
          <p:cNvPr id="36" name="v6-text-6029">
            <a:extLst>
              <a:ext uri="{FF2B5EF4-FFF2-40B4-BE49-F238E27FC236}">
                <a16:creationId xmlns:a16="http://schemas.microsoft.com/office/drawing/2014/main" id="{4707C79E-6464-492D-96DF-7493DD8EACFA}"/>
              </a:ext>
            </a:extLst>
          </p:cNvPr>
          <p:cNvSpPr>
            <a:spLocks noGrp="1"/>
          </p:cNvSpPr>
          <p:nvPr/>
        </p:nvSpPr>
        <p:spPr>
          <a:xfrm>
            <a:off x="7705725" y="3343275"/>
            <a:ext cx="1847850" cy="257175"/>
          </a:xfrm>
          <a:prstGeom prst="rect">
            <a:avLst/>
          </a:prstGeom>
          <a:noFill/>
          <a:ln w="0">
            <a:noFill/>
            <a:prstDash val="solid"/>
          </a:ln>
        </p:spPr>
        <p:txBody>
          <a:bodyPr wrap="square" lIns="0" tIns="0" rIns="0" bIns="0" anchor="ctr">
            <a:noAutofit/>
          </a:bodyPr>
          <a:lstStyle>
            <a:defPPr algn="ctr">
              <a:defRPr sz="1500" b="0">
                <a:solidFill>
                  <a:srgbClr val="67776D"/>
                </a:solidFill>
                <a:latin typeface="Arial"/>
                <a:ea typeface="Arial"/>
                <a:cs typeface="Arial"/>
              </a:defRPr>
            </a:defPPr>
            <a:lvl1pPr algn="ctr">
              <a:buNone/>
              <a:defRPr sz="1500" b="0">
                <a:solidFill>
                  <a:srgbClr val="67776D"/>
                </a:solidFill>
                <a:latin typeface="Arial"/>
                <a:ea typeface="Arial"/>
                <a:cs typeface="Arial"/>
              </a:defRPr>
            </a:lvl1pPr>
            <a:lvl2pPr algn="ctr">
              <a:buNone/>
              <a:defRPr sz="1500" b="0">
                <a:solidFill>
                  <a:srgbClr val="67776D"/>
                </a:solidFill>
                <a:latin typeface="Arial"/>
                <a:ea typeface="Arial"/>
                <a:cs typeface="Arial"/>
              </a:defRPr>
            </a:lvl2pPr>
            <a:lvl3pPr algn="ctr">
              <a:buNone/>
              <a:defRPr sz="1500" b="0">
                <a:solidFill>
                  <a:srgbClr val="67776D"/>
                </a:solidFill>
                <a:latin typeface="Arial"/>
                <a:ea typeface="Arial"/>
                <a:cs typeface="Arial"/>
              </a:defRPr>
            </a:lvl3pPr>
            <a:lvl4pPr algn="ctr">
              <a:buNone/>
              <a:defRPr sz="1500" b="0">
                <a:solidFill>
                  <a:srgbClr val="67776D"/>
                </a:solidFill>
                <a:latin typeface="Arial"/>
                <a:ea typeface="Arial"/>
                <a:cs typeface="Arial"/>
              </a:defRPr>
            </a:lvl4pPr>
            <a:lvl5pPr algn="ctr">
              <a:buNone/>
              <a:defRPr sz="1500" b="0">
                <a:solidFill>
                  <a:srgbClr val="67776D"/>
                </a:solidFill>
                <a:latin typeface="Arial"/>
                <a:ea typeface="Arial"/>
                <a:cs typeface="Arial"/>
              </a:defRPr>
            </a:lvl5pPr>
            <a:lvl6pPr algn="ctr">
              <a:buNone/>
              <a:defRPr sz="1500" b="0">
                <a:solidFill>
                  <a:srgbClr val="67776D"/>
                </a:solidFill>
                <a:latin typeface="Arial"/>
                <a:ea typeface="Arial"/>
                <a:cs typeface="Arial"/>
              </a:defRPr>
            </a:lvl6pPr>
            <a:lvl7pPr algn="ctr">
              <a:buNone/>
              <a:defRPr sz="1500" b="0">
                <a:solidFill>
                  <a:srgbClr val="67776D"/>
                </a:solidFill>
                <a:latin typeface="Arial"/>
                <a:ea typeface="Arial"/>
                <a:cs typeface="Arial"/>
              </a:defRPr>
            </a:lvl7pPr>
            <a:lvl8pPr algn="ctr">
              <a:buNone/>
              <a:defRPr sz="1500" b="0">
                <a:solidFill>
                  <a:srgbClr val="67776D"/>
                </a:solidFill>
                <a:latin typeface="Arial"/>
                <a:ea typeface="Arial"/>
                <a:cs typeface="Arial"/>
              </a:defRPr>
            </a:lvl8pPr>
            <a:lvl9pPr algn="ctr">
              <a:buNone/>
              <a:defRPr sz="1500" b="0">
                <a:solidFill>
                  <a:srgbClr val="67776D"/>
                </a:solidFill>
                <a:latin typeface="Arial"/>
                <a:ea typeface="Arial"/>
                <a:cs typeface="Arial"/>
              </a:defRPr>
            </a:lvl9pPr>
          </a:lstStyle>
          <a:p>
            <a:pPr algn="ctr">
              <a:buNone/>
              <a:defRPr sz="1500" b="0">
                <a:solidFill>
                  <a:srgbClr val="67776D"/>
                </a:solidFill>
                <a:latin typeface="Arial"/>
                <a:ea typeface="Arial"/>
                <a:cs typeface="Arial"/>
              </a:defRPr>
            </a:pPr>
            <a:r>
              <a:rPr sz="1500" b="0">
                <a:solidFill>
                  <a:srgbClr val="67776D"/>
                </a:solidFill>
                <a:latin typeface="Arial"/>
                <a:ea typeface="Arial"/>
                <a:cs typeface="Arial"/>
              </a:rPr>
              <a:t>schema</a:t>
            </a:r>
          </a:p>
        </p:txBody>
      </p:sp>
      <p:cxnSp>
        <p:nvCxnSpPr>
          <p:cNvPr id="37" name="v6-arrow-6030">
            <a:extLst>
              <a:ext uri="{FF2B5EF4-FFF2-40B4-BE49-F238E27FC236}">
                <a16:creationId xmlns:a16="http://schemas.microsoft.com/office/drawing/2014/main" id="{BEF0EBDF-3C0A-478F-B894-6F3BDC698A3F}"/>
              </a:ext>
            </a:extLst>
          </p:cNvPr>
          <p:cNvCxnSpPr/>
          <p:nvPr/>
        </p:nvCxnSpPr>
        <p:spPr>
          <a:xfrm>
            <a:off x="4524375" y="3545682"/>
            <a:ext cx="2971800" cy="0"/>
          </a:xfrm>
          <a:prstGeom prst="straightConnector1">
            <a:avLst/>
          </a:prstGeom>
          <a:ln w="19050">
            <a:solidFill>
              <a:srgbClr val="7030A0"/>
            </a:solidFill>
            <a:prstDash val="solid"/>
            <a:headEnd type="triangle" w="sm" len="sm"/>
          </a:ln>
        </p:spPr>
      </p:cxnSp>
      <p:sp>
        <p:nvSpPr>
          <p:cNvPr id="38" name="v6-text-6031">
            <a:extLst>
              <a:ext uri="{FF2B5EF4-FFF2-40B4-BE49-F238E27FC236}">
                <a16:creationId xmlns:a16="http://schemas.microsoft.com/office/drawing/2014/main" id="{581E6CCE-1BCC-472E-BF07-AC4B6E5ACC34}"/>
              </a:ext>
            </a:extLst>
          </p:cNvPr>
          <p:cNvSpPr>
            <a:spLocks noGrp="1"/>
          </p:cNvSpPr>
          <p:nvPr/>
        </p:nvSpPr>
        <p:spPr>
          <a:xfrm>
            <a:off x="4648199" y="3545681"/>
            <a:ext cx="2809875" cy="257175"/>
          </a:xfrm>
          <a:prstGeom prst="rect">
            <a:avLst/>
          </a:prstGeom>
          <a:noFill/>
          <a:ln w="0">
            <a:noFill/>
            <a:prstDash val="solid"/>
          </a:ln>
        </p:spPr>
        <p:txBody>
          <a:bodyPr wrap="square" lIns="0" tIns="0" rIns="0" bIns="0" anchor="ctr">
            <a:noAutofit/>
          </a:bodyPr>
          <a:lstStyle>
            <a:defPPr algn="ctr">
              <a:defRPr sz="1575" b="0">
                <a:solidFill>
                  <a:srgbClr val="7030A0"/>
                </a:solidFill>
                <a:latin typeface="Arial"/>
                <a:ea typeface="Arial"/>
                <a:cs typeface="Arial"/>
              </a:defRPr>
            </a:defPPr>
            <a:lvl1pPr algn="ctr">
              <a:buNone/>
              <a:defRPr sz="1575" b="0">
                <a:solidFill>
                  <a:srgbClr val="7030A0"/>
                </a:solidFill>
                <a:latin typeface="Arial"/>
                <a:ea typeface="Arial"/>
                <a:cs typeface="Arial"/>
              </a:defRPr>
            </a:lvl1pPr>
            <a:lvl2pPr algn="ctr">
              <a:buNone/>
              <a:defRPr sz="1575" b="0">
                <a:solidFill>
                  <a:srgbClr val="7030A0"/>
                </a:solidFill>
                <a:latin typeface="Arial"/>
                <a:ea typeface="Arial"/>
                <a:cs typeface="Arial"/>
              </a:defRPr>
            </a:lvl2pPr>
            <a:lvl3pPr algn="ctr">
              <a:buNone/>
              <a:defRPr sz="1575" b="0">
                <a:solidFill>
                  <a:srgbClr val="7030A0"/>
                </a:solidFill>
                <a:latin typeface="Arial"/>
                <a:ea typeface="Arial"/>
                <a:cs typeface="Arial"/>
              </a:defRPr>
            </a:lvl3pPr>
            <a:lvl4pPr algn="ctr">
              <a:buNone/>
              <a:defRPr sz="1575" b="0">
                <a:solidFill>
                  <a:srgbClr val="7030A0"/>
                </a:solidFill>
                <a:latin typeface="Arial"/>
                <a:ea typeface="Arial"/>
                <a:cs typeface="Arial"/>
              </a:defRPr>
            </a:lvl4pPr>
            <a:lvl5pPr algn="ctr">
              <a:buNone/>
              <a:defRPr sz="1575" b="0">
                <a:solidFill>
                  <a:srgbClr val="7030A0"/>
                </a:solidFill>
                <a:latin typeface="Arial"/>
                <a:ea typeface="Arial"/>
                <a:cs typeface="Arial"/>
              </a:defRPr>
            </a:lvl5pPr>
            <a:lvl6pPr algn="ctr">
              <a:buNone/>
              <a:defRPr sz="1575" b="0">
                <a:solidFill>
                  <a:srgbClr val="7030A0"/>
                </a:solidFill>
                <a:latin typeface="Arial"/>
                <a:ea typeface="Arial"/>
                <a:cs typeface="Arial"/>
              </a:defRPr>
            </a:lvl6pPr>
            <a:lvl7pPr algn="ctr">
              <a:buNone/>
              <a:defRPr sz="1575" b="0">
                <a:solidFill>
                  <a:srgbClr val="7030A0"/>
                </a:solidFill>
                <a:latin typeface="Arial"/>
                <a:ea typeface="Arial"/>
                <a:cs typeface="Arial"/>
              </a:defRPr>
            </a:lvl7pPr>
            <a:lvl8pPr algn="ctr">
              <a:buNone/>
              <a:defRPr sz="1575" b="0">
                <a:solidFill>
                  <a:srgbClr val="7030A0"/>
                </a:solidFill>
                <a:latin typeface="Arial"/>
                <a:ea typeface="Arial"/>
                <a:cs typeface="Arial"/>
              </a:defRPr>
            </a:lvl8pPr>
            <a:lvl9pPr algn="ctr">
              <a:buNone/>
              <a:defRPr sz="1575" b="0">
                <a:solidFill>
                  <a:srgbClr val="7030A0"/>
                </a:solidFill>
                <a:latin typeface="Arial"/>
                <a:ea typeface="Arial"/>
                <a:cs typeface="Arial"/>
              </a:defRPr>
            </a:lvl9pPr>
          </a:lstStyle>
          <a:p>
            <a:pPr algn="ctr">
              <a:buNone/>
              <a:defRPr sz="1575" b="0">
                <a:solidFill>
                  <a:srgbClr val="7030A0"/>
                </a:solidFill>
                <a:latin typeface="Arial"/>
                <a:ea typeface="Arial"/>
                <a:cs typeface="Arial"/>
              </a:defRPr>
            </a:pPr>
            <a:r>
              <a:rPr lang="en-US" sz="1600" dirty="0"/>
              <a:t>T</a:t>
            </a:r>
            <a:r>
              <a:rPr sz="1600" b="0" dirty="0">
                <a:solidFill>
                  <a:srgbClr val="7030A0"/>
                </a:solidFill>
                <a:latin typeface="Arial"/>
                <a:ea typeface="Arial"/>
                <a:cs typeface="Arial"/>
              </a:rPr>
              <a:t>ree</a:t>
            </a:r>
            <a:r>
              <a:rPr lang="en-US" sz="1600" b="0" dirty="0">
                <a:solidFill>
                  <a:srgbClr val="7030A0"/>
                </a:solidFill>
                <a:latin typeface="Arial"/>
                <a:ea typeface="Arial"/>
                <a:cs typeface="Arial"/>
              </a:rPr>
              <a:t> display</a:t>
            </a:r>
            <a:endParaRPr sz="1600" b="0" dirty="0">
              <a:solidFill>
                <a:srgbClr val="7030A0"/>
              </a:solidFill>
              <a:latin typeface="Arial"/>
              <a:ea typeface="Arial"/>
              <a:cs typeface="Arial"/>
            </a:endParaRPr>
          </a:p>
        </p:txBody>
      </p:sp>
      <p:sp>
        <p:nvSpPr>
          <p:cNvPr id="39" name="直接连接符 38">
            <a:extLst>
              <a:ext uri="{FF2B5EF4-FFF2-40B4-BE49-F238E27FC236}">
                <a16:creationId xmlns:a16="http://schemas.microsoft.com/office/drawing/2014/main" id="{3F7D2068-C90C-4035-B7D5-F2FC6D4F37ED}"/>
              </a:ext>
            </a:extLst>
          </p:cNvPr>
          <p:cNvSpPr>
            <a:spLocks noGrp="1"/>
          </p:cNvSpPr>
          <p:nvPr/>
        </p:nvSpPr>
        <p:spPr>
          <a:xfrm>
            <a:off x="7772400" y="4257675"/>
            <a:ext cx="1714500" cy="0"/>
          </a:xfrm>
          <a:prstGeom prst="line">
            <a:avLst/>
          </a:prstGeom>
          <a:ln w="13335">
            <a:solidFill>
              <a:srgbClr val="C1D2C5"/>
            </a:solidFill>
            <a:prstDash val="solid"/>
          </a:ln>
        </p:spPr>
        <p:txBody>
          <a:bodyPr/>
          <a:lstStyle/>
          <a:p>
            <a:endParaRPr lang="zh-CN" altLang="en-US"/>
          </a:p>
        </p:txBody>
      </p:sp>
      <p:sp>
        <p:nvSpPr>
          <p:cNvPr id="40" name="v6-text-6032">
            <a:extLst>
              <a:ext uri="{FF2B5EF4-FFF2-40B4-BE49-F238E27FC236}">
                <a16:creationId xmlns:a16="http://schemas.microsoft.com/office/drawing/2014/main" id="{34B1DFB4-8BB9-4CC9-90A3-3D4D42DD2488}"/>
              </a:ext>
            </a:extLst>
          </p:cNvPr>
          <p:cNvSpPr>
            <a:spLocks noGrp="1"/>
          </p:cNvSpPr>
          <p:nvPr/>
        </p:nvSpPr>
        <p:spPr>
          <a:xfrm>
            <a:off x="7724775" y="4486275"/>
            <a:ext cx="1809750" cy="276225"/>
          </a:xfrm>
          <a:prstGeom prst="rect">
            <a:avLst/>
          </a:prstGeom>
          <a:noFill/>
          <a:ln w="0">
            <a:noFill/>
            <a:prstDash val="solid"/>
          </a:ln>
        </p:spPr>
        <p:txBody>
          <a:bodyPr wrap="square" lIns="0" tIns="0" rIns="0" bIns="0" anchor="ctr">
            <a:noAutofit/>
          </a:bodyPr>
          <a:lstStyle>
            <a:defPPr algn="ctr">
              <a:defRPr sz="1575" b="0">
                <a:solidFill>
                  <a:srgbClr val="111111"/>
                </a:solidFill>
                <a:latin typeface="Arial"/>
                <a:ea typeface="Arial"/>
                <a:cs typeface="Arial"/>
              </a:defRPr>
            </a:defPPr>
            <a:lvl1pPr algn="ctr">
              <a:buNone/>
              <a:defRPr sz="1575" b="0">
                <a:solidFill>
                  <a:srgbClr val="111111"/>
                </a:solidFill>
                <a:latin typeface="Arial"/>
                <a:ea typeface="Arial"/>
                <a:cs typeface="Arial"/>
              </a:defRPr>
            </a:lvl1pPr>
            <a:lvl2pPr algn="ctr">
              <a:buNone/>
              <a:defRPr sz="1575" b="0">
                <a:solidFill>
                  <a:srgbClr val="111111"/>
                </a:solidFill>
                <a:latin typeface="Arial"/>
                <a:ea typeface="Arial"/>
                <a:cs typeface="Arial"/>
              </a:defRPr>
            </a:lvl2pPr>
            <a:lvl3pPr algn="ctr">
              <a:buNone/>
              <a:defRPr sz="1575" b="0">
                <a:solidFill>
                  <a:srgbClr val="111111"/>
                </a:solidFill>
                <a:latin typeface="Arial"/>
                <a:ea typeface="Arial"/>
                <a:cs typeface="Arial"/>
              </a:defRPr>
            </a:lvl3pPr>
            <a:lvl4pPr algn="ctr">
              <a:buNone/>
              <a:defRPr sz="1575" b="0">
                <a:solidFill>
                  <a:srgbClr val="111111"/>
                </a:solidFill>
                <a:latin typeface="Arial"/>
                <a:ea typeface="Arial"/>
                <a:cs typeface="Arial"/>
              </a:defRPr>
            </a:lvl4pPr>
            <a:lvl5pPr algn="ctr">
              <a:buNone/>
              <a:defRPr sz="1575" b="0">
                <a:solidFill>
                  <a:srgbClr val="111111"/>
                </a:solidFill>
                <a:latin typeface="Arial"/>
                <a:ea typeface="Arial"/>
                <a:cs typeface="Arial"/>
              </a:defRPr>
            </a:lvl5pPr>
            <a:lvl6pPr algn="ctr">
              <a:buNone/>
              <a:defRPr sz="1575" b="0">
                <a:solidFill>
                  <a:srgbClr val="111111"/>
                </a:solidFill>
                <a:latin typeface="Arial"/>
                <a:ea typeface="Arial"/>
                <a:cs typeface="Arial"/>
              </a:defRPr>
            </a:lvl6pPr>
            <a:lvl7pPr algn="ctr">
              <a:buNone/>
              <a:defRPr sz="1575" b="0">
                <a:solidFill>
                  <a:srgbClr val="111111"/>
                </a:solidFill>
                <a:latin typeface="Arial"/>
                <a:ea typeface="Arial"/>
                <a:cs typeface="Arial"/>
              </a:defRPr>
            </a:lvl7pPr>
            <a:lvl8pPr algn="ctr">
              <a:buNone/>
              <a:defRPr sz="1575" b="0">
                <a:solidFill>
                  <a:srgbClr val="111111"/>
                </a:solidFill>
                <a:latin typeface="Arial"/>
                <a:ea typeface="Arial"/>
                <a:cs typeface="Arial"/>
              </a:defRPr>
            </a:lvl8pPr>
            <a:lvl9pPr algn="ctr">
              <a:buNone/>
              <a:defRPr sz="1575" b="0">
                <a:solidFill>
                  <a:srgbClr val="111111"/>
                </a:solidFill>
                <a:latin typeface="Arial"/>
                <a:ea typeface="Arial"/>
                <a:cs typeface="Arial"/>
              </a:defRPr>
            </a:lvl9pPr>
          </a:lstStyle>
          <a:p>
            <a:pPr algn="ctr">
              <a:buNone/>
              <a:defRPr sz="1575" b="0">
                <a:solidFill>
                  <a:srgbClr val="111111"/>
                </a:solidFill>
                <a:latin typeface="Arial"/>
                <a:ea typeface="Arial"/>
                <a:cs typeface="Arial"/>
              </a:defRPr>
            </a:pPr>
            <a:r>
              <a:rPr sz="1575" b="0">
                <a:solidFill>
                  <a:srgbClr val="111111"/>
                </a:solidFill>
                <a:latin typeface="Arial"/>
                <a:ea typeface="Arial"/>
                <a:cs typeface="Arial"/>
              </a:rPr>
              <a:t>Hard constraints</a:t>
            </a:r>
          </a:p>
        </p:txBody>
      </p:sp>
      <p:sp>
        <p:nvSpPr>
          <p:cNvPr id="41" name="v6-text-6033">
            <a:extLst>
              <a:ext uri="{FF2B5EF4-FFF2-40B4-BE49-F238E27FC236}">
                <a16:creationId xmlns:a16="http://schemas.microsoft.com/office/drawing/2014/main" id="{8AF2A7A6-785D-465A-9062-CD61E793E16C}"/>
              </a:ext>
            </a:extLst>
          </p:cNvPr>
          <p:cNvSpPr>
            <a:spLocks noGrp="1"/>
          </p:cNvSpPr>
          <p:nvPr/>
        </p:nvSpPr>
        <p:spPr>
          <a:xfrm>
            <a:off x="7696200" y="4848225"/>
            <a:ext cx="1866900" cy="276225"/>
          </a:xfrm>
          <a:prstGeom prst="rect">
            <a:avLst/>
          </a:prstGeom>
          <a:noFill/>
          <a:ln w="0">
            <a:noFill/>
            <a:prstDash val="solid"/>
          </a:ln>
        </p:spPr>
        <p:txBody>
          <a:bodyPr wrap="square" lIns="0" tIns="0" rIns="0" bIns="0" anchor="ctr">
            <a:noAutofit/>
          </a:bodyPr>
          <a:lstStyle>
            <a:defPPr algn="ctr">
              <a:defRPr sz="1575" b="0">
                <a:solidFill>
                  <a:srgbClr val="111111"/>
                </a:solidFill>
                <a:latin typeface="Arial"/>
                <a:ea typeface="Arial"/>
                <a:cs typeface="Arial"/>
              </a:defRPr>
            </a:defPPr>
            <a:lvl1pPr algn="ctr">
              <a:buNone/>
              <a:defRPr sz="1575" b="0">
                <a:solidFill>
                  <a:srgbClr val="111111"/>
                </a:solidFill>
                <a:latin typeface="Arial"/>
                <a:ea typeface="Arial"/>
                <a:cs typeface="Arial"/>
              </a:defRPr>
            </a:lvl1pPr>
            <a:lvl2pPr algn="ctr">
              <a:buNone/>
              <a:defRPr sz="1575" b="0">
                <a:solidFill>
                  <a:srgbClr val="111111"/>
                </a:solidFill>
                <a:latin typeface="Arial"/>
                <a:ea typeface="Arial"/>
                <a:cs typeface="Arial"/>
              </a:defRPr>
            </a:lvl2pPr>
            <a:lvl3pPr algn="ctr">
              <a:buNone/>
              <a:defRPr sz="1575" b="0">
                <a:solidFill>
                  <a:srgbClr val="111111"/>
                </a:solidFill>
                <a:latin typeface="Arial"/>
                <a:ea typeface="Arial"/>
                <a:cs typeface="Arial"/>
              </a:defRPr>
            </a:lvl3pPr>
            <a:lvl4pPr algn="ctr">
              <a:buNone/>
              <a:defRPr sz="1575" b="0">
                <a:solidFill>
                  <a:srgbClr val="111111"/>
                </a:solidFill>
                <a:latin typeface="Arial"/>
                <a:ea typeface="Arial"/>
                <a:cs typeface="Arial"/>
              </a:defRPr>
            </a:lvl4pPr>
            <a:lvl5pPr algn="ctr">
              <a:buNone/>
              <a:defRPr sz="1575" b="0">
                <a:solidFill>
                  <a:srgbClr val="111111"/>
                </a:solidFill>
                <a:latin typeface="Arial"/>
                <a:ea typeface="Arial"/>
                <a:cs typeface="Arial"/>
              </a:defRPr>
            </a:lvl5pPr>
            <a:lvl6pPr algn="ctr">
              <a:buNone/>
              <a:defRPr sz="1575" b="0">
                <a:solidFill>
                  <a:srgbClr val="111111"/>
                </a:solidFill>
                <a:latin typeface="Arial"/>
                <a:ea typeface="Arial"/>
                <a:cs typeface="Arial"/>
              </a:defRPr>
            </a:lvl6pPr>
            <a:lvl7pPr algn="ctr">
              <a:buNone/>
              <a:defRPr sz="1575" b="0">
                <a:solidFill>
                  <a:srgbClr val="111111"/>
                </a:solidFill>
                <a:latin typeface="Arial"/>
                <a:ea typeface="Arial"/>
                <a:cs typeface="Arial"/>
              </a:defRPr>
            </a:lvl7pPr>
            <a:lvl8pPr algn="ctr">
              <a:buNone/>
              <a:defRPr sz="1575" b="0">
                <a:solidFill>
                  <a:srgbClr val="111111"/>
                </a:solidFill>
                <a:latin typeface="Arial"/>
                <a:ea typeface="Arial"/>
                <a:cs typeface="Arial"/>
              </a:defRPr>
            </a:lvl8pPr>
            <a:lvl9pPr algn="ctr">
              <a:buNone/>
              <a:defRPr sz="1575" b="0">
                <a:solidFill>
                  <a:srgbClr val="111111"/>
                </a:solidFill>
                <a:latin typeface="Arial"/>
                <a:ea typeface="Arial"/>
                <a:cs typeface="Arial"/>
              </a:defRPr>
            </a:lvl9pPr>
          </a:lstStyle>
          <a:p>
            <a:pPr algn="ctr">
              <a:buNone/>
              <a:defRPr sz="1575" b="0">
                <a:solidFill>
                  <a:srgbClr val="111111"/>
                </a:solidFill>
                <a:latin typeface="Arial"/>
                <a:ea typeface="Arial"/>
                <a:cs typeface="Arial"/>
              </a:defRPr>
            </a:pPr>
            <a:r>
              <a:rPr sz="1575" b="0">
                <a:solidFill>
                  <a:srgbClr val="111111"/>
                </a:solidFill>
                <a:latin typeface="Arial"/>
                <a:ea typeface="Arial"/>
                <a:cs typeface="Arial"/>
              </a:rPr>
              <a:t>Fuzzy aggregation</a:t>
            </a:r>
          </a:p>
        </p:txBody>
      </p:sp>
      <p:sp>
        <p:nvSpPr>
          <p:cNvPr id="42" name="v6-text-6034">
            <a:extLst>
              <a:ext uri="{FF2B5EF4-FFF2-40B4-BE49-F238E27FC236}">
                <a16:creationId xmlns:a16="http://schemas.microsoft.com/office/drawing/2014/main" id="{0DF048B6-18C2-4BEB-8231-8E4C2B65598D}"/>
              </a:ext>
            </a:extLst>
          </p:cNvPr>
          <p:cNvSpPr>
            <a:spLocks noGrp="1"/>
          </p:cNvSpPr>
          <p:nvPr/>
        </p:nvSpPr>
        <p:spPr>
          <a:xfrm>
            <a:off x="7686675" y="5210175"/>
            <a:ext cx="1885950" cy="276225"/>
          </a:xfrm>
          <a:prstGeom prst="rect">
            <a:avLst/>
          </a:prstGeom>
          <a:noFill/>
          <a:ln w="0">
            <a:noFill/>
            <a:prstDash val="solid"/>
          </a:ln>
        </p:spPr>
        <p:txBody>
          <a:bodyPr wrap="square" lIns="0" tIns="0" rIns="0" bIns="0" anchor="ctr">
            <a:noAutofit/>
          </a:bodyPr>
          <a:lstStyle>
            <a:defPPr algn="ctr">
              <a:defRPr sz="1500" b="0">
                <a:solidFill>
                  <a:srgbClr val="111111"/>
                </a:solidFill>
                <a:latin typeface="Arial"/>
                <a:ea typeface="Arial"/>
                <a:cs typeface="Arial"/>
              </a:defRPr>
            </a:defPPr>
            <a:lvl1pPr algn="ctr">
              <a:buNone/>
              <a:defRPr sz="1500" b="0">
                <a:solidFill>
                  <a:srgbClr val="111111"/>
                </a:solidFill>
                <a:latin typeface="Arial"/>
                <a:ea typeface="Arial"/>
                <a:cs typeface="Arial"/>
              </a:defRPr>
            </a:lvl1pPr>
            <a:lvl2pPr algn="ctr">
              <a:buNone/>
              <a:defRPr sz="1500" b="0">
                <a:solidFill>
                  <a:srgbClr val="111111"/>
                </a:solidFill>
                <a:latin typeface="Arial"/>
                <a:ea typeface="Arial"/>
                <a:cs typeface="Arial"/>
              </a:defRPr>
            </a:lvl2pPr>
            <a:lvl3pPr algn="ctr">
              <a:buNone/>
              <a:defRPr sz="1500" b="0">
                <a:solidFill>
                  <a:srgbClr val="111111"/>
                </a:solidFill>
                <a:latin typeface="Arial"/>
                <a:ea typeface="Arial"/>
                <a:cs typeface="Arial"/>
              </a:defRPr>
            </a:lvl3pPr>
            <a:lvl4pPr algn="ctr">
              <a:buNone/>
              <a:defRPr sz="1500" b="0">
                <a:solidFill>
                  <a:srgbClr val="111111"/>
                </a:solidFill>
                <a:latin typeface="Arial"/>
                <a:ea typeface="Arial"/>
                <a:cs typeface="Arial"/>
              </a:defRPr>
            </a:lvl4pPr>
            <a:lvl5pPr algn="ctr">
              <a:buNone/>
              <a:defRPr sz="1500" b="0">
                <a:solidFill>
                  <a:srgbClr val="111111"/>
                </a:solidFill>
                <a:latin typeface="Arial"/>
                <a:ea typeface="Arial"/>
                <a:cs typeface="Arial"/>
              </a:defRPr>
            </a:lvl5pPr>
            <a:lvl6pPr algn="ctr">
              <a:buNone/>
              <a:defRPr sz="1500" b="0">
                <a:solidFill>
                  <a:srgbClr val="111111"/>
                </a:solidFill>
                <a:latin typeface="Arial"/>
                <a:ea typeface="Arial"/>
                <a:cs typeface="Arial"/>
              </a:defRPr>
            </a:lvl6pPr>
            <a:lvl7pPr algn="ctr">
              <a:buNone/>
              <a:defRPr sz="1500" b="0">
                <a:solidFill>
                  <a:srgbClr val="111111"/>
                </a:solidFill>
                <a:latin typeface="Arial"/>
                <a:ea typeface="Arial"/>
                <a:cs typeface="Arial"/>
              </a:defRPr>
            </a:lvl7pPr>
            <a:lvl8pPr algn="ctr">
              <a:buNone/>
              <a:defRPr sz="1500" b="0">
                <a:solidFill>
                  <a:srgbClr val="111111"/>
                </a:solidFill>
                <a:latin typeface="Arial"/>
                <a:ea typeface="Arial"/>
                <a:cs typeface="Arial"/>
              </a:defRPr>
            </a:lvl8pPr>
            <a:lvl9pPr algn="ctr">
              <a:buNone/>
              <a:defRPr sz="1500" b="0">
                <a:solidFill>
                  <a:srgbClr val="111111"/>
                </a:solidFill>
                <a:latin typeface="Arial"/>
                <a:ea typeface="Arial"/>
                <a:cs typeface="Arial"/>
              </a:defRPr>
            </a:lvl9pPr>
          </a:lstStyle>
          <a:p>
            <a:pPr algn="ctr">
              <a:buNone/>
              <a:defRPr sz="1500" b="0">
                <a:solidFill>
                  <a:srgbClr val="111111"/>
                </a:solidFill>
                <a:latin typeface="Arial"/>
                <a:ea typeface="Arial"/>
                <a:cs typeface="Arial"/>
              </a:defRPr>
            </a:pPr>
            <a:r>
              <a:rPr sz="1500" b="0">
                <a:solidFill>
                  <a:srgbClr val="111111"/>
                </a:solidFill>
                <a:latin typeface="Arial"/>
                <a:ea typeface="Arial"/>
                <a:cs typeface="Arial"/>
              </a:rPr>
              <a:t>Root normalization</a:t>
            </a:r>
          </a:p>
        </p:txBody>
      </p:sp>
      <p:sp>
        <p:nvSpPr>
          <p:cNvPr id="43" name="v6-text-6035">
            <a:extLst>
              <a:ext uri="{FF2B5EF4-FFF2-40B4-BE49-F238E27FC236}">
                <a16:creationId xmlns:a16="http://schemas.microsoft.com/office/drawing/2014/main" id="{2D156F04-3289-4367-AA76-DD778FF9136E}"/>
              </a:ext>
            </a:extLst>
          </p:cNvPr>
          <p:cNvSpPr>
            <a:spLocks noGrp="1"/>
          </p:cNvSpPr>
          <p:nvPr/>
        </p:nvSpPr>
        <p:spPr>
          <a:xfrm>
            <a:off x="7705725" y="5619750"/>
            <a:ext cx="1847850" cy="257175"/>
          </a:xfrm>
          <a:prstGeom prst="rect">
            <a:avLst/>
          </a:prstGeom>
          <a:noFill/>
          <a:ln w="0">
            <a:noFill/>
            <a:prstDash val="solid"/>
          </a:ln>
        </p:spPr>
        <p:txBody>
          <a:bodyPr wrap="square" lIns="0" tIns="0" rIns="0" bIns="0" anchor="ctr">
            <a:noAutofit/>
          </a:bodyPr>
          <a:lstStyle>
            <a:defPPr algn="ctr">
              <a:defRPr sz="1500" b="0">
                <a:solidFill>
                  <a:srgbClr val="287449"/>
                </a:solidFill>
                <a:latin typeface="Arial"/>
                <a:ea typeface="Arial"/>
                <a:cs typeface="Arial"/>
              </a:defRPr>
            </a:defPPr>
            <a:lvl1pPr algn="ctr">
              <a:buNone/>
              <a:defRPr sz="1500" b="0">
                <a:solidFill>
                  <a:srgbClr val="287449"/>
                </a:solidFill>
                <a:latin typeface="Arial"/>
                <a:ea typeface="Arial"/>
                <a:cs typeface="Arial"/>
              </a:defRPr>
            </a:lvl1pPr>
            <a:lvl2pPr algn="ctr">
              <a:buNone/>
              <a:defRPr sz="1500" b="0">
                <a:solidFill>
                  <a:srgbClr val="287449"/>
                </a:solidFill>
                <a:latin typeface="Arial"/>
                <a:ea typeface="Arial"/>
                <a:cs typeface="Arial"/>
              </a:defRPr>
            </a:lvl2pPr>
            <a:lvl3pPr algn="ctr">
              <a:buNone/>
              <a:defRPr sz="1500" b="0">
                <a:solidFill>
                  <a:srgbClr val="287449"/>
                </a:solidFill>
                <a:latin typeface="Arial"/>
                <a:ea typeface="Arial"/>
                <a:cs typeface="Arial"/>
              </a:defRPr>
            </a:lvl3pPr>
            <a:lvl4pPr algn="ctr">
              <a:buNone/>
              <a:defRPr sz="1500" b="0">
                <a:solidFill>
                  <a:srgbClr val="287449"/>
                </a:solidFill>
                <a:latin typeface="Arial"/>
                <a:ea typeface="Arial"/>
                <a:cs typeface="Arial"/>
              </a:defRPr>
            </a:lvl4pPr>
            <a:lvl5pPr algn="ctr">
              <a:buNone/>
              <a:defRPr sz="1500" b="0">
                <a:solidFill>
                  <a:srgbClr val="287449"/>
                </a:solidFill>
                <a:latin typeface="Arial"/>
                <a:ea typeface="Arial"/>
                <a:cs typeface="Arial"/>
              </a:defRPr>
            </a:lvl5pPr>
            <a:lvl6pPr algn="ctr">
              <a:buNone/>
              <a:defRPr sz="1500" b="0">
                <a:solidFill>
                  <a:srgbClr val="287449"/>
                </a:solidFill>
                <a:latin typeface="Arial"/>
                <a:ea typeface="Arial"/>
                <a:cs typeface="Arial"/>
              </a:defRPr>
            </a:lvl6pPr>
            <a:lvl7pPr algn="ctr">
              <a:buNone/>
              <a:defRPr sz="1500" b="0">
                <a:solidFill>
                  <a:srgbClr val="287449"/>
                </a:solidFill>
                <a:latin typeface="Arial"/>
                <a:ea typeface="Arial"/>
                <a:cs typeface="Arial"/>
              </a:defRPr>
            </a:lvl7pPr>
            <a:lvl8pPr algn="ctr">
              <a:buNone/>
              <a:defRPr sz="1500" b="0">
                <a:solidFill>
                  <a:srgbClr val="287449"/>
                </a:solidFill>
                <a:latin typeface="Arial"/>
                <a:ea typeface="Arial"/>
                <a:cs typeface="Arial"/>
              </a:defRPr>
            </a:lvl8pPr>
            <a:lvl9pPr algn="ctr">
              <a:buNone/>
              <a:defRPr sz="1500" b="0">
                <a:solidFill>
                  <a:srgbClr val="287449"/>
                </a:solidFill>
                <a:latin typeface="Arial"/>
                <a:ea typeface="Arial"/>
                <a:cs typeface="Arial"/>
              </a:defRPr>
            </a:lvl9pPr>
          </a:lstStyle>
          <a:p>
            <a:pPr algn="ctr">
              <a:buNone/>
              <a:defRPr sz="1500" b="0">
                <a:solidFill>
                  <a:srgbClr val="287449"/>
                </a:solidFill>
                <a:latin typeface="Arial"/>
                <a:ea typeface="Arial"/>
                <a:cs typeface="Arial"/>
              </a:defRPr>
            </a:pPr>
            <a:r>
              <a:rPr sz="1500" b="0">
                <a:solidFill>
                  <a:srgbClr val="287449"/>
                </a:solidFill>
                <a:latin typeface="Arial"/>
                <a:ea typeface="Arial"/>
                <a:cs typeface="Arial"/>
              </a:rPr>
              <a:t>Compare classes</a:t>
            </a:r>
          </a:p>
        </p:txBody>
      </p:sp>
      <p:sp>
        <p:nvSpPr>
          <p:cNvPr id="44" name="v6-vector-6036">
            <a:extLst>
              <a:ext uri="{FF2B5EF4-FFF2-40B4-BE49-F238E27FC236}">
                <a16:creationId xmlns:a16="http://schemas.microsoft.com/office/drawing/2014/main" id="{09AB57CF-A63A-452A-AEC3-0408982B9F06}"/>
              </a:ext>
            </a:extLst>
          </p:cNvPr>
          <p:cNvSpPr>
            <a:spLocks noGrp="1"/>
          </p:cNvSpPr>
          <p:nvPr/>
        </p:nvSpPr>
        <p:spPr>
          <a:xfrm>
            <a:off x="962025" y="4762500"/>
            <a:ext cx="1438275" cy="876300"/>
          </a:xfrm>
          <a:custGeom>
            <a:avLst/>
            <a:gdLst/>
            <a:ahLst/>
            <a:cxnLst/>
            <a:rect l="0" t="0" r="0" b="0"/>
            <a:pathLst>
              <a:path w="1438275" h="876300">
                <a:moveTo>
                  <a:pt x="0" y="219075"/>
                </a:moveTo>
                <a:lnTo>
                  <a:pt x="215741" y="219075"/>
                </a:lnTo>
                <a:lnTo>
                  <a:pt x="316421" y="201549"/>
                </a:lnTo>
                <a:lnTo>
                  <a:pt x="431483" y="481965"/>
                </a:lnTo>
                <a:lnTo>
                  <a:pt x="489014" y="157734"/>
                </a:lnTo>
                <a:lnTo>
                  <a:pt x="546545" y="429387"/>
                </a:lnTo>
                <a:lnTo>
                  <a:pt x="604076" y="192786"/>
                </a:lnTo>
                <a:lnTo>
                  <a:pt x="690372" y="368046"/>
                </a:lnTo>
                <a:lnTo>
                  <a:pt x="791051" y="289179"/>
                </a:lnTo>
                <a:lnTo>
                  <a:pt x="963644" y="289179"/>
                </a:lnTo>
                <a:lnTo>
                  <a:pt x="1049941" y="219075"/>
                </a:lnTo>
                <a:lnTo>
                  <a:pt x="1208151" y="219075"/>
                </a:lnTo>
                <a:lnTo>
                  <a:pt x="1294448" y="140208"/>
                </a:lnTo>
                <a:lnTo>
                  <a:pt x="1438275" y="140208"/>
                </a:lnTo>
              </a:path>
            </a:pathLst>
          </a:custGeom>
          <a:noFill/>
          <a:ln w="23813">
            <a:solidFill>
              <a:srgbClr val="156082"/>
            </a:solidFill>
            <a:prstDash val="solid"/>
          </a:ln>
        </p:spPr>
        <p:txBody>
          <a:bodyPr/>
          <a:lstStyle/>
          <a:p>
            <a:endParaRPr lang="zh-CN" altLang="en-US"/>
          </a:p>
        </p:txBody>
      </p:sp>
      <p:sp>
        <p:nvSpPr>
          <p:cNvPr id="45" name="v6-vector-6037">
            <a:extLst>
              <a:ext uri="{FF2B5EF4-FFF2-40B4-BE49-F238E27FC236}">
                <a16:creationId xmlns:a16="http://schemas.microsoft.com/office/drawing/2014/main" id="{111F89B5-7B6C-44FE-805B-16FA8E261419}"/>
              </a:ext>
            </a:extLst>
          </p:cNvPr>
          <p:cNvSpPr>
            <a:spLocks noGrp="1"/>
          </p:cNvSpPr>
          <p:nvPr/>
        </p:nvSpPr>
        <p:spPr>
          <a:xfrm>
            <a:off x="962025" y="4762500"/>
            <a:ext cx="1438275" cy="876300"/>
          </a:xfrm>
          <a:custGeom>
            <a:avLst/>
            <a:gdLst/>
            <a:ahLst/>
            <a:cxnLst/>
            <a:rect l="0" t="0" r="0" b="0"/>
            <a:pathLst>
              <a:path w="1438275" h="876300">
                <a:moveTo>
                  <a:pt x="0" y="762381"/>
                </a:moveTo>
                <a:lnTo>
                  <a:pt x="287655" y="762381"/>
                </a:lnTo>
                <a:lnTo>
                  <a:pt x="417100" y="709803"/>
                </a:lnTo>
                <a:lnTo>
                  <a:pt x="604076" y="595884"/>
                </a:lnTo>
                <a:lnTo>
                  <a:pt x="747903" y="595884"/>
                </a:lnTo>
                <a:lnTo>
                  <a:pt x="920496" y="595884"/>
                </a:lnTo>
                <a:lnTo>
                  <a:pt x="1078706" y="543306"/>
                </a:lnTo>
                <a:lnTo>
                  <a:pt x="1236916" y="543306"/>
                </a:lnTo>
                <a:lnTo>
                  <a:pt x="1438275" y="499491"/>
                </a:lnTo>
              </a:path>
            </a:pathLst>
          </a:custGeom>
          <a:noFill/>
          <a:ln w="23813">
            <a:solidFill>
              <a:srgbClr val="E97132"/>
            </a:solidFill>
            <a:prstDash val="solid"/>
          </a:ln>
        </p:spPr>
        <p:txBody>
          <a:bodyPr/>
          <a:lstStyle/>
          <a:p>
            <a:endParaRPr lang="zh-CN" altLang="en-US"/>
          </a:p>
        </p:txBody>
      </p:sp>
      <p:sp>
        <p:nvSpPr>
          <p:cNvPr id="46" name="直接连接符 45">
            <a:extLst>
              <a:ext uri="{FF2B5EF4-FFF2-40B4-BE49-F238E27FC236}">
                <a16:creationId xmlns:a16="http://schemas.microsoft.com/office/drawing/2014/main" id="{6D426FF7-C952-490E-A752-E247D94D8C1C}"/>
              </a:ext>
            </a:extLst>
          </p:cNvPr>
          <p:cNvSpPr>
            <a:spLocks noGrp="1"/>
          </p:cNvSpPr>
          <p:nvPr/>
        </p:nvSpPr>
        <p:spPr>
          <a:xfrm>
            <a:off x="962025" y="5638800"/>
            <a:ext cx="1438275" cy="0"/>
          </a:xfrm>
          <a:prstGeom prst="line">
            <a:avLst/>
          </a:prstGeom>
          <a:ln w="9525">
            <a:solidFill>
              <a:srgbClr val="BBC5C8"/>
            </a:solidFill>
            <a:prstDash val="solid"/>
          </a:ln>
        </p:spPr>
        <p:txBody>
          <a:bodyPr/>
          <a:lstStyle/>
          <a:p>
            <a:endParaRPr lang="zh-CN" altLang="en-US"/>
          </a:p>
        </p:txBody>
      </p:sp>
      <p:sp>
        <p:nvSpPr>
          <p:cNvPr id="47" name="v6-vector-6038">
            <a:extLst>
              <a:ext uri="{FF2B5EF4-FFF2-40B4-BE49-F238E27FC236}">
                <a16:creationId xmlns:a16="http://schemas.microsoft.com/office/drawing/2014/main" id="{10DA033C-A9AD-4C03-97A5-FB48274BC955}"/>
              </a:ext>
            </a:extLst>
          </p:cNvPr>
          <p:cNvSpPr>
            <a:spLocks noGrp="1"/>
          </p:cNvSpPr>
          <p:nvPr/>
        </p:nvSpPr>
        <p:spPr>
          <a:xfrm>
            <a:off x="962025" y="4762500"/>
            <a:ext cx="9525" cy="876300"/>
          </a:xfrm>
          <a:custGeom>
            <a:avLst/>
            <a:gdLst/>
            <a:ahLst/>
            <a:cxnLst/>
            <a:rect l="0" t="0" r="0" b="0"/>
            <a:pathLst>
              <a:path w="9525" h="876300">
                <a:moveTo>
                  <a:pt x="0" y="876300"/>
                </a:moveTo>
                <a:lnTo>
                  <a:pt x="0" y="0"/>
                </a:lnTo>
              </a:path>
            </a:pathLst>
          </a:custGeom>
          <a:noFill/>
          <a:ln w="9525">
            <a:solidFill>
              <a:srgbClr val="BBC5C8"/>
            </a:solidFill>
            <a:prstDash val="solid"/>
          </a:ln>
        </p:spPr>
        <p:txBody>
          <a:bodyPr/>
          <a:lstStyle/>
          <a:p>
            <a:endParaRPr lang="zh-CN" altLang="en-US"/>
          </a:p>
        </p:txBody>
      </p:sp>
      <p:sp>
        <p:nvSpPr>
          <p:cNvPr id="48" name="v6-text-6039">
            <a:extLst>
              <a:ext uri="{FF2B5EF4-FFF2-40B4-BE49-F238E27FC236}">
                <a16:creationId xmlns:a16="http://schemas.microsoft.com/office/drawing/2014/main" id="{F1CE14F1-75F4-4DB3-B16B-E40D90F0F919}"/>
              </a:ext>
            </a:extLst>
          </p:cNvPr>
          <p:cNvSpPr>
            <a:spLocks noGrp="1"/>
          </p:cNvSpPr>
          <p:nvPr/>
        </p:nvSpPr>
        <p:spPr>
          <a:xfrm>
            <a:off x="704850" y="5791200"/>
            <a:ext cx="1971675" cy="542925"/>
          </a:xfrm>
          <a:prstGeom prst="rect">
            <a:avLst/>
          </a:prstGeom>
          <a:noFill/>
          <a:ln w="0">
            <a:noFill/>
            <a:prstDash val="solid"/>
          </a:ln>
        </p:spPr>
        <p:txBody>
          <a:bodyPr wrap="square" lIns="0" tIns="0" rIns="0" bIns="0" anchor="ctr">
            <a:noAutofit/>
          </a:bodyPr>
          <a:lstStyle>
            <a:defPPr algn="ctr">
              <a:defRPr sz="1800" b="0">
                <a:solidFill>
                  <a:srgbClr val="111111"/>
                </a:solidFill>
                <a:latin typeface="Arial"/>
                <a:ea typeface="Arial"/>
                <a:cs typeface="Arial"/>
              </a:defRPr>
            </a:defPPr>
            <a:lvl1pPr algn="ctr">
              <a:buNone/>
              <a:defRPr sz="1800" b="0">
                <a:solidFill>
                  <a:srgbClr val="111111"/>
                </a:solidFill>
                <a:latin typeface="Arial"/>
                <a:ea typeface="Arial"/>
                <a:cs typeface="Arial"/>
              </a:defRPr>
            </a:lvl1pPr>
            <a:lvl2pPr algn="ctr">
              <a:buNone/>
              <a:defRPr sz="1800" b="0">
                <a:solidFill>
                  <a:srgbClr val="111111"/>
                </a:solidFill>
                <a:latin typeface="Arial"/>
                <a:ea typeface="Arial"/>
                <a:cs typeface="Arial"/>
              </a:defRPr>
            </a:lvl2pPr>
            <a:lvl3pPr algn="ctr">
              <a:buNone/>
              <a:defRPr sz="1800" b="0">
                <a:solidFill>
                  <a:srgbClr val="111111"/>
                </a:solidFill>
                <a:latin typeface="Arial"/>
                <a:ea typeface="Arial"/>
                <a:cs typeface="Arial"/>
              </a:defRPr>
            </a:lvl3pPr>
            <a:lvl4pPr algn="ctr">
              <a:buNone/>
              <a:defRPr sz="1800" b="0">
                <a:solidFill>
                  <a:srgbClr val="111111"/>
                </a:solidFill>
                <a:latin typeface="Arial"/>
                <a:ea typeface="Arial"/>
                <a:cs typeface="Arial"/>
              </a:defRPr>
            </a:lvl4pPr>
            <a:lvl5pPr algn="ctr">
              <a:buNone/>
              <a:defRPr sz="1800" b="0">
                <a:solidFill>
                  <a:srgbClr val="111111"/>
                </a:solidFill>
                <a:latin typeface="Arial"/>
                <a:ea typeface="Arial"/>
                <a:cs typeface="Arial"/>
              </a:defRPr>
            </a:lvl5pPr>
            <a:lvl6pPr algn="ctr">
              <a:buNone/>
              <a:defRPr sz="1800" b="0">
                <a:solidFill>
                  <a:srgbClr val="111111"/>
                </a:solidFill>
                <a:latin typeface="Arial"/>
                <a:ea typeface="Arial"/>
                <a:cs typeface="Arial"/>
              </a:defRPr>
            </a:lvl6pPr>
            <a:lvl7pPr algn="ctr">
              <a:buNone/>
              <a:defRPr sz="1800" b="0">
                <a:solidFill>
                  <a:srgbClr val="111111"/>
                </a:solidFill>
                <a:latin typeface="Arial"/>
                <a:ea typeface="Arial"/>
                <a:cs typeface="Arial"/>
              </a:defRPr>
            </a:lvl7pPr>
            <a:lvl8pPr algn="ctr">
              <a:buNone/>
              <a:defRPr sz="1800" b="0">
                <a:solidFill>
                  <a:srgbClr val="111111"/>
                </a:solidFill>
                <a:latin typeface="Arial"/>
                <a:ea typeface="Arial"/>
                <a:cs typeface="Arial"/>
              </a:defRPr>
            </a:lvl8pPr>
            <a:lvl9pPr algn="ctr">
              <a:buNone/>
              <a:defRPr sz="1800" b="0">
                <a:solidFill>
                  <a:srgbClr val="111111"/>
                </a:solidFill>
                <a:latin typeface="Arial"/>
                <a:ea typeface="Arial"/>
                <a:cs typeface="Arial"/>
              </a:defRPr>
            </a:lvl9pPr>
          </a:lstStyle>
          <a:p>
            <a:pPr algn="ctr">
              <a:buNone/>
              <a:defRPr sz="1800" b="0">
                <a:solidFill>
                  <a:srgbClr val="111111"/>
                </a:solidFill>
                <a:latin typeface="Arial"/>
                <a:ea typeface="Arial"/>
                <a:cs typeface="Arial"/>
              </a:defRPr>
            </a:pPr>
            <a:r>
              <a:rPr sz="1800" b="0">
                <a:solidFill>
                  <a:srgbClr val="111111"/>
                </a:solidFill>
                <a:latin typeface="Arial"/>
                <a:ea typeface="Arial"/>
                <a:cs typeface="Arial"/>
              </a:rPr>
              <a:t>Multichannel</a:t>
            </a:r>
          </a:p>
          <a:p>
            <a:pPr algn="ctr">
              <a:buNone/>
              <a:defRPr sz="1800" b="0">
                <a:solidFill>
                  <a:srgbClr val="111111"/>
                </a:solidFill>
                <a:latin typeface="Arial"/>
                <a:ea typeface="Arial"/>
                <a:cs typeface="Arial"/>
              </a:defRPr>
            </a:pPr>
            <a:r>
              <a:rPr sz="1800" b="0">
                <a:solidFill>
                  <a:srgbClr val="111111"/>
                </a:solidFill>
                <a:latin typeface="Arial"/>
                <a:ea typeface="Arial"/>
                <a:cs typeface="Arial"/>
              </a:rPr>
              <a:t>signals</a:t>
            </a:r>
          </a:p>
        </p:txBody>
      </p:sp>
      <p:sp>
        <p:nvSpPr>
          <p:cNvPr id="49" name="v6-text-6040">
            <a:extLst>
              <a:ext uri="{FF2B5EF4-FFF2-40B4-BE49-F238E27FC236}">
                <a16:creationId xmlns:a16="http://schemas.microsoft.com/office/drawing/2014/main" id="{3F71C5F3-022A-4B14-9F34-B1424E36181C}"/>
              </a:ext>
            </a:extLst>
          </p:cNvPr>
          <p:cNvSpPr>
            <a:spLocks noGrp="1"/>
          </p:cNvSpPr>
          <p:nvPr/>
        </p:nvSpPr>
        <p:spPr>
          <a:xfrm>
            <a:off x="2647949" y="5967412"/>
            <a:ext cx="2143125" cy="314325"/>
          </a:xfrm>
          <a:prstGeom prst="rect">
            <a:avLst/>
          </a:prstGeom>
          <a:noFill/>
          <a:ln w="0">
            <a:noFill/>
            <a:prstDash val="solid"/>
          </a:ln>
        </p:spPr>
        <p:txBody>
          <a:bodyPr wrap="square" lIns="0" tIns="0" rIns="0" bIns="0" anchor="ctr">
            <a:noAutofit/>
          </a:bodyPr>
          <a:lstStyle>
            <a:defPPr algn="ctr">
              <a:defRPr sz="1875" b="0">
                <a:solidFill>
                  <a:srgbClr val="111111"/>
                </a:solidFill>
                <a:latin typeface="Arial"/>
                <a:ea typeface="Arial"/>
                <a:cs typeface="Arial"/>
              </a:defRPr>
            </a:defPPr>
            <a:lvl1pPr algn="ctr">
              <a:buNone/>
              <a:defRPr sz="1875" b="0">
                <a:solidFill>
                  <a:srgbClr val="111111"/>
                </a:solidFill>
                <a:latin typeface="Arial"/>
                <a:ea typeface="Arial"/>
                <a:cs typeface="Arial"/>
              </a:defRPr>
            </a:lvl1pPr>
            <a:lvl2pPr algn="ctr">
              <a:buNone/>
              <a:defRPr sz="1875" b="0">
                <a:solidFill>
                  <a:srgbClr val="111111"/>
                </a:solidFill>
                <a:latin typeface="Arial"/>
                <a:ea typeface="Arial"/>
                <a:cs typeface="Arial"/>
              </a:defRPr>
            </a:lvl2pPr>
            <a:lvl3pPr algn="ctr">
              <a:buNone/>
              <a:defRPr sz="1875" b="0">
                <a:solidFill>
                  <a:srgbClr val="111111"/>
                </a:solidFill>
                <a:latin typeface="Arial"/>
                <a:ea typeface="Arial"/>
                <a:cs typeface="Arial"/>
              </a:defRPr>
            </a:lvl3pPr>
            <a:lvl4pPr algn="ctr">
              <a:buNone/>
              <a:defRPr sz="1875" b="0">
                <a:solidFill>
                  <a:srgbClr val="111111"/>
                </a:solidFill>
                <a:latin typeface="Arial"/>
                <a:ea typeface="Arial"/>
                <a:cs typeface="Arial"/>
              </a:defRPr>
            </a:lvl4pPr>
            <a:lvl5pPr algn="ctr">
              <a:buNone/>
              <a:defRPr sz="1875" b="0">
                <a:solidFill>
                  <a:srgbClr val="111111"/>
                </a:solidFill>
                <a:latin typeface="Arial"/>
                <a:ea typeface="Arial"/>
                <a:cs typeface="Arial"/>
              </a:defRPr>
            </a:lvl5pPr>
            <a:lvl6pPr algn="ctr">
              <a:buNone/>
              <a:defRPr sz="1875" b="0">
                <a:solidFill>
                  <a:srgbClr val="111111"/>
                </a:solidFill>
                <a:latin typeface="Arial"/>
                <a:ea typeface="Arial"/>
                <a:cs typeface="Arial"/>
              </a:defRPr>
            </a:lvl6pPr>
            <a:lvl7pPr algn="ctr">
              <a:buNone/>
              <a:defRPr sz="1875" b="0">
                <a:solidFill>
                  <a:srgbClr val="111111"/>
                </a:solidFill>
                <a:latin typeface="Arial"/>
                <a:ea typeface="Arial"/>
                <a:cs typeface="Arial"/>
              </a:defRPr>
            </a:lvl7pPr>
            <a:lvl8pPr algn="ctr">
              <a:buNone/>
              <a:defRPr sz="1875" b="0">
                <a:solidFill>
                  <a:srgbClr val="111111"/>
                </a:solidFill>
                <a:latin typeface="Arial"/>
                <a:ea typeface="Arial"/>
                <a:cs typeface="Arial"/>
              </a:defRPr>
            </a:lvl8pPr>
            <a:lvl9pPr algn="ctr">
              <a:buNone/>
              <a:defRPr sz="1875" b="0">
                <a:solidFill>
                  <a:srgbClr val="111111"/>
                </a:solidFill>
                <a:latin typeface="Arial"/>
                <a:ea typeface="Arial"/>
                <a:cs typeface="Arial"/>
              </a:defRPr>
            </a:lvl9pPr>
          </a:lstStyle>
          <a:p>
            <a:pPr algn="ctr">
              <a:buNone/>
              <a:defRPr sz="1875" b="0">
                <a:solidFill>
                  <a:srgbClr val="111111"/>
                </a:solidFill>
                <a:latin typeface="Arial"/>
                <a:ea typeface="Arial"/>
                <a:cs typeface="Arial"/>
              </a:defRPr>
            </a:pPr>
            <a:r>
              <a:rPr sz="1875" b="0" dirty="0">
                <a:solidFill>
                  <a:srgbClr val="111111"/>
                </a:solidFill>
                <a:latin typeface="Arial"/>
                <a:ea typeface="Arial"/>
                <a:cs typeface="Arial"/>
              </a:rPr>
              <a:t>Signal Inspectors</a:t>
            </a:r>
          </a:p>
        </p:txBody>
      </p:sp>
      <p:pic>
        <p:nvPicPr>
          <p:cNvPr id="50" name="图片 49">
            <a:extLst>
              <a:ext uri="{FF2B5EF4-FFF2-40B4-BE49-F238E27FC236}">
                <a16:creationId xmlns:a16="http://schemas.microsoft.com/office/drawing/2014/main" id="{6DC77B04-BB89-42C5-985E-F413A5E15AEA}"/>
              </a:ext>
            </a:extLst>
          </p:cNvPr>
          <p:cNvPicPr>
            <a:picLocks noChangeAspect="1"/>
          </p:cNvPicPr>
          <p:nvPr/>
        </p:nvPicPr>
        <p:blipFill>
          <a:blip r:embed="rId5"/>
          <a:stretch/>
        </p:blipFill>
        <p:spPr>
          <a:xfrm>
            <a:off x="3209925" y="4619625"/>
            <a:ext cx="742950" cy="742950"/>
          </a:xfrm>
          <a:prstGeom prst="rect">
            <a:avLst/>
          </a:prstGeom>
        </p:spPr>
      </p:pic>
      <p:pic>
        <p:nvPicPr>
          <p:cNvPr id="51" name="图片 50">
            <a:extLst>
              <a:ext uri="{FF2B5EF4-FFF2-40B4-BE49-F238E27FC236}">
                <a16:creationId xmlns:a16="http://schemas.microsoft.com/office/drawing/2014/main" id="{FD7F46F1-CC3B-459C-8EE0-B86E2EAED37E}"/>
              </a:ext>
            </a:extLst>
          </p:cNvPr>
          <p:cNvPicPr>
            <a:picLocks noChangeAspect="1"/>
          </p:cNvPicPr>
          <p:nvPr/>
        </p:nvPicPr>
        <p:blipFill>
          <a:blip r:embed="rId6"/>
          <a:stretch/>
        </p:blipFill>
        <p:spPr>
          <a:xfrm>
            <a:off x="3571875" y="4867275"/>
            <a:ext cx="742950" cy="742950"/>
          </a:xfrm>
          <a:prstGeom prst="rect">
            <a:avLst/>
          </a:prstGeom>
        </p:spPr>
      </p:pic>
      <p:sp>
        <p:nvSpPr>
          <p:cNvPr id="54" name="v6-text-6043">
            <a:extLst>
              <a:ext uri="{FF2B5EF4-FFF2-40B4-BE49-F238E27FC236}">
                <a16:creationId xmlns:a16="http://schemas.microsoft.com/office/drawing/2014/main" id="{17D23357-6D0F-4033-AEF5-0DCD16403D9A}"/>
              </a:ext>
            </a:extLst>
          </p:cNvPr>
          <p:cNvSpPr>
            <a:spLocks noGrp="1"/>
          </p:cNvSpPr>
          <p:nvPr/>
        </p:nvSpPr>
        <p:spPr>
          <a:xfrm>
            <a:off x="2657475" y="5762625"/>
            <a:ext cx="2124075" cy="266700"/>
          </a:xfrm>
          <a:prstGeom prst="rect">
            <a:avLst/>
          </a:prstGeom>
          <a:noFill/>
          <a:ln w="0">
            <a:noFill/>
            <a:prstDash val="solid"/>
          </a:ln>
        </p:spPr>
        <p:txBody>
          <a:bodyPr wrap="square" lIns="0" tIns="0" rIns="0" bIns="0" anchor="ctr">
            <a:noAutofit/>
          </a:bodyPr>
          <a:lstStyle>
            <a:defPPr algn="ctr">
              <a:defRPr sz="1500" b="0">
                <a:solidFill>
                  <a:srgbClr val="777777"/>
                </a:solidFill>
                <a:latin typeface="Arial"/>
                <a:ea typeface="Arial"/>
                <a:cs typeface="Arial"/>
              </a:defRPr>
            </a:defPPr>
            <a:lvl1pPr algn="ctr">
              <a:buNone/>
              <a:defRPr sz="1500" b="0">
                <a:solidFill>
                  <a:srgbClr val="777777"/>
                </a:solidFill>
                <a:latin typeface="Arial"/>
                <a:ea typeface="Arial"/>
                <a:cs typeface="Arial"/>
              </a:defRPr>
            </a:lvl1pPr>
            <a:lvl2pPr algn="ctr">
              <a:buNone/>
              <a:defRPr sz="1500" b="0">
                <a:solidFill>
                  <a:srgbClr val="777777"/>
                </a:solidFill>
                <a:latin typeface="Arial"/>
                <a:ea typeface="Arial"/>
                <a:cs typeface="Arial"/>
              </a:defRPr>
            </a:lvl2pPr>
            <a:lvl3pPr algn="ctr">
              <a:buNone/>
              <a:defRPr sz="1500" b="0">
                <a:solidFill>
                  <a:srgbClr val="777777"/>
                </a:solidFill>
                <a:latin typeface="Arial"/>
                <a:ea typeface="Arial"/>
                <a:cs typeface="Arial"/>
              </a:defRPr>
            </a:lvl3pPr>
            <a:lvl4pPr algn="ctr">
              <a:buNone/>
              <a:defRPr sz="1500" b="0">
                <a:solidFill>
                  <a:srgbClr val="777777"/>
                </a:solidFill>
                <a:latin typeface="Arial"/>
                <a:ea typeface="Arial"/>
                <a:cs typeface="Arial"/>
              </a:defRPr>
            </a:lvl4pPr>
            <a:lvl5pPr algn="ctr">
              <a:buNone/>
              <a:defRPr sz="1500" b="0">
                <a:solidFill>
                  <a:srgbClr val="777777"/>
                </a:solidFill>
                <a:latin typeface="Arial"/>
                <a:ea typeface="Arial"/>
                <a:cs typeface="Arial"/>
              </a:defRPr>
            </a:lvl5pPr>
            <a:lvl6pPr algn="ctr">
              <a:buNone/>
              <a:defRPr sz="1500" b="0">
                <a:solidFill>
                  <a:srgbClr val="777777"/>
                </a:solidFill>
                <a:latin typeface="Arial"/>
                <a:ea typeface="Arial"/>
                <a:cs typeface="Arial"/>
              </a:defRPr>
            </a:lvl6pPr>
            <a:lvl7pPr algn="ctr">
              <a:buNone/>
              <a:defRPr sz="1500" b="0">
                <a:solidFill>
                  <a:srgbClr val="777777"/>
                </a:solidFill>
                <a:latin typeface="Arial"/>
                <a:ea typeface="Arial"/>
                <a:cs typeface="Arial"/>
              </a:defRPr>
            </a:lvl7pPr>
            <a:lvl8pPr algn="ctr">
              <a:buNone/>
              <a:defRPr sz="1500" b="0">
                <a:solidFill>
                  <a:srgbClr val="777777"/>
                </a:solidFill>
                <a:latin typeface="Arial"/>
                <a:ea typeface="Arial"/>
                <a:cs typeface="Arial"/>
              </a:defRPr>
            </a:lvl8pPr>
            <a:lvl9pPr algn="ctr">
              <a:buNone/>
              <a:defRPr sz="1500" b="0">
                <a:solidFill>
                  <a:srgbClr val="777777"/>
                </a:solidFill>
                <a:latin typeface="Arial"/>
                <a:ea typeface="Arial"/>
                <a:cs typeface="Arial"/>
              </a:defRPr>
            </a:lvl9pPr>
          </a:lstStyle>
          <a:p>
            <a:pPr algn="ctr">
              <a:buNone/>
              <a:defRPr sz="1500" b="0">
                <a:solidFill>
                  <a:srgbClr val="777777"/>
                </a:solidFill>
                <a:latin typeface="Arial"/>
                <a:ea typeface="Arial"/>
                <a:cs typeface="Arial"/>
              </a:defRPr>
            </a:pPr>
            <a:r>
              <a:rPr sz="1500" b="0">
                <a:solidFill>
                  <a:srgbClr val="777777"/>
                </a:solidFill>
                <a:latin typeface="Arial"/>
                <a:ea typeface="Arial"/>
                <a:cs typeface="Arial"/>
              </a:rPr>
              <a:t>One agent per class</a:t>
            </a:r>
          </a:p>
        </p:txBody>
      </p:sp>
      <p:cxnSp>
        <p:nvCxnSpPr>
          <p:cNvPr id="55" name="v6-arrow-6044">
            <a:extLst>
              <a:ext uri="{FF2B5EF4-FFF2-40B4-BE49-F238E27FC236}">
                <a16:creationId xmlns:a16="http://schemas.microsoft.com/office/drawing/2014/main" id="{F25E9361-4E29-49CD-A211-E2865656D2D9}"/>
              </a:ext>
            </a:extLst>
          </p:cNvPr>
          <p:cNvCxnSpPr/>
          <p:nvPr/>
        </p:nvCxnSpPr>
        <p:spPr>
          <a:xfrm>
            <a:off x="2476500" y="4972050"/>
            <a:ext cx="638175" cy="0"/>
          </a:xfrm>
          <a:prstGeom prst="straightConnector1">
            <a:avLst/>
          </a:prstGeom>
          <a:ln w="19050">
            <a:solidFill>
              <a:srgbClr val="7B8B91"/>
            </a:solidFill>
            <a:prstDash val="solid"/>
            <a:tailEnd type="triangle" w="sm" len="sm"/>
          </a:ln>
        </p:spPr>
      </p:cxnSp>
      <p:cxnSp>
        <p:nvCxnSpPr>
          <p:cNvPr id="56" name="v6-arrow-6045">
            <a:extLst>
              <a:ext uri="{FF2B5EF4-FFF2-40B4-BE49-F238E27FC236}">
                <a16:creationId xmlns:a16="http://schemas.microsoft.com/office/drawing/2014/main" id="{3F7FB54C-4A2B-4F83-AE63-7296D8768DAC}"/>
              </a:ext>
            </a:extLst>
          </p:cNvPr>
          <p:cNvCxnSpPr/>
          <p:nvPr/>
        </p:nvCxnSpPr>
        <p:spPr>
          <a:xfrm>
            <a:off x="4572000" y="4905375"/>
            <a:ext cx="447675" cy="0"/>
          </a:xfrm>
          <a:prstGeom prst="straightConnector1">
            <a:avLst/>
          </a:prstGeom>
          <a:ln w="19050">
            <a:solidFill>
              <a:srgbClr val="7B8B91"/>
            </a:solidFill>
            <a:prstDash val="solid"/>
            <a:tailEnd type="triangle" w="sm" len="sm"/>
          </a:ln>
        </p:spPr>
      </p:cxnSp>
      <p:cxnSp>
        <p:nvCxnSpPr>
          <p:cNvPr id="57" name="v6-arrow-6046">
            <a:extLst>
              <a:ext uri="{FF2B5EF4-FFF2-40B4-BE49-F238E27FC236}">
                <a16:creationId xmlns:a16="http://schemas.microsoft.com/office/drawing/2014/main" id="{F6BAB001-76AC-47AF-8394-2077050495EA}"/>
              </a:ext>
            </a:extLst>
          </p:cNvPr>
          <p:cNvCxnSpPr/>
          <p:nvPr/>
        </p:nvCxnSpPr>
        <p:spPr>
          <a:xfrm>
            <a:off x="4557712" y="5451475"/>
            <a:ext cx="447675" cy="0"/>
          </a:xfrm>
          <a:prstGeom prst="straightConnector1">
            <a:avLst/>
          </a:prstGeom>
          <a:ln w="19050">
            <a:solidFill>
              <a:srgbClr val="7B8B91"/>
            </a:solidFill>
            <a:prstDash val="solid"/>
            <a:headEnd type="triangle" w="sm" len="sm"/>
          </a:ln>
        </p:spPr>
      </p:cxnSp>
      <p:sp>
        <p:nvSpPr>
          <p:cNvPr id="58" name="v6-node-6047">
            <a:extLst>
              <a:ext uri="{FF2B5EF4-FFF2-40B4-BE49-F238E27FC236}">
                <a16:creationId xmlns:a16="http://schemas.microsoft.com/office/drawing/2014/main" id="{0D648FDA-4F92-48C0-9519-DABEE0FB4136}"/>
              </a:ext>
            </a:extLst>
          </p:cNvPr>
          <p:cNvSpPr>
            <a:spLocks noGrp="1"/>
          </p:cNvSpPr>
          <p:nvPr/>
        </p:nvSpPr>
        <p:spPr>
          <a:xfrm>
            <a:off x="5105400" y="4391025"/>
            <a:ext cx="1952625" cy="1866900"/>
          </a:xfrm>
          <a:prstGeom prst="roundRect">
            <a:avLst>
              <a:gd name="adj" fmla="val 5202"/>
            </a:avLst>
          </a:prstGeom>
          <a:solidFill>
            <a:srgbClr val="F6F9FA"/>
          </a:solidFill>
          <a:ln w="15240">
            <a:solidFill>
              <a:srgbClr val="A8BAC1"/>
            </a:solidFill>
            <a:prstDash val="solid"/>
          </a:ln>
        </p:spPr>
        <p:txBody>
          <a:bodyPr/>
          <a:lstStyle/>
          <a:p>
            <a:endParaRPr lang="zh-CN" altLang="en-US"/>
          </a:p>
        </p:txBody>
      </p:sp>
      <p:sp>
        <p:nvSpPr>
          <p:cNvPr id="59" name="v6-text-6048">
            <a:extLst>
              <a:ext uri="{FF2B5EF4-FFF2-40B4-BE49-F238E27FC236}">
                <a16:creationId xmlns:a16="http://schemas.microsoft.com/office/drawing/2014/main" id="{1EB8EE4E-3278-4557-BE98-A5A6B517E73F}"/>
              </a:ext>
            </a:extLst>
          </p:cNvPr>
          <p:cNvSpPr>
            <a:spLocks noGrp="1"/>
          </p:cNvSpPr>
          <p:nvPr/>
        </p:nvSpPr>
        <p:spPr>
          <a:xfrm>
            <a:off x="5200650" y="4476750"/>
            <a:ext cx="1762125" cy="304800"/>
          </a:xfrm>
          <a:prstGeom prst="rect">
            <a:avLst/>
          </a:prstGeom>
          <a:noFill/>
          <a:ln w="0">
            <a:noFill/>
            <a:prstDash val="solid"/>
          </a:ln>
        </p:spPr>
        <p:txBody>
          <a:bodyPr wrap="square" lIns="0" tIns="0" rIns="0" bIns="0" anchor="ctr">
            <a:noAutofit/>
          </a:bodyPr>
          <a:lstStyle>
            <a:defPPr algn="ctr">
              <a:defRPr sz="1800" b="1">
                <a:solidFill>
                  <a:srgbClr val="111111"/>
                </a:solidFill>
                <a:latin typeface="Arial"/>
                <a:ea typeface="Arial"/>
                <a:cs typeface="Arial"/>
              </a:defRPr>
            </a:defPPr>
            <a:lvl1pPr algn="ctr">
              <a:buNone/>
              <a:defRPr sz="1800" b="1">
                <a:solidFill>
                  <a:srgbClr val="111111"/>
                </a:solidFill>
                <a:latin typeface="Arial"/>
                <a:ea typeface="Arial"/>
                <a:cs typeface="Arial"/>
              </a:defRPr>
            </a:lvl1pPr>
            <a:lvl2pPr algn="ctr">
              <a:buNone/>
              <a:defRPr sz="1800" b="1">
                <a:solidFill>
                  <a:srgbClr val="111111"/>
                </a:solidFill>
                <a:latin typeface="Arial"/>
                <a:ea typeface="Arial"/>
                <a:cs typeface="Arial"/>
              </a:defRPr>
            </a:lvl2pPr>
            <a:lvl3pPr algn="ctr">
              <a:buNone/>
              <a:defRPr sz="1800" b="1">
                <a:solidFill>
                  <a:srgbClr val="111111"/>
                </a:solidFill>
                <a:latin typeface="Arial"/>
                <a:ea typeface="Arial"/>
                <a:cs typeface="Arial"/>
              </a:defRPr>
            </a:lvl3pPr>
            <a:lvl4pPr algn="ctr">
              <a:buNone/>
              <a:defRPr sz="1800" b="1">
                <a:solidFill>
                  <a:srgbClr val="111111"/>
                </a:solidFill>
                <a:latin typeface="Arial"/>
                <a:ea typeface="Arial"/>
                <a:cs typeface="Arial"/>
              </a:defRPr>
            </a:lvl4pPr>
            <a:lvl5pPr algn="ctr">
              <a:buNone/>
              <a:defRPr sz="1800" b="1">
                <a:solidFill>
                  <a:srgbClr val="111111"/>
                </a:solidFill>
                <a:latin typeface="Arial"/>
                <a:ea typeface="Arial"/>
                <a:cs typeface="Arial"/>
              </a:defRPr>
            </a:lvl5pPr>
            <a:lvl6pPr algn="ctr">
              <a:buNone/>
              <a:defRPr sz="1800" b="1">
                <a:solidFill>
                  <a:srgbClr val="111111"/>
                </a:solidFill>
                <a:latin typeface="Arial"/>
                <a:ea typeface="Arial"/>
                <a:cs typeface="Arial"/>
              </a:defRPr>
            </a:lvl6pPr>
            <a:lvl7pPr algn="ctr">
              <a:buNone/>
              <a:defRPr sz="1800" b="1">
                <a:solidFill>
                  <a:srgbClr val="111111"/>
                </a:solidFill>
                <a:latin typeface="Arial"/>
                <a:ea typeface="Arial"/>
                <a:cs typeface="Arial"/>
              </a:defRPr>
            </a:lvl7pPr>
            <a:lvl8pPr algn="ctr">
              <a:buNone/>
              <a:defRPr sz="1800" b="1">
                <a:solidFill>
                  <a:srgbClr val="111111"/>
                </a:solidFill>
                <a:latin typeface="Arial"/>
                <a:ea typeface="Arial"/>
                <a:cs typeface="Arial"/>
              </a:defRPr>
            </a:lvl8pPr>
            <a:lvl9pPr algn="ctr">
              <a:buNone/>
              <a:defRPr sz="1800" b="1">
                <a:solidFill>
                  <a:srgbClr val="111111"/>
                </a:solidFill>
                <a:latin typeface="Arial"/>
                <a:ea typeface="Arial"/>
                <a:cs typeface="Arial"/>
              </a:defRPr>
            </a:lvl9pPr>
          </a:lstStyle>
          <a:p>
            <a:pPr algn="ctr">
              <a:buNone/>
              <a:defRPr sz="1800" b="1">
                <a:solidFill>
                  <a:srgbClr val="111111"/>
                </a:solidFill>
                <a:latin typeface="Arial"/>
                <a:ea typeface="Arial"/>
                <a:cs typeface="Arial"/>
              </a:defRPr>
            </a:pPr>
            <a:r>
              <a:rPr sz="1800" b="1">
                <a:solidFill>
                  <a:srgbClr val="111111"/>
                </a:solidFill>
                <a:latin typeface="Arial"/>
                <a:ea typeface="Arial"/>
                <a:cs typeface="Arial"/>
              </a:rPr>
              <a:t>Visual tools</a:t>
            </a:r>
          </a:p>
        </p:txBody>
      </p:sp>
      <p:sp>
        <p:nvSpPr>
          <p:cNvPr id="60" name="v6-node-6049">
            <a:extLst>
              <a:ext uri="{FF2B5EF4-FFF2-40B4-BE49-F238E27FC236}">
                <a16:creationId xmlns:a16="http://schemas.microsoft.com/office/drawing/2014/main" id="{DB9D5FB9-B74F-4A31-9DCE-FF9B0270F326}"/>
              </a:ext>
            </a:extLst>
          </p:cNvPr>
          <p:cNvSpPr>
            <a:spLocks noGrp="1"/>
          </p:cNvSpPr>
          <p:nvPr/>
        </p:nvSpPr>
        <p:spPr>
          <a:xfrm>
            <a:off x="5752148" y="4876800"/>
            <a:ext cx="708565" cy="447675"/>
          </a:xfrm>
          <a:prstGeom prst="rect">
            <a:avLst/>
          </a:prstGeom>
          <a:solidFill>
            <a:srgbClr val="FBE5D6"/>
          </a:solidFill>
          <a:ln w="0">
            <a:noFill/>
            <a:prstDash val="solid"/>
          </a:ln>
        </p:spPr>
        <p:txBody>
          <a:bodyPr/>
          <a:lstStyle/>
          <a:p>
            <a:endParaRPr lang="zh-CN" altLang="en-US"/>
          </a:p>
        </p:txBody>
      </p:sp>
      <p:sp>
        <p:nvSpPr>
          <p:cNvPr id="61" name="v6-vector-6050">
            <a:extLst>
              <a:ext uri="{FF2B5EF4-FFF2-40B4-BE49-F238E27FC236}">
                <a16:creationId xmlns:a16="http://schemas.microsoft.com/office/drawing/2014/main" id="{2F66EEA2-2EED-49AA-912B-F68B05A27A51}"/>
              </a:ext>
            </a:extLst>
          </p:cNvPr>
          <p:cNvSpPr>
            <a:spLocks noGrp="1"/>
          </p:cNvSpPr>
          <p:nvPr/>
        </p:nvSpPr>
        <p:spPr>
          <a:xfrm>
            <a:off x="5257800" y="4876800"/>
            <a:ext cx="1647825" cy="447675"/>
          </a:xfrm>
          <a:custGeom>
            <a:avLst/>
            <a:gdLst/>
            <a:ahLst/>
            <a:cxnLst/>
            <a:rect l="0" t="0" r="0" b="0"/>
            <a:pathLst>
              <a:path w="1647825" h="447675">
                <a:moveTo>
                  <a:pt x="0" y="111919"/>
                </a:moveTo>
                <a:lnTo>
                  <a:pt x="247174" y="111919"/>
                </a:lnTo>
                <a:lnTo>
                  <a:pt x="362522" y="102965"/>
                </a:lnTo>
                <a:lnTo>
                  <a:pt x="494348" y="246221"/>
                </a:lnTo>
                <a:lnTo>
                  <a:pt x="560261" y="80581"/>
                </a:lnTo>
                <a:lnTo>
                  <a:pt x="626174" y="219361"/>
                </a:lnTo>
                <a:lnTo>
                  <a:pt x="692087" y="98489"/>
                </a:lnTo>
                <a:lnTo>
                  <a:pt x="790956" y="188023"/>
                </a:lnTo>
                <a:lnTo>
                  <a:pt x="906304" y="147733"/>
                </a:lnTo>
                <a:lnTo>
                  <a:pt x="1104043" y="147733"/>
                </a:lnTo>
                <a:lnTo>
                  <a:pt x="1202912" y="111919"/>
                </a:lnTo>
                <a:lnTo>
                  <a:pt x="1384173" y="111919"/>
                </a:lnTo>
                <a:lnTo>
                  <a:pt x="1483043" y="71628"/>
                </a:lnTo>
                <a:lnTo>
                  <a:pt x="1647825" y="71628"/>
                </a:lnTo>
              </a:path>
            </a:pathLst>
          </a:custGeom>
          <a:noFill/>
          <a:ln w="23813">
            <a:solidFill>
              <a:srgbClr val="156082"/>
            </a:solidFill>
            <a:prstDash val="solid"/>
          </a:ln>
        </p:spPr>
        <p:txBody>
          <a:bodyPr/>
          <a:lstStyle/>
          <a:p>
            <a:endParaRPr lang="zh-CN" altLang="en-US"/>
          </a:p>
        </p:txBody>
      </p:sp>
      <p:sp>
        <p:nvSpPr>
          <p:cNvPr id="62" name="v6-vector-6051">
            <a:extLst>
              <a:ext uri="{FF2B5EF4-FFF2-40B4-BE49-F238E27FC236}">
                <a16:creationId xmlns:a16="http://schemas.microsoft.com/office/drawing/2014/main" id="{1528E304-AAEC-4CAF-AADF-E227DB34326F}"/>
              </a:ext>
            </a:extLst>
          </p:cNvPr>
          <p:cNvSpPr>
            <a:spLocks noGrp="1"/>
          </p:cNvSpPr>
          <p:nvPr/>
        </p:nvSpPr>
        <p:spPr>
          <a:xfrm>
            <a:off x="5257800" y="4876800"/>
            <a:ext cx="1647825" cy="447675"/>
          </a:xfrm>
          <a:custGeom>
            <a:avLst/>
            <a:gdLst/>
            <a:ahLst/>
            <a:cxnLst/>
            <a:rect l="0" t="0" r="0" b="0"/>
            <a:pathLst>
              <a:path w="1647825" h="447675">
                <a:moveTo>
                  <a:pt x="0" y="389477"/>
                </a:moveTo>
                <a:lnTo>
                  <a:pt x="329565" y="389477"/>
                </a:lnTo>
                <a:lnTo>
                  <a:pt x="477869" y="362617"/>
                </a:lnTo>
                <a:lnTo>
                  <a:pt x="692087" y="304419"/>
                </a:lnTo>
                <a:lnTo>
                  <a:pt x="856869" y="304419"/>
                </a:lnTo>
                <a:lnTo>
                  <a:pt x="1054608" y="304419"/>
                </a:lnTo>
                <a:lnTo>
                  <a:pt x="1235869" y="277559"/>
                </a:lnTo>
                <a:lnTo>
                  <a:pt x="1417130" y="277559"/>
                </a:lnTo>
                <a:lnTo>
                  <a:pt x="1647825" y="255175"/>
                </a:lnTo>
              </a:path>
            </a:pathLst>
          </a:custGeom>
          <a:noFill/>
          <a:ln w="23813">
            <a:solidFill>
              <a:srgbClr val="E97132"/>
            </a:solidFill>
            <a:prstDash val="solid"/>
          </a:ln>
        </p:spPr>
        <p:txBody>
          <a:bodyPr/>
          <a:lstStyle/>
          <a:p>
            <a:endParaRPr lang="zh-CN" altLang="en-US"/>
          </a:p>
        </p:txBody>
      </p:sp>
      <p:sp>
        <p:nvSpPr>
          <p:cNvPr id="63" name="直接连接符 62">
            <a:extLst>
              <a:ext uri="{FF2B5EF4-FFF2-40B4-BE49-F238E27FC236}">
                <a16:creationId xmlns:a16="http://schemas.microsoft.com/office/drawing/2014/main" id="{769293CD-EAB9-4326-BA92-E81F0E341363}"/>
              </a:ext>
            </a:extLst>
          </p:cNvPr>
          <p:cNvSpPr>
            <a:spLocks noGrp="1"/>
          </p:cNvSpPr>
          <p:nvPr/>
        </p:nvSpPr>
        <p:spPr>
          <a:xfrm>
            <a:off x="5257800" y="5324475"/>
            <a:ext cx="1647825" cy="0"/>
          </a:xfrm>
          <a:prstGeom prst="line">
            <a:avLst/>
          </a:prstGeom>
          <a:ln w="9525">
            <a:solidFill>
              <a:srgbClr val="BBC5C8"/>
            </a:solidFill>
            <a:prstDash val="solid"/>
          </a:ln>
        </p:spPr>
        <p:txBody>
          <a:bodyPr/>
          <a:lstStyle/>
          <a:p>
            <a:endParaRPr lang="zh-CN" altLang="en-US"/>
          </a:p>
        </p:txBody>
      </p:sp>
      <p:sp>
        <p:nvSpPr>
          <p:cNvPr id="64" name="v6-vector-6052">
            <a:extLst>
              <a:ext uri="{FF2B5EF4-FFF2-40B4-BE49-F238E27FC236}">
                <a16:creationId xmlns:a16="http://schemas.microsoft.com/office/drawing/2014/main" id="{F46D0A92-69E8-4FA9-A7F7-B3B12CEA0783}"/>
              </a:ext>
            </a:extLst>
          </p:cNvPr>
          <p:cNvSpPr>
            <a:spLocks noGrp="1"/>
          </p:cNvSpPr>
          <p:nvPr/>
        </p:nvSpPr>
        <p:spPr>
          <a:xfrm>
            <a:off x="5257800" y="4876800"/>
            <a:ext cx="9525" cy="447675"/>
          </a:xfrm>
          <a:custGeom>
            <a:avLst/>
            <a:gdLst/>
            <a:ahLst/>
            <a:cxnLst/>
            <a:rect l="0" t="0" r="0" b="0"/>
            <a:pathLst>
              <a:path w="9525" h="447675">
                <a:moveTo>
                  <a:pt x="0" y="447675"/>
                </a:moveTo>
                <a:lnTo>
                  <a:pt x="0" y="0"/>
                </a:lnTo>
              </a:path>
            </a:pathLst>
          </a:custGeom>
          <a:noFill/>
          <a:ln w="9525">
            <a:solidFill>
              <a:srgbClr val="BBC5C8"/>
            </a:solidFill>
            <a:prstDash val="solid"/>
          </a:ln>
        </p:spPr>
        <p:txBody>
          <a:bodyPr/>
          <a:lstStyle/>
          <a:p>
            <a:endParaRPr lang="zh-CN" altLang="en-US"/>
          </a:p>
        </p:txBody>
      </p:sp>
      <p:sp>
        <p:nvSpPr>
          <p:cNvPr id="78" name="v6-text-6066">
            <a:extLst>
              <a:ext uri="{FF2B5EF4-FFF2-40B4-BE49-F238E27FC236}">
                <a16:creationId xmlns:a16="http://schemas.microsoft.com/office/drawing/2014/main" id="{B9752123-3275-496C-BFE0-4352A72B2C7F}"/>
              </a:ext>
            </a:extLst>
          </p:cNvPr>
          <p:cNvSpPr>
            <a:spLocks noGrp="1"/>
          </p:cNvSpPr>
          <p:nvPr/>
        </p:nvSpPr>
        <p:spPr>
          <a:xfrm>
            <a:off x="5076825" y="6324600"/>
            <a:ext cx="2019300" cy="257175"/>
          </a:xfrm>
          <a:prstGeom prst="rect">
            <a:avLst/>
          </a:prstGeom>
          <a:noFill/>
          <a:ln w="0">
            <a:noFill/>
            <a:prstDash val="solid"/>
          </a:ln>
        </p:spPr>
        <p:txBody>
          <a:bodyPr wrap="square" lIns="0" tIns="0" rIns="0" bIns="0" anchor="ctr">
            <a:noAutofit/>
          </a:bodyPr>
          <a:lstStyle>
            <a:defPPr algn="ctr">
              <a:defRPr sz="1425" b="0">
                <a:solidFill>
                  <a:srgbClr val="777777"/>
                </a:solidFill>
                <a:latin typeface="Arial"/>
                <a:ea typeface="Arial"/>
                <a:cs typeface="Arial"/>
              </a:defRPr>
            </a:defPPr>
            <a:lvl1pPr algn="ctr">
              <a:buNone/>
              <a:defRPr sz="1425" b="0">
                <a:solidFill>
                  <a:srgbClr val="777777"/>
                </a:solidFill>
                <a:latin typeface="Arial"/>
                <a:ea typeface="Arial"/>
                <a:cs typeface="Arial"/>
              </a:defRPr>
            </a:lvl1pPr>
            <a:lvl2pPr algn="ctr">
              <a:buNone/>
              <a:defRPr sz="1425" b="0">
                <a:solidFill>
                  <a:srgbClr val="777777"/>
                </a:solidFill>
                <a:latin typeface="Arial"/>
                <a:ea typeface="Arial"/>
                <a:cs typeface="Arial"/>
              </a:defRPr>
            </a:lvl2pPr>
            <a:lvl3pPr algn="ctr">
              <a:buNone/>
              <a:defRPr sz="1425" b="0">
                <a:solidFill>
                  <a:srgbClr val="777777"/>
                </a:solidFill>
                <a:latin typeface="Arial"/>
                <a:ea typeface="Arial"/>
                <a:cs typeface="Arial"/>
              </a:defRPr>
            </a:lvl3pPr>
            <a:lvl4pPr algn="ctr">
              <a:buNone/>
              <a:defRPr sz="1425" b="0">
                <a:solidFill>
                  <a:srgbClr val="777777"/>
                </a:solidFill>
                <a:latin typeface="Arial"/>
                <a:ea typeface="Arial"/>
                <a:cs typeface="Arial"/>
              </a:defRPr>
            </a:lvl4pPr>
            <a:lvl5pPr algn="ctr">
              <a:buNone/>
              <a:defRPr sz="1425" b="0">
                <a:solidFill>
                  <a:srgbClr val="777777"/>
                </a:solidFill>
                <a:latin typeface="Arial"/>
                <a:ea typeface="Arial"/>
                <a:cs typeface="Arial"/>
              </a:defRPr>
            </a:lvl5pPr>
            <a:lvl6pPr algn="ctr">
              <a:buNone/>
              <a:defRPr sz="1425" b="0">
                <a:solidFill>
                  <a:srgbClr val="777777"/>
                </a:solidFill>
                <a:latin typeface="Arial"/>
                <a:ea typeface="Arial"/>
                <a:cs typeface="Arial"/>
              </a:defRPr>
            </a:lvl6pPr>
            <a:lvl7pPr algn="ctr">
              <a:buNone/>
              <a:defRPr sz="1425" b="0">
                <a:solidFill>
                  <a:srgbClr val="777777"/>
                </a:solidFill>
                <a:latin typeface="Arial"/>
                <a:ea typeface="Arial"/>
                <a:cs typeface="Arial"/>
              </a:defRPr>
            </a:lvl7pPr>
            <a:lvl8pPr algn="ctr">
              <a:buNone/>
              <a:defRPr sz="1425" b="0">
                <a:solidFill>
                  <a:srgbClr val="777777"/>
                </a:solidFill>
                <a:latin typeface="Arial"/>
                <a:ea typeface="Arial"/>
                <a:cs typeface="Arial"/>
              </a:defRPr>
            </a:lvl8pPr>
            <a:lvl9pPr algn="ctr">
              <a:buNone/>
              <a:defRPr sz="1425" b="0">
                <a:solidFill>
                  <a:srgbClr val="777777"/>
                </a:solidFill>
                <a:latin typeface="Arial"/>
                <a:ea typeface="Arial"/>
                <a:cs typeface="Arial"/>
              </a:defRPr>
            </a:lvl9pPr>
          </a:lstStyle>
          <a:p>
            <a:pPr algn="ctr">
              <a:buNone/>
              <a:defRPr sz="1425" b="0">
                <a:solidFill>
                  <a:srgbClr val="777777"/>
                </a:solidFill>
                <a:latin typeface="Arial"/>
                <a:ea typeface="Arial"/>
                <a:cs typeface="Arial"/>
              </a:defRPr>
            </a:pPr>
            <a:r>
              <a:rPr sz="1425" b="0">
                <a:solidFill>
                  <a:srgbClr val="777777"/>
                </a:solidFill>
                <a:latin typeface="Arial"/>
                <a:ea typeface="Arial"/>
                <a:cs typeface="Arial"/>
              </a:rPr>
              <a:t>Inspect &amp; instantiate</a:t>
            </a:r>
          </a:p>
        </p:txBody>
      </p:sp>
      <p:cxnSp>
        <p:nvCxnSpPr>
          <p:cNvPr id="79" name="v6-arrow-6067">
            <a:extLst>
              <a:ext uri="{FF2B5EF4-FFF2-40B4-BE49-F238E27FC236}">
                <a16:creationId xmlns:a16="http://schemas.microsoft.com/office/drawing/2014/main" id="{81620133-9ED5-43B6-8F5D-0FA0BED0D476}"/>
              </a:ext>
            </a:extLst>
          </p:cNvPr>
          <p:cNvCxnSpPr/>
          <p:nvPr/>
        </p:nvCxnSpPr>
        <p:spPr>
          <a:xfrm>
            <a:off x="7143750" y="4914900"/>
            <a:ext cx="390525" cy="0"/>
          </a:xfrm>
          <a:prstGeom prst="straightConnector1">
            <a:avLst/>
          </a:prstGeom>
          <a:ln w="19050">
            <a:solidFill>
              <a:srgbClr val="7B8B91"/>
            </a:solidFill>
            <a:prstDash val="solid"/>
            <a:tailEnd type="triangle" w="sm" len="sm"/>
          </a:ln>
        </p:spPr>
      </p:cxnSp>
      <p:cxnSp>
        <p:nvCxnSpPr>
          <p:cNvPr id="80" name="v6-arrow-6068">
            <a:extLst>
              <a:ext uri="{FF2B5EF4-FFF2-40B4-BE49-F238E27FC236}">
                <a16:creationId xmlns:a16="http://schemas.microsoft.com/office/drawing/2014/main" id="{CD88CB33-5F40-491F-9749-B3F0A160EFA3}"/>
              </a:ext>
            </a:extLst>
          </p:cNvPr>
          <p:cNvCxnSpPr/>
          <p:nvPr/>
        </p:nvCxnSpPr>
        <p:spPr>
          <a:xfrm>
            <a:off x="7115175" y="5472113"/>
            <a:ext cx="390525" cy="0"/>
          </a:xfrm>
          <a:prstGeom prst="straightConnector1">
            <a:avLst/>
          </a:prstGeom>
          <a:ln w="19050">
            <a:solidFill>
              <a:srgbClr val="7B8B91"/>
            </a:solidFill>
            <a:prstDash val="solid"/>
            <a:headEnd type="triangle" w="sm" len="sm"/>
          </a:ln>
        </p:spPr>
      </p:cxnSp>
      <p:sp>
        <p:nvSpPr>
          <p:cNvPr id="81" name="v6-text-6069">
            <a:extLst>
              <a:ext uri="{FF2B5EF4-FFF2-40B4-BE49-F238E27FC236}">
                <a16:creationId xmlns:a16="http://schemas.microsoft.com/office/drawing/2014/main" id="{6B2A1202-825F-47DA-A02A-65FCE1D63733}"/>
              </a:ext>
            </a:extLst>
          </p:cNvPr>
          <p:cNvSpPr>
            <a:spLocks noGrp="1"/>
          </p:cNvSpPr>
          <p:nvPr/>
        </p:nvSpPr>
        <p:spPr>
          <a:xfrm>
            <a:off x="10029825" y="4381500"/>
            <a:ext cx="1571625" cy="323850"/>
          </a:xfrm>
          <a:prstGeom prst="rect">
            <a:avLst/>
          </a:prstGeom>
          <a:noFill/>
          <a:ln w="0">
            <a:noFill/>
            <a:prstDash val="solid"/>
          </a:ln>
        </p:spPr>
        <p:txBody>
          <a:bodyPr wrap="square" lIns="0" tIns="0" rIns="0" bIns="0" anchor="ctr">
            <a:noAutofit/>
          </a:bodyPr>
          <a:lstStyle>
            <a:defPPr algn="ctr">
              <a:defRPr sz="2025" b="1">
                <a:solidFill>
                  <a:srgbClr val="287449"/>
                </a:solidFill>
                <a:latin typeface="Arial"/>
                <a:ea typeface="Arial"/>
                <a:cs typeface="Arial"/>
              </a:defRPr>
            </a:defPPr>
            <a:lvl1pPr algn="ctr">
              <a:buNone/>
              <a:defRPr sz="2025" b="1">
                <a:solidFill>
                  <a:srgbClr val="287449"/>
                </a:solidFill>
                <a:latin typeface="Arial"/>
                <a:ea typeface="Arial"/>
                <a:cs typeface="Arial"/>
              </a:defRPr>
            </a:lvl1pPr>
            <a:lvl2pPr algn="ctr">
              <a:buNone/>
              <a:defRPr sz="2025" b="1">
                <a:solidFill>
                  <a:srgbClr val="287449"/>
                </a:solidFill>
                <a:latin typeface="Arial"/>
                <a:ea typeface="Arial"/>
                <a:cs typeface="Arial"/>
              </a:defRPr>
            </a:lvl2pPr>
            <a:lvl3pPr algn="ctr">
              <a:buNone/>
              <a:defRPr sz="2025" b="1">
                <a:solidFill>
                  <a:srgbClr val="287449"/>
                </a:solidFill>
                <a:latin typeface="Arial"/>
                <a:ea typeface="Arial"/>
                <a:cs typeface="Arial"/>
              </a:defRPr>
            </a:lvl3pPr>
            <a:lvl4pPr algn="ctr">
              <a:buNone/>
              <a:defRPr sz="2025" b="1">
                <a:solidFill>
                  <a:srgbClr val="287449"/>
                </a:solidFill>
                <a:latin typeface="Arial"/>
                <a:ea typeface="Arial"/>
                <a:cs typeface="Arial"/>
              </a:defRPr>
            </a:lvl4pPr>
            <a:lvl5pPr algn="ctr">
              <a:buNone/>
              <a:defRPr sz="2025" b="1">
                <a:solidFill>
                  <a:srgbClr val="287449"/>
                </a:solidFill>
                <a:latin typeface="Arial"/>
                <a:ea typeface="Arial"/>
                <a:cs typeface="Arial"/>
              </a:defRPr>
            </a:lvl5pPr>
            <a:lvl6pPr algn="ctr">
              <a:buNone/>
              <a:defRPr sz="2025" b="1">
                <a:solidFill>
                  <a:srgbClr val="287449"/>
                </a:solidFill>
                <a:latin typeface="Arial"/>
                <a:ea typeface="Arial"/>
                <a:cs typeface="Arial"/>
              </a:defRPr>
            </a:lvl6pPr>
            <a:lvl7pPr algn="ctr">
              <a:buNone/>
              <a:defRPr sz="2025" b="1">
                <a:solidFill>
                  <a:srgbClr val="287449"/>
                </a:solidFill>
                <a:latin typeface="Arial"/>
                <a:ea typeface="Arial"/>
                <a:cs typeface="Arial"/>
              </a:defRPr>
            </a:lvl7pPr>
            <a:lvl8pPr algn="ctr">
              <a:buNone/>
              <a:defRPr sz="2025" b="1">
                <a:solidFill>
                  <a:srgbClr val="287449"/>
                </a:solidFill>
                <a:latin typeface="Arial"/>
                <a:ea typeface="Arial"/>
                <a:cs typeface="Arial"/>
              </a:defRPr>
            </a:lvl8pPr>
            <a:lvl9pPr algn="ctr">
              <a:buNone/>
              <a:defRPr sz="2025" b="1">
                <a:solidFill>
                  <a:srgbClr val="287449"/>
                </a:solidFill>
                <a:latin typeface="Arial"/>
                <a:ea typeface="Arial"/>
                <a:cs typeface="Arial"/>
              </a:defRPr>
            </a:lvl9pPr>
          </a:lstStyle>
          <a:p>
            <a:pPr algn="ctr">
              <a:buNone/>
              <a:defRPr sz="2025" b="1">
                <a:solidFill>
                  <a:srgbClr val="287449"/>
                </a:solidFill>
                <a:latin typeface="Arial"/>
                <a:ea typeface="Arial"/>
                <a:cs typeface="Arial"/>
              </a:defRPr>
            </a:pPr>
            <a:r>
              <a:rPr sz="2025" b="1">
                <a:solidFill>
                  <a:srgbClr val="287449"/>
                </a:solidFill>
                <a:latin typeface="Arial"/>
                <a:ea typeface="Arial"/>
                <a:cs typeface="Arial"/>
              </a:rPr>
              <a:t>Output</a:t>
            </a:r>
          </a:p>
        </p:txBody>
      </p:sp>
      <p:cxnSp>
        <p:nvCxnSpPr>
          <p:cNvPr id="82" name="v6-arrow-6070">
            <a:extLst>
              <a:ext uri="{FF2B5EF4-FFF2-40B4-BE49-F238E27FC236}">
                <a16:creationId xmlns:a16="http://schemas.microsoft.com/office/drawing/2014/main" id="{E09618CC-852B-4D4D-AAF1-A0D63A541856}"/>
              </a:ext>
            </a:extLst>
          </p:cNvPr>
          <p:cNvCxnSpPr/>
          <p:nvPr/>
        </p:nvCxnSpPr>
        <p:spPr>
          <a:xfrm>
            <a:off x="9753600" y="5343525"/>
            <a:ext cx="276225" cy="0"/>
          </a:xfrm>
          <a:prstGeom prst="straightConnector1">
            <a:avLst/>
          </a:prstGeom>
          <a:ln w="19050">
            <a:solidFill>
              <a:srgbClr val="7B8B91"/>
            </a:solidFill>
            <a:prstDash val="solid"/>
            <a:tailEnd type="triangle" w="sm" len="sm"/>
          </a:ln>
        </p:spPr>
      </p:cxnSp>
      <p:sp>
        <p:nvSpPr>
          <p:cNvPr id="83" name="v6-node-6071">
            <a:extLst>
              <a:ext uri="{FF2B5EF4-FFF2-40B4-BE49-F238E27FC236}">
                <a16:creationId xmlns:a16="http://schemas.microsoft.com/office/drawing/2014/main" id="{398B61FE-0991-476D-9548-0B677D6A6E10}"/>
              </a:ext>
            </a:extLst>
          </p:cNvPr>
          <p:cNvSpPr>
            <a:spLocks noGrp="1"/>
          </p:cNvSpPr>
          <p:nvPr/>
        </p:nvSpPr>
        <p:spPr>
          <a:xfrm>
            <a:off x="10525125" y="4876800"/>
            <a:ext cx="614363" cy="466725"/>
          </a:xfrm>
          <a:prstGeom prst="rect">
            <a:avLst/>
          </a:prstGeom>
          <a:solidFill>
            <a:srgbClr val="FBE5D6"/>
          </a:solidFill>
          <a:ln w="0">
            <a:noFill/>
            <a:prstDash val="solid"/>
          </a:ln>
        </p:spPr>
        <p:txBody>
          <a:bodyPr/>
          <a:lstStyle/>
          <a:p>
            <a:endParaRPr lang="zh-CN" altLang="en-US"/>
          </a:p>
        </p:txBody>
      </p:sp>
      <p:sp>
        <p:nvSpPr>
          <p:cNvPr id="84" name="v6-vector-6072">
            <a:extLst>
              <a:ext uri="{FF2B5EF4-FFF2-40B4-BE49-F238E27FC236}">
                <a16:creationId xmlns:a16="http://schemas.microsoft.com/office/drawing/2014/main" id="{D61BB7FB-930C-4E9D-B703-3A8C8BB0D38D}"/>
              </a:ext>
            </a:extLst>
          </p:cNvPr>
          <p:cNvSpPr>
            <a:spLocks noGrp="1"/>
          </p:cNvSpPr>
          <p:nvPr/>
        </p:nvSpPr>
        <p:spPr>
          <a:xfrm>
            <a:off x="10096500" y="4876800"/>
            <a:ext cx="1428750" cy="466725"/>
          </a:xfrm>
          <a:custGeom>
            <a:avLst/>
            <a:gdLst/>
            <a:ahLst/>
            <a:cxnLst/>
            <a:rect l="0" t="0" r="0" b="0"/>
            <a:pathLst>
              <a:path w="1428750" h="466725">
                <a:moveTo>
                  <a:pt x="0" y="116681"/>
                </a:moveTo>
                <a:lnTo>
                  <a:pt x="214313" y="116681"/>
                </a:lnTo>
                <a:lnTo>
                  <a:pt x="314325" y="107347"/>
                </a:lnTo>
                <a:lnTo>
                  <a:pt x="428625" y="256699"/>
                </a:lnTo>
                <a:lnTo>
                  <a:pt x="485775" y="84011"/>
                </a:lnTo>
                <a:lnTo>
                  <a:pt x="542925" y="228695"/>
                </a:lnTo>
                <a:lnTo>
                  <a:pt x="600075" y="102680"/>
                </a:lnTo>
                <a:lnTo>
                  <a:pt x="685800" y="196024"/>
                </a:lnTo>
                <a:lnTo>
                  <a:pt x="785813" y="154019"/>
                </a:lnTo>
                <a:lnTo>
                  <a:pt x="957263" y="154019"/>
                </a:lnTo>
                <a:lnTo>
                  <a:pt x="1042988" y="116681"/>
                </a:lnTo>
                <a:lnTo>
                  <a:pt x="1200150" y="116681"/>
                </a:lnTo>
                <a:lnTo>
                  <a:pt x="1285875" y="74676"/>
                </a:lnTo>
                <a:lnTo>
                  <a:pt x="1428750" y="74676"/>
                </a:lnTo>
              </a:path>
            </a:pathLst>
          </a:custGeom>
          <a:noFill/>
          <a:ln w="23813">
            <a:solidFill>
              <a:srgbClr val="156082"/>
            </a:solidFill>
            <a:prstDash val="solid"/>
          </a:ln>
        </p:spPr>
        <p:txBody>
          <a:bodyPr/>
          <a:lstStyle/>
          <a:p>
            <a:endParaRPr lang="zh-CN" altLang="en-US"/>
          </a:p>
        </p:txBody>
      </p:sp>
      <p:sp>
        <p:nvSpPr>
          <p:cNvPr id="85" name="v6-vector-6073">
            <a:extLst>
              <a:ext uri="{FF2B5EF4-FFF2-40B4-BE49-F238E27FC236}">
                <a16:creationId xmlns:a16="http://schemas.microsoft.com/office/drawing/2014/main" id="{BA1BCA12-34C5-40D2-91FB-F758D3598B09}"/>
              </a:ext>
            </a:extLst>
          </p:cNvPr>
          <p:cNvSpPr>
            <a:spLocks noGrp="1"/>
          </p:cNvSpPr>
          <p:nvPr/>
        </p:nvSpPr>
        <p:spPr>
          <a:xfrm>
            <a:off x="10096500" y="4876800"/>
            <a:ext cx="1428750" cy="466725"/>
          </a:xfrm>
          <a:custGeom>
            <a:avLst/>
            <a:gdLst/>
            <a:ahLst/>
            <a:cxnLst/>
            <a:rect l="0" t="0" r="0" b="0"/>
            <a:pathLst>
              <a:path w="1428750" h="466725">
                <a:moveTo>
                  <a:pt x="0" y="406051"/>
                </a:moveTo>
                <a:lnTo>
                  <a:pt x="285750" y="406051"/>
                </a:lnTo>
                <a:lnTo>
                  <a:pt x="414338" y="378047"/>
                </a:lnTo>
                <a:lnTo>
                  <a:pt x="600075" y="317373"/>
                </a:lnTo>
                <a:lnTo>
                  <a:pt x="742950" y="317373"/>
                </a:lnTo>
                <a:lnTo>
                  <a:pt x="914400" y="317373"/>
                </a:lnTo>
                <a:lnTo>
                  <a:pt x="1071563" y="289370"/>
                </a:lnTo>
                <a:lnTo>
                  <a:pt x="1228725" y="289370"/>
                </a:lnTo>
                <a:lnTo>
                  <a:pt x="1428750" y="266033"/>
                </a:lnTo>
              </a:path>
            </a:pathLst>
          </a:custGeom>
          <a:noFill/>
          <a:ln w="23813">
            <a:solidFill>
              <a:srgbClr val="E97132"/>
            </a:solidFill>
            <a:prstDash val="solid"/>
          </a:ln>
        </p:spPr>
        <p:txBody>
          <a:bodyPr/>
          <a:lstStyle/>
          <a:p>
            <a:endParaRPr lang="zh-CN" altLang="en-US"/>
          </a:p>
        </p:txBody>
      </p:sp>
      <p:sp>
        <p:nvSpPr>
          <p:cNvPr id="86" name="直接连接符 85">
            <a:extLst>
              <a:ext uri="{FF2B5EF4-FFF2-40B4-BE49-F238E27FC236}">
                <a16:creationId xmlns:a16="http://schemas.microsoft.com/office/drawing/2014/main" id="{398BFCFB-1095-4381-BA00-BE13D5F498B7}"/>
              </a:ext>
            </a:extLst>
          </p:cNvPr>
          <p:cNvSpPr>
            <a:spLocks noGrp="1"/>
          </p:cNvSpPr>
          <p:nvPr/>
        </p:nvSpPr>
        <p:spPr>
          <a:xfrm>
            <a:off x="10096500" y="5343525"/>
            <a:ext cx="1428750" cy="0"/>
          </a:xfrm>
          <a:prstGeom prst="line">
            <a:avLst/>
          </a:prstGeom>
          <a:ln w="9525">
            <a:solidFill>
              <a:srgbClr val="BBC5C8"/>
            </a:solidFill>
            <a:prstDash val="solid"/>
          </a:ln>
        </p:spPr>
        <p:txBody>
          <a:bodyPr/>
          <a:lstStyle/>
          <a:p>
            <a:endParaRPr lang="zh-CN" altLang="en-US"/>
          </a:p>
        </p:txBody>
      </p:sp>
      <p:sp>
        <p:nvSpPr>
          <p:cNvPr id="87" name="v6-vector-6074">
            <a:extLst>
              <a:ext uri="{FF2B5EF4-FFF2-40B4-BE49-F238E27FC236}">
                <a16:creationId xmlns:a16="http://schemas.microsoft.com/office/drawing/2014/main" id="{CBE4AB94-BA47-456E-88A4-36F311223FA4}"/>
              </a:ext>
            </a:extLst>
          </p:cNvPr>
          <p:cNvSpPr>
            <a:spLocks noGrp="1"/>
          </p:cNvSpPr>
          <p:nvPr/>
        </p:nvSpPr>
        <p:spPr>
          <a:xfrm>
            <a:off x="10096500" y="4876800"/>
            <a:ext cx="9525" cy="466725"/>
          </a:xfrm>
          <a:custGeom>
            <a:avLst/>
            <a:gdLst/>
            <a:ahLst/>
            <a:cxnLst/>
            <a:rect l="0" t="0" r="0" b="0"/>
            <a:pathLst>
              <a:path w="9525" h="466725">
                <a:moveTo>
                  <a:pt x="0" y="466725"/>
                </a:moveTo>
                <a:lnTo>
                  <a:pt x="0" y="0"/>
                </a:lnTo>
              </a:path>
            </a:pathLst>
          </a:custGeom>
          <a:noFill/>
          <a:ln w="9525">
            <a:solidFill>
              <a:srgbClr val="BBC5C8"/>
            </a:solidFill>
            <a:prstDash val="solid"/>
          </a:ln>
        </p:spPr>
        <p:txBody>
          <a:bodyPr/>
          <a:lstStyle/>
          <a:p>
            <a:endParaRPr lang="zh-CN" altLang="en-US"/>
          </a:p>
        </p:txBody>
      </p:sp>
      <p:sp>
        <p:nvSpPr>
          <p:cNvPr id="101" name="v6-text-6088">
            <a:extLst>
              <a:ext uri="{FF2B5EF4-FFF2-40B4-BE49-F238E27FC236}">
                <a16:creationId xmlns:a16="http://schemas.microsoft.com/office/drawing/2014/main" id="{D0E5D442-3D5C-4AB1-B586-D665F6C08EEF}"/>
              </a:ext>
            </a:extLst>
          </p:cNvPr>
          <p:cNvSpPr>
            <a:spLocks noGrp="1"/>
          </p:cNvSpPr>
          <p:nvPr/>
        </p:nvSpPr>
        <p:spPr>
          <a:xfrm>
            <a:off x="9810750" y="6286500"/>
            <a:ext cx="2009775" cy="457200"/>
          </a:xfrm>
          <a:prstGeom prst="rect">
            <a:avLst/>
          </a:prstGeom>
          <a:noFill/>
          <a:ln w="0">
            <a:noFill/>
            <a:prstDash val="solid"/>
          </a:ln>
        </p:spPr>
        <p:txBody>
          <a:bodyPr wrap="square" lIns="0" tIns="0" rIns="0" bIns="0" anchor="ctr">
            <a:noAutofit/>
          </a:bodyPr>
          <a:lstStyle>
            <a:defPPr algn="ctr">
              <a:defRPr sz="1350" b="0">
                <a:solidFill>
                  <a:srgbClr val="111111"/>
                </a:solidFill>
                <a:latin typeface="Arial"/>
                <a:ea typeface="Arial"/>
                <a:cs typeface="Arial"/>
              </a:defRPr>
            </a:defPPr>
            <a:lvl1pPr algn="ctr">
              <a:buNone/>
              <a:defRPr sz="1425" b="0">
                <a:solidFill>
                  <a:srgbClr val="111111"/>
                </a:solidFill>
                <a:latin typeface="Arial"/>
                <a:ea typeface="Arial"/>
                <a:cs typeface="Arial"/>
              </a:defRPr>
            </a:lvl1pPr>
            <a:lvl2pPr algn="ctr">
              <a:buNone/>
              <a:defRPr sz="1425" b="0">
                <a:solidFill>
                  <a:srgbClr val="111111"/>
                </a:solidFill>
                <a:latin typeface="Arial"/>
                <a:ea typeface="Arial"/>
                <a:cs typeface="Arial"/>
              </a:defRPr>
            </a:lvl2pPr>
            <a:lvl3pPr algn="ctr">
              <a:buNone/>
              <a:defRPr sz="1425" b="0">
                <a:solidFill>
                  <a:srgbClr val="111111"/>
                </a:solidFill>
                <a:latin typeface="Arial"/>
                <a:ea typeface="Arial"/>
                <a:cs typeface="Arial"/>
              </a:defRPr>
            </a:lvl3pPr>
            <a:lvl4pPr algn="ctr">
              <a:buNone/>
              <a:defRPr sz="1425" b="0">
                <a:solidFill>
                  <a:srgbClr val="111111"/>
                </a:solidFill>
                <a:latin typeface="Arial"/>
                <a:ea typeface="Arial"/>
                <a:cs typeface="Arial"/>
              </a:defRPr>
            </a:lvl4pPr>
            <a:lvl5pPr algn="ctr">
              <a:buNone/>
              <a:defRPr sz="1425" b="0">
                <a:solidFill>
                  <a:srgbClr val="111111"/>
                </a:solidFill>
                <a:latin typeface="Arial"/>
                <a:ea typeface="Arial"/>
                <a:cs typeface="Arial"/>
              </a:defRPr>
            </a:lvl5pPr>
            <a:lvl6pPr algn="ctr">
              <a:buNone/>
              <a:defRPr sz="1425" b="0">
                <a:solidFill>
                  <a:srgbClr val="111111"/>
                </a:solidFill>
                <a:latin typeface="Arial"/>
                <a:ea typeface="Arial"/>
                <a:cs typeface="Arial"/>
              </a:defRPr>
            </a:lvl6pPr>
            <a:lvl7pPr algn="ctr">
              <a:buNone/>
              <a:defRPr sz="1425" b="0">
                <a:solidFill>
                  <a:srgbClr val="111111"/>
                </a:solidFill>
                <a:latin typeface="Arial"/>
                <a:ea typeface="Arial"/>
                <a:cs typeface="Arial"/>
              </a:defRPr>
            </a:lvl7pPr>
            <a:lvl8pPr algn="ctr">
              <a:buNone/>
              <a:defRPr sz="1425" b="0">
                <a:solidFill>
                  <a:srgbClr val="111111"/>
                </a:solidFill>
                <a:latin typeface="Arial"/>
                <a:ea typeface="Arial"/>
                <a:cs typeface="Arial"/>
              </a:defRPr>
            </a:lvl8pPr>
            <a:lvl9pPr algn="ctr">
              <a:buNone/>
              <a:defRPr sz="1425" b="0">
                <a:solidFill>
                  <a:srgbClr val="111111"/>
                </a:solidFill>
                <a:latin typeface="Arial"/>
                <a:ea typeface="Arial"/>
                <a:cs typeface="Arial"/>
              </a:defRPr>
            </a:lvl9pPr>
          </a:lstStyle>
          <a:p>
            <a:pPr algn="ctr">
              <a:buNone/>
              <a:defRPr sz="1425" b="0">
                <a:solidFill>
                  <a:srgbClr val="111111"/>
                </a:solidFill>
                <a:latin typeface="Arial"/>
                <a:ea typeface="Arial"/>
                <a:cs typeface="Arial"/>
              </a:defRPr>
            </a:pPr>
            <a:r>
              <a:rPr sz="1350" b="0">
                <a:solidFill>
                  <a:srgbClr val="111111"/>
                </a:solidFill>
                <a:latin typeface="Arial"/>
                <a:ea typeface="Arial"/>
                <a:cs typeface="Arial"/>
              </a:rPr>
              <a:t>Intervals + class</a:t>
            </a:r>
          </a:p>
          <a:p>
            <a:pPr algn="ctr">
              <a:buNone/>
              <a:defRPr sz="1425" b="0">
                <a:solidFill>
                  <a:srgbClr val="111111"/>
                </a:solidFill>
                <a:latin typeface="Arial"/>
                <a:ea typeface="Arial"/>
                <a:cs typeface="Arial"/>
              </a:defRPr>
            </a:pPr>
            <a:r>
              <a:rPr sz="1350" b="0">
                <a:solidFill>
                  <a:srgbClr val="111111"/>
                </a:solidFill>
                <a:latin typeface="Arial"/>
                <a:ea typeface="Arial"/>
                <a:cs typeface="Arial"/>
              </a:rPr>
              <a:t>Evidence tree + score</a:t>
            </a:r>
          </a:p>
        </p:txBody>
      </p:sp>
      <p:sp>
        <p:nvSpPr>
          <p:cNvPr id="102" name="v6-text-6089">
            <a:extLst>
              <a:ext uri="{FF2B5EF4-FFF2-40B4-BE49-F238E27FC236}">
                <a16:creationId xmlns:a16="http://schemas.microsoft.com/office/drawing/2014/main" id="{9C93A0DD-EB84-431A-8430-ED2C5CE80D70}"/>
              </a:ext>
            </a:extLst>
          </p:cNvPr>
          <p:cNvSpPr>
            <a:spLocks noGrp="1"/>
          </p:cNvSpPr>
          <p:nvPr/>
        </p:nvSpPr>
        <p:spPr>
          <a:xfrm>
            <a:off x="11572875" y="6429375"/>
            <a:ext cx="304800" cy="238125"/>
          </a:xfrm>
          <a:prstGeom prst="rect">
            <a:avLst/>
          </a:prstGeom>
          <a:noFill/>
          <a:ln w="0">
            <a:noFill/>
            <a:prstDash val="solid"/>
          </a:ln>
        </p:spPr>
        <p:txBody>
          <a:bodyPr wrap="square" lIns="0" tIns="0" rIns="0" bIns="0" anchor="ctr">
            <a:noAutofit/>
          </a:bodyPr>
          <a:lstStyle>
            <a:defPPr algn="r">
              <a:defRPr sz="1275" b="0">
                <a:solidFill>
                  <a:srgbClr val="999999"/>
                </a:solidFill>
                <a:latin typeface="Arial"/>
                <a:ea typeface="Arial"/>
                <a:cs typeface="Arial"/>
              </a:defRPr>
            </a:defPPr>
            <a:lvl1pPr algn="r">
              <a:buNone/>
              <a:defRPr sz="1275" b="0">
                <a:solidFill>
                  <a:srgbClr val="999999"/>
                </a:solidFill>
                <a:latin typeface="Arial"/>
                <a:ea typeface="Arial"/>
                <a:cs typeface="Arial"/>
              </a:defRPr>
            </a:lvl1pPr>
            <a:lvl2pPr algn="r">
              <a:buNone/>
              <a:defRPr sz="1275" b="0">
                <a:solidFill>
                  <a:srgbClr val="999999"/>
                </a:solidFill>
                <a:latin typeface="Arial"/>
                <a:ea typeface="Arial"/>
                <a:cs typeface="Arial"/>
              </a:defRPr>
            </a:lvl2pPr>
            <a:lvl3pPr algn="r">
              <a:buNone/>
              <a:defRPr sz="1275" b="0">
                <a:solidFill>
                  <a:srgbClr val="999999"/>
                </a:solidFill>
                <a:latin typeface="Arial"/>
                <a:ea typeface="Arial"/>
                <a:cs typeface="Arial"/>
              </a:defRPr>
            </a:lvl3pPr>
            <a:lvl4pPr algn="r">
              <a:buNone/>
              <a:defRPr sz="1275" b="0">
                <a:solidFill>
                  <a:srgbClr val="999999"/>
                </a:solidFill>
                <a:latin typeface="Arial"/>
                <a:ea typeface="Arial"/>
                <a:cs typeface="Arial"/>
              </a:defRPr>
            </a:lvl4pPr>
            <a:lvl5pPr algn="r">
              <a:buNone/>
              <a:defRPr sz="1275" b="0">
                <a:solidFill>
                  <a:srgbClr val="999999"/>
                </a:solidFill>
                <a:latin typeface="Arial"/>
                <a:ea typeface="Arial"/>
                <a:cs typeface="Arial"/>
              </a:defRPr>
            </a:lvl5pPr>
            <a:lvl6pPr algn="r">
              <a:buNone/>
              <a:defRPr sz="1275" b="0">
                <a:solidFill>
                  <a:srgbClr val="999999"/>
                </a:solidFill>
                <a:latin typeface="Arial"/>
                <a:ea typeface="Arial"/>
                <a:cs typeface="Arial"/>
              </a:defRPr>
            </a:lvl6pPr>
            <a:lvl7pPr algn="r">
              <a:buNone/>
              <a:defRPr sz="1275" b="0">
                <a:solidFill>
                  <a:srgbClr val="999999"/>
                </a:solidFill>
                <a:latin typeface="Arial"/>
                <a:ea typeface="Arial"/>
                <a:cs typeface="Arial"/>
              </a:defRPr>
            </a:lvl7pPr>
            <a:lvl8pPr algn="r">
              <a:buNone/>
              <a:defRPr sz="1275" b="0">
                <a:solidFill>
                  <a:srgbClr val="999999"/>
                </a:solidFill>
                <a:latin typeface="Arial"/>
                <a:ea typeface="Arial"/>
                <a:cs typeface="Arial"/>
              </a:defRPr>
            </a:lvl8pPr>
            <a:lvl9pPr algn="r">
              <a:buNone/>
              <a:defRPr sz="1275" b="0">
                <a:solidFill>
                  <a:srgbClr val="999999"/>
                </a:solidFill>
                <a:latin typeface="Arial"/>
                <a:ea typeface="Arial"/>
                <a:cs typeface="Arial"/>
              </a:defRPr>
            </a:lvl9pPr>
          </a:lstStyle>
          <a:p>
            <a:pPr algn="r">
              <a:buNone/>
              <a:defRPr sz="1275" b="0">
                <a:solidFill>
                  <a:srgbClr val="999999"/>
                </a:solidFill>
                <a:latin typeface="Arial"/>
                <a:ea typeface="Arial"/>
                <a:cs typeface="Arial"/>
              </a:defRPr>
            </a:pPr>
            <a:r>
              <a:rPr sz="1275" b="0">
                <a:solidFill>
                  <a:srgbClr val="999999"/>
                </a:solidFill>
                <a:latin typeface="Arial"/>
                <a:ea typeface="Arial"/>
                <a:cs typeface="Arial"/>
              </a:rPr>
              <a:t>7</a:t>
            </a:r>
          </a:p>
        </p:txBody>
      </p:sp>
      <p:sp>
        <p:nvSpPr>
          <p:cNvPr id="104" name="v7-tree-edge-7014">
            <a:extLst>
              <a:ext uri="{FF2B5EF4-FFF2-40B4-BE49-F238E27FC236}">
                <a16:creationId xmlns:a16="http://schemas.microsoft.com/office/drawing/2014/main" id="{BEF1CD05-369D-4F3F-9E7F-B917294FAE2E}"/>
              </a:ext>
            </a:extLst>
          </p:cNvPr>
          <p:cNvSpPr>
            <a:spLocks noGrp="1"/>
          </p:cNvSpPr>
          <p:nvPr/>
        </p:nvSpPr>
        <p:spPr>
          <a:xfrm>
            <a:off x="5648325" y="2452688"/>
            <a:ext cx="1028700" cy="235744"/>
          </a:xfrm>
          <a:custGeom>
            <a:avLst/>
            <a:gdLst/>
            <a:ahLst/>
            <a:cxnLst/>
            <a:rect l="0" t="0" r="0" b="0"/>
            <a:pathLst>
              <a:path w="1028700" h="235744">
                <a:moveTo>
                  <a:pt x="0" y="235744"/>
                </a:moveTo>
                <a:cubicBezTo>
                  <a:pt x="493776" y="235744"/>
                  <a:pt x="534924" y="0"/>
                  <a:pt x="1028700" y="0"/>
                </a:cubicBezTo>
              </a:path>
            </a:pathLst>
          </a:custGeom>
          <a:noFill/>
          <a:ln w="11430">
            <a:solidFill>
              <a:srgbClr val="A8AEA9"/>
            </a:solidFill>
            <a:prstDash val="solid"/>
          </a:ln>
        </p:spPr>
        <p:txBody>
          <a:bodyPr/>
          <a:lstStyle/>
          <a:p>
            <a:endParaRPr lang="zh-CN" altLang="en-US"/>
          </a:p>
        </p:txBody>
      </p:sp>
      <p:sp>
        <p:nvSpPr>
          <p:cNvPr id="105" name="v7-tree-edge-7015">
            <a:extLst>
              <a:ext uri="{FF2B5EF4-FFF2-40B4-BE49-F238E27FC236}">
                <a16:creationId xmlns:a16="http://schemas.microsoft.com/office/drawing/2014/main" id="{45427854-BDF5-411F-946A-DD5150D242CB}"/>
              </a:ext>
            </a:extLst>
          </p:cNvPr>
          <p:cNvSpPr>
            <a:spLocks noGrp="1"/>
          </p:cNvSpPr>
          <p:nvPr/>
        </p:nvSpPr>
        <p:spPr>
          <a:xfrm>
            <a:off x="5648325" y="2688431"/>
            <a:ext cx="152400" cy="235744"/>
          </a:xfrm>
          <a:custGeom>
            <a:avLst/>
            <a:gdLst/>
            <a:ahLst/>
            <a:cxnLst/>
            <a:rect l="0" t="0" r="0" b="0"/>
            <a:pathLst>
              <a:path w="152400" h="235744">
                <a:moveTo>
                  <a:pt x="0" y="0"/>
                </a:moveTo>
                <a:cubicBezTo>
                  <a:pt x="73152" y="0"/>
                  <a:pt x="79248" y="235744"/>
                  <a:pt x="152400" y="235744"/>
                </a:cubicBezTo>
              </a:path>
            </a:pathLst>
          </a:custGeom>
          <a:noFill/>
          <a:ln w="11430">
            <a:solidFill>
              <a:srgbClr val="A8AEA9"/>
            </a:solidFill>
            <a:prstDash val="solid"/>
          </a:ln>
        </p:spPr>
        <p:txBody>
          <a:bodyPr/>
          <a:lstStyle/>
          <a:p>
            <a:endParaRPr lang="zh-CN" altLang="en-US"/>
          </a:p>
        </p:txBody>
      </p:sp>
      <p:sp>
        <p:nvSpPr>
          <p:cNvPr id="106" name="v7-tree-edge-7016">
            <a:extLst>
              <a:ext uri="{FF2B5EF4-FFF2-40B4-BE49-F238E27FC236}">
                <a16:creationId xmlns:a16="http://schemas.microsoft.com/office/drawing/2014/main" id="{24A0EDE7-38E6-48D4-8A0A-5F04AD8553EE}"/>
              </a:ext>
            </a:extLst>
          </p:cNvPr>
          <p:cNvSpPr>
            <a:spLocks noGrp="1"/>
          </p:cNvSpPr>
          <p:nvPr/>
        </p:nvSpPr>
        <p:spPr>
          <a:xfrm>
            <a:off x="6086475" y="2767013"/>
            <a:ext cx="152400" cy="157163"/>
          </a:xfrm>
          <a:custGeom>
            <a:avLst/>
            <a:gdLst/>
            <a:ahLst/>
            <a:cxnLst/>
            <a:rect l="0" t="0" r="0" b="0"/>
            <a:pathLst>
              <a:path w="152400" h="157163">
                <a:moveTo>
                  <a:pt x="0" y="157163"/>
                </a:moveTo>
                <a:cubicBezTo>
                  <a:pt x="73152" y="157163"/>
                  <a:pt x="79248" y="0"/>
                  <a:pt x="152400" y="0"/>
                </a:cubicBezTo>
              </a:path>
            </a:pathLst>
          </a:custGeom>
          <a:noFill/>
          <a:ln w="11430">
            <a:solidFill>
              <a:srgbClr val="A8AEA9"/>
            </a:solidFill>
            <a:prstDash val="solid"/>
          </a:ln>
        </p:spPr>
        <p:txBody>
          <a:bodyPr/>
          <a:lstStyle/>
          <a:p>
            <a:endParaRPr lang="zh-CN" altLang="en-US"/>
          </a:p>
        </p:txBody>
      </p:sp>
      <p:sp>
        <p:nvSpPr>
          <p:cNvPr id="107" name="v7-tree-edge-7017">
            <a:extLst>
              <a:ext uri="{FF2B5EF4-FFF2-40B4-BE49-F238E27FC236}">
                <a16:creationId xmlns:a16="http://schemas.microsoft.com/office/drawing/2014/main" id="{1773DF30-54AB-4270-8113-F0C940909150}"/>
              </a:ext>
            </a:extLst>
          </p:cNvPr>
          <p:cNvSpPr>
            <a:spLocks noGrp="1"/>
          </p:cNvSpPr>
          <p:nvPr/>
        </p:nvSpPr>
        <p:spPr>
          <a:xfrm>
            <a:off x="6086475" y="2924175"/>
            <a:ext cx="590550" cy="157163"/>
          </a:xfrm>
          <a:custGeom>
            <a:avLst/>
            <a:gdLst/>
            <a:ahLst/>
            <a:cxnLst/>
            <a:rect l="0" t="0" r="0" b="0"/>
            <a:pathLst>
              <a:path w="590550" h="157163">
                <a:moveTo>
                  <a:pt x="0" y="0"/>
                </a:moveTo>
                <a:cubicBezTo>
                  <a:pt x="283464" y="0"/>
                  <a:pt x="307086" y="157163"/>
                  <a:pt x="590550" y="157163"/>
                </a:cubicBezTo>
              </a:path>
            </a:pathLst>
          </a:custGeom>
          <a:noFill/>
          <a:ln w="11430">
            <a:solidFill>
              <a:srgbClr val="A8AEA9"/>
            </a:solidFill>
            <a:prstDash val="solid"/>
          </a:ln>
        </p:spPr>
        <p:txBody>
          <a:bodyPr/>
          <a:lstStyle/>
          <a:p>
            <a:endParaRPr lang="zh-CN" altLang="en-US"/>
          </a:p>
        </p:txBody>
      </p:sp>
      <p:sp>
        <p:nvSpPr>
          <p:cNvPr id="108" name="v7-tree-edge-7018">
            <a:extLst>
              <a:ext uri="{FF2B5EF4-FFF2-40B4-BE49-F238E27FC236}">
                <a16:creationId xmlns:a16="http://schemas.microsoft.com/office/drawing/2014/main" id="{992DF26A-1349-4251-A989-382DE47D46DB}"/>
              </a:ext>
            </a:extLst>
          </p:cNvPr>
          <p:cNvSpPr>
            <a:spLocks noGrp="1"/>
          </p:cNvSpPr>
          <p:nvPr/>
        </p:nvSpPr>
        <p:spPr>
          <a:xfrm>
            <a:off x="6524625" y="2662238"/>
            <a:ext cx="152400" cy="104775"/>
          </a:xfrm>
          <a:custGeom>
            <a:avLst/>
            <a:gdLst/>
            <a:ahLst/>
            <a:cxnLst/>
            <a:rect l="0" t="0" r="0" b="0"/>
            <a:pathLst>
              <a:path w="152400" h="104775">
                <a:moveTo>
                  <a:pt x="0" y="104775"/>
                </a:moveTo>
                <a:cubicBezTo>
                  <a:pt x="73152" y="104775"/>
                  <a:pt x="79248" y="0"/>
                  <a:pt x="152400" y="0"/>
                </a:cubicBezTo>
              </a:path>
            </a:pathLst>
          </a:custGeom>
          <a:noFill/>
          <a:ln w="11430">
            <a:solidFill>
              <a:srgbClr val="A8AEA9"/>
            </a:solidFill>
            <a:prstDash val="solid"/>
          </a:ln>
        </p:spPr>
        <p:txBody>
          <a:bodyPr/>
          <a:lstStyle/>
          <a:p>
            <a:endParaRPr lang="zh-CN" altLang="en-US"/>
          </a:p>
        </p:txBody>
      </p:sp>
      <p:sp>
        <p:nvSpPr>
          <p:cNvPr id="109" name="v7-tree-edge-7019">
            <a:extLst>
              <a:ext uri="{FF2B5EF4-FFF2-40B4-BE49-F238E27FC236}">
                <a16:creationId xmlns:a16="http://schemas.microsoft.com/office/drawing/2014/main" id="{A073F5DF-06BD-460B-BED7-216445702DB0}"/>
              </a:ext>
            </a:extLst>
          </p:cNvPr>
          <p:cNvSpPr>
            <a:spLocks noGrp="1"/>
          </p:cNvSpPr>
          <p:nvPr/>
        </p:nvSpPr>
        <p:spPr>
          <a:xfrm>
            <a:off x="6524625" y="2767013"/>
            <a:ext cx="152400" cy="104775"/>
          </a:xfrm>
          <a:custGeom>
            <a:avLst/>
            <a:gdLst/>
            <a:ahLst/>
            <a:cxnLst/>
            <a:rect l="0" t="0" r="0" b="0"/>
            <a:pathLst>
              <a:path w="152400" h="104775">
                <a:moveTo>
                  <a:pt x="0" y="0"/>
                </a:moveTo>
                <a:cubicBezTo>
                  <a:pt x="73152" y="0"/>
                  <a:pt x="79248" y="104775"/>
                  <a:pt x="152400" y="104775"/>
                </a:cubicBezTo>
              </a:path>
            </a:pathLst>
          </a:custGeom>
          <a:noFill/>
          <a:ln w="11430">
            <a:solidFill>
              <a:srgbClr val="A8AEA9"/>
            </a:solidFill>
            <a:prstDash val="solid"/>
          </a:ln>
        </p:spPr>
        <p:txBody>
          <a:bodyPr/>
          <a:lstStyle/>
          <a:p>
            <a:endParaRPr lang="zh-CN" altLang="en-US"/>
          </a:p>
        </p:txBody>
      </p:sp>
      <p:sp>
        <p:nvSpPr>
          <p:cNvPr id="110" name="v7-tree-node-7020">
            <a:extLst>
              <a:ext uri="{FF2B5EF4-FFF2-40B4-BE49-F238E27FC236}">
                <a16:creationId xmlns:a16="http://schemas.microsoft.com/office/drawing/2014/main" id="{F0ADE792-47EC-4A01-983A-B0CEEF5641C7}"/>
              </a:ext>
            </a:extLst>
          </p:cNvPr>
          <p:cNvSpPr>
            <a:spLocks noGrp="1"/>
          </p:cNvSpPr>
          <p:nvPr/>
        </p:nvSpPr>
        <p:spPr>
          <a:xfrm>
            <a:off x="5362575" y="2616994"/>
            <a:ext cx="285750" cy="142875"/>
          </a:xfrm>
          <a:prstGeom prst="roundRect">
            <a:avLst>
              <a:gd name="adj" fmla="val 13333"/>
            </a:avLst>
          </a:prstGeom>
          <a:solidFill>
            <a:srgbClr val="FFFFFF"/>
          </a:solidFill>
          <a:ln w="14288">
            <a:solidFill>
              <a:srgbClr val="7030A0"/>
            </a:solidFill>
            <a:prstDash val="solid"/>
          </a:ln>
        </p:spPr>
        <p:txBody>
          <a:bodyPr/>
          <a:lstStyle/>
          <a:p>
            <a:endParaRPr lang="zh-CN" altLang="en-US"/>
          </a:p>
        </p:txBody>
      </p:sp>
      <p:sp>
        <p:nvSpPr>
          <p:cNvPr id="111" name="v7-tree-node-7021">
            <a:extLst>
              <a:ext uri="{FF2B5EF4-FFF2-40B4-BE49-F238E27FC236}">
                <a16:creationId xmlns:a16="http://schemas.microsoft.com/office/drawing/2014/main" id="{F7368C20-905E-4695-B96E-F914AAB7EF7F}"/>
              </a:ext>
            </a:extLst>
          </p:cNvPr>
          <p:cNvSpPr>
            <a:spLocks noGrp="1"/>
          </p:cNvSpPr>
          <p:nvPr/>
        </p:nvSpPr>
        <p:spPr>
          <a:xfrm>
            <a:off x="5800725" y="2852738"/>
            <a:ext cx="285750" cy="142875"/>
          </a:xfrm>
          <a:prstGeom prst="roundRect">
            <a:avLst>
              <a:gd name="adj" fmla="val 13333"/>
            </a:avLst>
          </a:prstGeom>
          <a:solidFill>
            <a:srgbClr val="FFFFFF"/>
          </a:solidFill>
          <a:ln w="14288">
            <a:solidFill>
              <a:srgbClr val="0B96BE"/>
            </a:solidFill>
            <a:prstDash val="solid"/>
          </a:ln>
        </p:spPr>
        <p:txBody>
          <a:bodyPr/>
          <a:lstStyle/>
          <a:p>
            <a:endParaRPr lang="zh-CN" altLang="en-US"/>
          </a:p>
        </p:txBody>
      </p:sp>
      <p:sp>
        <p:nvSpPr>
          <p:cNvPr id="112" name="v7-tree-node-7022">
            <a:extLst>
              <a:ext uri="{FF2B5EF4-FFF2-40B4-BE49-F238E27FC236}">
                <a16:creationId xmlns:a16="http://schemas.microsoft.com/office/drawing/2014/main" id="{1DB7339A-1306-474E-A834-4604062F7875}"/>
              </a:ext>
            </a:extLst>
          </p:cNvPr>
          <p:cNvSpPr>
            <a:spLocks noGrp="1"/>
          </p:cNvSpPr>
          <p:nvPr/>
        </p:nvSpPr>
        <p:spPr>
          <a:xfrm>
            <a:off x="6238875" y="2695575"/>
            <a:ext cx="285750" cy="142875"/>
          </a:xfrm>
          <a:prstGeom prst="roundRect">
            <a:avLst>
              <a:gd name="adj" fmla="val 13333"/>
            </a:avLst>
          </a:prstGeom>
          <a:solidFill>
            <a:srgbClr val="FFFFFF"/>
          </a:solidFill>
          <a:ln w="14288">
            <a:solidFill>
              <a:srgbClr val="D8A100"/>
            </a:solidFill>
            <a:prstDash val="solid"/>
          </a:ln>
        </p:spPr>
        <p:txBody>
          <a:bodyPr/>
          <a:lstStyle/>
          <a:p>
            <a:endParaRPr lang="zh-CN" altLang="en-US"/>
          </a:p>
        </p:txBody>
      </p:sp>
      <p:sp>
        <p:nvSpPr>
          <p:cNvPr id="113" name="v7-tree-node-7023">
            <a:extLst>
              <a:ext uri="{FF2B5EF4-FFF2-40B4-BE49-F238E27FC236}">
                <a16:creationId xmlns:a16="http://schemas.microsoft.com/office/drawing/2014/main" id="{5C9DAF58-1BB6-45B9-A5B7-9C9D2AA09BFD}"/>
              </a:ext>
            </a:extLst>
          </p:cNvPr>
          <p:cNvSpPr>
            <a:spLocks noGrp="1"/>
          </p:cNvSpPr>
          <p:nvPr/>
        </p:nvSpPr>
        <p:spPr>
          <a:xfrm>
            <a:off x="6677025" y="2381250"/>
            <a:ext cx="285750" cy="142875"/>
          </a:xfrm>
          <a:prstGeom prst="roundRect">
            <a:avLst>
              <a:gd name="adj" fmla="val 13333"/>
            </a:avLst>
          </a:prstGeom>
          <a:solidFill>
            <a:srgbClr val="FFFFFF"/>
          </a:solidFill>
          <a:ln w="14288">
            <a:solidFill>
              <a:srgbClr val="196B24"/>
            </a:solidFill>
            <a:prstDash val="dash"/>
          </a:ln>
        </p:spPr>
        <p:txBody>
          <a:bodyPr/>
          <a:lstStyle/>
          <a:p>
            <a:endParaRPr lang="zh-CN" altLang="en-US"/>
          </a:p>
        </p:txBody>
      </p:sp>
      <p:sp>
        <p:nvSpPr>
          <p:cNvPr id="114" name="v7-tree-node-7024">
            <a:extLst>
              <a:ext uri="{FF2B5EF4-FFF2-40B4-BE49-F238E27FC236}">
                <a16:creationId xmlns:a16="http://schemas.microsoft.com/office/drawing/2014/main" id="{01860D29-9144-4460-9D67-AE991B9B5719}"/>
              </a:ext>
            </a:extLst>
          </p:cNvPr>
          <p:cNvSpPr>
            <a:spLocks noGrp="1"/>
          </p:cNvSpPr>
          <p:nvPr/>
        </p:nvSpPr>
        <p:spPr>
          <a:xfrm>
            <a:off x="6677025" y="2590800"/>
            <a:ext cx="285750" cy="142875"/>
          </a:xfrm>
          <a:prstGeom prst="roundRect">
            <a:avLst>
              <a:gd name="adj" fmla="val 13333"/>
            </a:avLst>
          </a:prstGeom>
          <a:solidFill>
            <a:srgbClr val="FFFFFF"/>
          </a:solidFill>
          <a:ln w="14288">
            <a:solidFill>
              <a:srgbClr val="D76A29"/>
            </a:solidFill>
            <a:prstDash val="dash"/>
          </a:ln>
        </p:spPr>
        <p:txBody>
          <a:bodyPr/>
          <a:lstStyle/>
          <a:p>
            <a:endParaRPr lang="zh-CN" altLang="en-US"/>
          </a:p>
        </p:txBody>
      </p:sp>
      <p:sp>
        <p:nvSpPr>
          <p:cNvPr id="115" name="v7-tree-node-7025">
            <a:extLst>
              <a:ext uri="{FF2B5EF4-FFF2-40B4-BE49-F238E27FC236}">
                <a16:creationId xmlns:a16="http://schemas.microsoft.com/office/drawing/2014/main" id="{6E04FBA2-96D2-4C40-923B-3351DA269D87}"/>
              </a:ext>
            </a:extLst>
          </p:cNvPr>
          <p:cNvSpPr>
            <a:spLocks noGrp="1"/>
          </p:cNvSpPr>
          <p:nvPr/>
        </p:nvSpPr>
        <p:spPr>
          <a:xfrm>
            <a:off x="6677025" y="2800350"/>
            <a:ext cx="285750" cy="142875"/>
          </a:xfrm>
          <a:prstGeom prst="roundRect">
            <a:avLst>
              <a:gd name="adj" fmla="val 13333"/>
            </a:avLst>
          </a:prstGeom>
          <a:solidFill>
            <a:srgbClr val="FFFFFF"/>
          </a:solidFill>
          <a:ln w="14288">
            <a:solidFill>
              <a:srgbClr val="D76A29"/>
            </a:solidFill>
            <a:prstDash val="dash"/>
          </a:ln>
        </p:spPr>
        <p:txBody>
          <a:bodyPr/>
          <a:lstStyle/>
          <a:p>
            <a:endParaRPr lang="zh-CN" altLang="en-US"/>
          </a:p>
        </p:txBody>
      </p:sp>
      <p:sp>
        <p:nvSpPr>
          <p:cNvPr id="116" name="v7-tree-node-7026">
            <a:extLst>
              <a:ext uri="{FF2B5EF4-FFF2-40B4-BE49-F238E27FC236}">
                <a16:creationId xmlns:a16="http://schemas.microsoft.com/office/drawing/2014/main" id="{2B1BFBC8-3D61-47BA-8D7B-45955887EC2E}"/>
              </a:ext>
            </a:extLst>
          </p:cNvPr>
          <p:cNvSpPr>
            <a:spLocks noGrp="1"/>
          </p:cNvSpPr>
          <p:nvPr/>
        </p:nvSpPr>
        <p:spPr>
          <a:xfrm>
            <a:off x="6677025" y="3009900"/>
            <a:ext cx="285750" cy="142875"/>
          </a:xfrm>
          <a:prstGeom prst="roundRect">
            <a:avLst>
              <a:gd name="adj" fmla="val 13333"/>
            </a:avLst>
          </a:prstGeom>
          <a:solidFill>
            <a:srgbClr val="FFFFFF"/>
          </a:solidFill>
          <a:ln w="14288">
            <a:solidFill>
              <a:srgbClr val="D76A29"/>
            </a:solidFill>
            <a:prstDash val="dash"/>
          </a:ln>
        </p:spPr>
        <p:txBody>
          <a:bodyPr/>
          <a:lstStyle/>
          <a:p>
            <a:endParaRPr lang="zh-CN" altLang="en-US"/>
          </a:p>
        </p:txBody>
      </p:sp>
      <p:sp>
        <p:nvSpPr>
          <p:cNvPr id="117" name="v7-tree-edge-7027">
            <a:extLst>
              <a:ext uri="{FF2B5EF4-FFF2-40B4-BE49-F238E27FC236}">
                <a16:creationId xmlns:a16="http://schemas.microsoft.com/office/drawing/2014/main" id="{9D201B31-4F4A-4FE4-AB82-21D4915C6C61}"/>
              </a:ext>
            </a:extLst>
          </p:cNvPr>
          <p:cNvSpPr>
            <a:spLocks noGrp="1"/>
          </p:cNvSpPr>
          <p:nvPr/>
        </p:nvSpPr>
        <p:spPr>
          <a:xfrm>
            <a:off x="5543550" y="5500688"/>
            <a:ext cx="1028700" cy="235744"/>
          </a:xfrm>
          <a:custGeom>
            <a:avLst/>
            <a:gdLst/>
            <a:ahLst/>
            <a:cxnLst/>
            <a:rect l="0" t="0" r="0" b="0"/>
            <a:pathLst>
              <a:path w="1028700" h="235744">
                <a:moveTo>
                  <a:pt x="0" y="235744"/>
                </a:moveTo>
                <a:cubicBezTo>
                  <a:pt x="493776" y="235744"/>
                  <a:pt x="534924" y="0"/>
                  <a:pt x="1028700" y="0"/>
                </a:cubicBezTo>
              </a:path>
            </a:pathLst>
          </a:custGeom>
          <a:noFill/>
          <a:ln w="11430">
            <a:solidFill>
              <a:srgbClr val="A8AEA9"/>
            </a:solidFill>
            <a:prstDash val="solid"/>
          </a:ln>
        </p:spPr>
        <p:txBody>
          <a:bodyPr/>
          <a:lstStyle/>
          <a:p>
            <a:endParaRPr lang="zh-CN" altLang="en-US"/>
          </a:p>
        </p:txBody>
      </p:sp>
      <p:sp>
        <p:nvSpPr>
          <p:cNvPr id="118" name="v7-tree-edge-7028">
            <a:extLst>
              <a:ext uri="{FF2B5EF4-FFF2-40B4-BE49-F238E27FC236}">
                <a16:creationId xmlns:a16="http://schemas.microsoft.com/office/drawing/2014/main" id="{0DCB243F-329E-4316-834A-76B3F89CDC15}"/>
              </a:ext>
            </a:extLst>
          </p:cNvPr>
          <p:cNvSpPr>
            <a:spLocks noGrp="1"/>
          </p:cNvSpPr>
          <p:nvPr/>
        </p:nvSpPr>
        <p:spPr>
          <a:xfrm>
            <a:off x="5543550" y="5736431"/>
            <a:ext cx="152400" cy="235744"/>
          </a:xfrm>
          <a:custGeom>
            <a:avLst/>
            <a:gdLst/>
            <a:ahLst/>
            <a:cxnLst/>
            <a:rect l="0" t="0" r="0" b="0"/>
            <a:pathLst>
              <a:path w="152400" h="235744">
                <a:moveTo>
                  <a:pt x="0" y="0"/>
                </a:moveTo>
                <a:cubicBezTo>
                  <a:pt x="73152" y="0"/>
                  <a:pt x="79248" y="235744"/>
                  <a:pt x="152400" y="235744"/>
                </a:cubicBezTo>
              </a:path>
            </a:pathLst>
          </a:custGeom>
          <a:noFill/>
          <a:ln w="11430">
            <a:solidFill>
              <a:srgbClr val="A8AEA9"/>
            </a:solidFill>
            <a:prstDash val="solid"/>
          </a:ln>
        </p:spPr>
        <p:txBody>
          <a:bodyPr/>
          <a:lstStyle/>
          <a:p>
            <a:endParaRPr lang="zh-CN" altLang="en-US"/>
          </a:p>
        </p:txBody>
      </p:sp>
      <p:sp>
        <p:nvSpPr>
          <p:cNvPr id="119" name="v7-tree-edge-7029">
            <a:extLst>
              <a:ext uri="{FF2B5EF4-FFF2-40B4-BE49-F238E27FC236}">
                <a16:creationId xmlns:a16="http://schemas.microsoft.com/office/drawing/2014/main" id="{D74654F4-3FA2-410E-B4D1-0D4C2EBBFF83}"/>
              </a:ext>
            </a:extLst>
          </p:cNvPr>
          <p:cNvSpPr>
            <a:spLocks noGrp="1"/>
          </p:cNvSpPr>
          <p:nvPr/>
        </p:nvSpPr>
        <p:spPr>
          <a:xfrm>
            <a:off x="5981700" y="5815013"/>
            <a:ext cx="152400" cy="157163"/>
          </a:xfrm>
          <a:custGeom>
            <a:avLst/>
            <a:gdLst/>
            <a:ahLst/>
            <a:cxnLst/>
            <a:rect l="0" t="0" r="0" b="0"/>
            <a:pathLst>
              <a:path w="152400" h="157163">
                <a:moveTo>
                  <a:pt x="0" y="157163"/>
                </a:moveTo>
                <a:cubicBezTo>
                  <a:pt x="73152" y="157163"/>
                  <a:pt x="79248" y="0"/>
                  <a:pt x="152400" y="0"/>
                </a:cubicBezTo>
              </a:path>
            </a:pathLst>
          </a:custGeom>
          <a:noFill/>
          <a:ln w="11430">
            <a:solidFill>
              <a:srgbClr val="A8AEA9"/>
            </a:solidFill>
            <a:prstDash val="solid"/>
          </a:ln>
        </p:spPr>
        <p:txBody>
          <a:bodyPr/>
          <a:lstStyle/>
          <a:p>
            <a:endParaRPr lang="zh-CN" altLang="en-US"/>
          </a:p>
        </p:txBody>
      </p:sp>
      <p:sp>
        <p:nvSpPr>
          <p:cNvPr id="120" name="v7-tree-edge-7030">
            <a:extLst>
              <a:ext uri="{FF2B5EF4-FFF2-40B4-BE49-F238E27FC236}">
                <a16:creationId xmlns:a16="http://schemas.microsoft.com/office/drawing/2014/main" id="{A43BA972-3D89-4217-8B9F-7CF03A5A59D1}"/>
              </a:ext>
            </a:extLst>
          </p:cNvPr>
          <p:cNvSpPr>
            <a:spLocks noGrp="1"/>
          </p:cNvSpPr>
          <p:nvPr/>
        </p:nvSpPr>
        <p:spPr>
          <a:xfrm>
            <a:off x="5981700" y="5972175"/>
            <a:ext cx="590550" cy="157163"/>
          </a:xfrm>
          <a:custGeom>
            <a:avLst/>
            <a:gdLst/>
            <a:ahLst/>
            <a:cxnLst/>
            <a:rect l="0" t="0" r="0" b="0"/>
            <a:pathLst>
              <a:path w="590550" h="157163">
                <a:moveTo>
                  <a:pt x="0" y="0"/>
                </a:moveTo>
                <a:cubicBezTo>
                  <a:pt x="283464" y="0"/>
                  <a:pt x="307086" y="157163"/>
                  <a:pt x="590550" y="157163"/>
                </a:cubicBezTo>
              </a:path>
            </a:pathLst>
          </a:custGeom>
          <a:noFill/>
          <a:ln w="11430">
            <a:solidFill>
              <a:srgbClr val="A8AEA9"/>
            </a:solidFill>
            <a:prstDash val="solid"/>
          </a:ln>
        </p:spPr>
        <p:txBody>
          <a:bodyPr/>
          <a:lstStyle/>
          <a:p>
            <a:endParaRPr lang="zh-CN" altLang="en-US"/>
          </a:p>
        </p:txBody>
      </p:sp>
      <p:sp>
        <p:nvSpPr>
          <p:cNvPr id="121" name="v7-tree-edge-7031">
            <a:extLst>
              <a:ext uri="{FF2B5EF4-FFF2-40B4-BE49-F238E27FC236}">
                <a16:creationId xmlns:a16="http://schemas.microsoft.com/office/drawing/2014/main" id="{5FE06F5D-D861-4C14-B8B5-360DDF67AC34}"/>
              </a:ext>
            </a:extLst>
          </p:cNvPr>
          <p:cNvSpPr>
            <a:spLocks noGrp="1"/>
          </p:cNvSpPr>
          <p:nvPr/>
        </p:nvSpPr>
        <p:spPr>
          <a:xfrm>
            <a:off x="6419850" y="5710238"/>
            <a:ext cx="152400" cy="104775"/>
          </a:xfrm>
          <a:custGeom>
            <a:avLst/>
            <a:gdLst/>
            <a:ahLst/>
            <a:cxnLst/>
            <a:rect l="0" t="0" r="0" b="0"/>
            <a:pathLst>
              <a:path w="152400" h="104775">
                <a:moveTo>
                  <a:pt x="0" y="104775"/>
                </a:moveTo>
                <a:cubicBezTo>
                  <a:pt x="73152" y="104775"/>
                  <a:pt x="79248" y="0"/>
                  <a:pt x="152400" y="0"/>
                </a:cubicBezTo>
              </a:path>
            </a:pathLst>
          </a:custGeom>
          <a:noFill/>
          <a:ln w="11430">
            <a:solidFill>
              <a:srgbClr val="A8AEA9"/>
            </a:solidFill>
            <a:prstDash val="solid"/>
          </a:ln>
        </p:spPr>
        <p:txBody>
          <a:bodyPr/>
          <a:lstStyle/>
          <a:p>
            <a:endParaRPr lang="zh-CN" altLang="en-US"/>
          </a:p>
        </p:txBody>
      </p:sp>
      <p:sp>
        <p:nvSpPr>
          <p:cNvPr id="122" name="v7-tree-edge-7032">
            <a:extLst>
              <a:ext uri="{FF2B5EF4-FFF2-40B4-BE49-F238E27FC236}">
                <a16:creationId xmlns:a16="http://schemas.microsoft.com/office/drawing/2014/main" id="{93E8EA19-93B4-484A-A68B-8965DD1A136A}"/>
              </a:ext>
            </a:extLst>
          </p:cNvPr>
          <p:cNvSpPr>
            <a:spLocks noGrp="1"/>
          </p:cNvSpPr>
          <p:nvPr/>
        </p:nvSpPr>
        <p:spPr>
          <a:xfrm>
            <a:off x="6419850" y="5815013"/>
            <a:ext cx="152400" cy="104775"/>
          </a:xfrm>
          <a:custGeom>
            <a:avLst/>
            <a:gdLst/>
            <a:ahLst/>
            <a:cxnLst/>
            <a:rect l="0" t="0" r="0" b="0"/>
            <a:pathLst>
              <a:path w="152400" h="104775">
                <a:moveTo>
                  <a:pt x="0" y="0"/>
                </a:moveTo>
                <a:cubicBezTo>
                  <a:pt x="73152" y="0"/>
                  <a:pt x="79248" y="104775"/>
                  <a:pt x="152400" y="104775"/>
                </a:cubicBezTo>
              </a:path>
            </a:pathLst>
          </a:custGeom>
          <a:noFill/>
          <a:ln w="11430">
            <a:solidFill>
              <a:srgbClr val="D1D1D1"/>
            </a:solidFill>
            <a:prstDash val="dash"/>
          </a:ln>
        </p:spPr>
        <p:txBody>
          <a:bodyPr/>
          <a:lstStyle/>
          <a:p>
            <a:endParaRPr lang="zh-CN" altLang="en-US"/>
          </a:p>
        </p:txBody>
      </p:sp>
      <p:sp>
        <p:nvSpPr>
          <p:cNvPr id="123" name="v7-tree-node-7033">
            <a:extLst>
              <a:ext uri="{FF2B5EF4-FFF2-40B4-BE49-F238E27FC236}">
                <a16:creationId xmlns:a16="http://schemas.microsoft.com/office/drawing/2014/main" id="{13FF5A20-E198-40DE-B2D8-9FB51A075A65}"/>
              </a:ext>
            </a:extLst>
          </p:cNvPr>
          <p:cNvSpPr>
            <a:spLocks noGrp="1"/>
          </p:cNvSpPr>
          <p:nvPr/>
        </p:nvSpPr>
        <p:spPr>
          <a:xfrm>
            <a:off x="5257800" y="5664994"/>
            <a:ext cx="285750" cy="142875"/>
          </a:xfrm>
          <a:prstGeom prst="roundRect">
            <a:avLst>
              <a:gd name="adj" fmla="val 13333"/>
            </a:avLst>
          </a:prstGeom>
          <a:solidFill>
            <a:srgbClr val="F0E7F6"/>
          </a:solidFill>
          <a:ln w="14288">
            <a:solidFill>
              <a:srgbClr val="7030A0"/>
            </a:solidFill>
            <a:prstDash val="solid"/>
          </a:ln>
        </p:spPr>
        <p:txBody>
          <a:bodyPr/>
          <a:lstStyle/>
          <a:p>
            <a:endParaRPr lang="zh-CN" altLang="en-US"/>
          </a:p>
        </p:txBody>
      </p:sp>
      <p:sp>
        <p:nvSpPr>
          <p:cNvPr id="124" name="v7-tree-node-7034">
            <a:extLst>
              <a:ext uri="{FF2B5EF4-FFF2-40B4-BE49-F238E27FC236}">
                <a16:creationId xmlns:a16="http://schemas.microsoft.com/office/drawing/2014/main" id="{C845C9FE-E3CA-459A-80BC-584A3392EB73}"/>
              </a:ext>
            </a:extLst>
          </p:cNvPr>
          <p:cNvSpPr>
            <a:spLocks noGrp="1"/>
          </p:cNvSpPr>
          <p:nvPr/>
        </p:nvSpPr>
        <p:spPr>
          <a:xfrm>
            <a:off x="5695950" y="5900738"/>
            <a:ext cx="285750" cy="142875"/>
          </a:xfrm>
          <a:prstGeom prst="roundRect">
            <a:avLst>
              <a:gd name="adj" fmla="val 13333"/>
            </a:avLst>
          </a:prstGeom>
          <a:solidFill>
            <a:srgbClr val="E4F3F8"/>
          </a:solidFill>
          <a:ln w="14288">
            <a:solidFill>
              <a:srgbClr val="0B96BE"/>
            </a:solidFill>
            <a:prstDash val="solid"/>
          </a:ln>
        </p:spPr>
        <p:txBody>
          <a:bodyPr/>
          <a:lstStyle/>
          <a:p>
            <a:endParaRPr lang="zh-CN" altLang="en-US"/>
          </a:p>
        </p:txBody>
      </p:sp>
      <p:sp>
        <p:nvSpPr>
          <p:cNvPr id="125" name="v7-tree-node-7035">
            <a:extLst>
              <a:ext uri="{FF2B5EF4-FFF2-40B4-BE49-F238E27FC236}">
                <a16:creationId xmlns:a16="http://schemas.microsoft.com/office/drawing/2014/main" id="{3AD0BF24-58CF-4FB0-BA10-3EDF891F2070}"/>
              </a:ext>
            </a:extLst>
          </p:cNvPr>
          <p:cNvSpPr>
            <a:spLocks noGrp="1"/>
          </p:cNvSpPr>
          <p:nvPr/>
        </p:nvSpPr>
        <p:spPr>
          <a:xfrm>
            <a:off x="6134100" y="5743575"/>
            <a:ext cx="285750" cy="142875"/>
          </a:xfrm>
          <a:prstGeom prst="roundRect">
            <a:avLst>
              <a:gd name="adj" fmla="val 13333"/>
            </a:avLst>
          </a:prstGeom>
          <a:solidFill>
            <a:srgbClr val="FFF6D5"/>
          </a:solidFill>
          <a:ln w="14288">
            <a:solidFill>
              <a:srgbClr val="D8A100"/>
            </a:solidFill>
            <a:prstDash val="solid"/>
          </a:ln>
        </p:spPr>
        <p:txBody>
          <a:bodyPr/>
          <a:lstStyle/>
          <a:p>
            <a:endParaRPr lang="zh-CN" altLang="en-US"/>
          </a:p>
        </p:txBody>
      </p:sp>
      <p:sp>
        <p:nvSpPr>
          <p:cNvPr id="126" name="v7-tree-node-7036">
            <a:extLst>
              <a:ext uri="{FF2B5EF4-FFF2-40B4-BE49-F238E27FC236}">
                <a16:creationId xmlns:a16="http://schemas.microsoft.com/office/drawing/2014/main" id="{E29EEEAF-7839-4BCB-B286-2601B75C45E0}"/>
              </a:ext>
            </a:extLst>
          </p:cNvPr>
          <p:cNvSpPr>
            <a:spLocks noGrp="1"/>
          </p:cNvSpPr>
          <p:nvPr/>
        </p:nvSpPr>
        <p:spPr>
          <a:xfrm>
            <a:off x="6572250" y="5429250"/>
            <a:ext cx="285750" cy="142875"/>
          </a:xfrm>
          <a:prstGeom prst="roundRect">
            <a:avLst>
              <a:gd name="adj" fmla="val 13333"/>
            </a:avLst>
          </a:prstGeom>
          <a:solidFill>
            <a:srgbClr val="E6F1E7"/>
          </a:solidFill>
          <a:ln w="14288">
            <a:solidFill>
              <a:srgbClr val="196B24"/>
            </a:solidFill>
            <a:prstDash val="solid"/>
          </a:ln>
        </p:spPr>
        <p:txBody>
          <a:bodyPr/>
          <a:lstStyle/>
          <a:p>
            <a:endParaRPr lang="zh-CN" altLang="en-US"/>
          </a:p>
        </p:txBody>
      </p:sp>
      <p:sp>
        <p:nvSpPr>
          <p:cNvPr id="127" name="v7-tree-node-7037">
            <a:extLst>
              <a:ext uri="{FF2B5EF4-FFF2-40B4-BE49-F238E27FC236}">
                <a16:creationId xmlns:a16="http://schemas.microsoft.com/office/drawing/2014/main" id="{CCA6B8B3-CB69-493A-9F39-F1BA93534E1B}"/>
              </a:ext>
            </a:extLst>
          </p:cNvPr>
          <p:cNvSpPr>
            <a:spLocks noGrp="1"/>
          </p:cNvSpPr>
          <p:nvPr/>
        </p:nvSpPr>
        <p:spPr>
          <a:xfrm>
            <a:off x="6572250" y="5638800"/>
            <a:ext cx="285750" cy="142875"/>
          </a:xfrm>
          <a:prstGeom prst="roundRect">
            <a:avLst>
              <a:gd name="adj" fmla="val 13333"/>
            </a:avLst>
          </a:prstGeom>
          <a:solidFill>
            <a:srgbClr val="FCECDF"/>
          </a:solidFill>
          <a:ln w="14288">
            <a:solidFill>
              <a:srgbClr val="D76A29"/>
            </a:solidFill>
            <a:prstDash val="solid"/>
          </a:ln>
        </p:spPr>
        <p:txBody>
          <a:bodyPr/>
          <a:lstStyle/>
          <a:p>
            <a:endParaRPr lang="zh-CN" altLang="en-US"/>
          </a:p>
        </p:txBody>
      </p:sp>
      <p:sp>
        <p:nvSpPr>
          <p:cNvPr id="128" name="v7-tree-node-7038">
            <a:extLst>
              <a:ext uri="{FF2B5EF4-FFF2-40B4-BE49-F238E27FC236}">
                <a16:creationId xmlns:a16="http://schemas.microsoft.com/office/drawing/2014/main" id="{1EE1674B-A0C5-407E-AA64-6D8F6D335054}"/>
              </a:ext>
            </a:extLst>
          </p:cNvPr>
          <p:cNvSpPr>
            <a:spLocks noGrp="1"/>
          </p:cNvSpPr>
          <p:nvPr/>
        </p:nvSpPr>
        <p:spPr>
          <a:xfrm>
            <a:off x="6572250" y="5848350"/>
            <a:ext cx="285750" cy="142875"/>
          </a:xfrm>
          <a:prstGeom prst="roundRect">
            <a:avLst>
              <a:gd name="adj" fmla="val 13333"/>
            </a:avLst>
          </a:prstGeom>
          <a:solidFill>
            <a:srgbClr val="F8F8F8"/>
          </a:solidFill>
          <a:ln w="14288">
            <a:solidFill>
              <a:srgbClr val="CBCBCB"/>
            </a:solidFill>
            <a:prstDash val="dash"/>
          </a:ln>
        </p:spPr>
        <p:txBody>
          <a:bodyPr/>
          <a:lstStyle/>
          <a:p>
            <a:endParaRPr lang="zh-CN" altLang="en-US"/>
          </a:p>
        </p:txBody>
      </p:sp>
      <p:sp>
        <p:nvSpPr>
          <p:cNvPr id="129" name="v7-tree-node-7039">
            <a:extLst>
              <a:ext uri="{FF2B5EF4-FFF2-40B4-BE49-F238E27FC236}">
                <a16:creationId xmlns:a16="http://schemas.microsoft.com/office/drawing/2014/main" id="{81AC562D-003B-4E1C-8E73-09ACDD0A3E93}"/>
              </a:ext>
            </a:extLst>
          </p:cNvPr>
          <p:cNvSpPr>
            <a:spLocks noGrp="1"/>
          </p:cNvSpPr>
          <p:nvPr/>
        </p:nvSpPr>
        <p:spPr>
          <a:xfrm>
            <a:off x="6572250" y="6057900"/>
            <a:ext cx="285750" cy="142875"/>
          </a:xfrm>
          <a:prstGeom prst="roundRect">
            <a:avLst>
              <a:gd name="adj" fmla="val 13333"/>
            </a:avLst>
          </a:prstGeom>
          <a:solidFill>
            <a:srgbClr val="FCECDF"/>
          </a:solidFill>
          <a:ln w="14288">
            <a:solidFill>
              <a:srgbClr val="D76A29"/>
            </a:solidFill>
            <a:prstDash val="solid"/>
          </a:ln>
        </p:spPr>
        <p:txBody>
          <a:bodyPr/>
          <a:lstStyle/>
          <a:p>
            <a:endParaRPr lang="zh-CN" altLang="en-US"/>
          </a:p>
        </p:txBody>
      </p:sp>
      <p:sp>
        <p:nvSpPr>
          <p:cNvPr id="130" name="v7-tree-edge-7040">
            <a:extLst>
              <a:ext uri="{FF2B5EF4-FFF2-40B4-BE49-F238E27FC236}">
                <a16:creationId xmlns:a16="http://schemas.microsoft.com/office/drawing/2014/main" id="{B04A05B1-A326-4A8D-ADD5-53D3A296E261}"/>
              </a:ext>
            </a:extLst>
          </p:cNvPr>
          <p:cNvSpPr>
            <a:spLocks noGrp="1"/>
          </p:cNvSpPr>
          <p:nvPr/>
        </p:nvSpPr>
        <p:spPr>
          <a:xfrm>
            <a:off x="10372725" y="5519738"/>
            <a:ext cx="1028700" cy="235744"/>
          </a:xfrm>
          <a:custGeom>
            <a:avLst/>
            <a:gdLst/>
            <a:ahLst/>
            <a:cxnLst/>
            <a:rect l="0" t="0" r="0" b="0"/>
            <a:pathLst>
              <a:path w="1028700" h="235744">
                <a:moveTo>
                  <a:pt x="0" y="235744"/>
                </a:moveTo>
                <a:cubicBezTo>
                  <a:pt x="493776" y="235744"/>
                  <a:pt x="534924" y="0"/>
                  <a:pt x="1028700" y="0"/>
                </a:cubicBezTo>
              </a:path>
            </a:pathLst>
          </a:custGeom>
          <a:noFill/>
          <a:ln w="11430">
            <a:solidFill>
              <a:srgbClr val="A8AEA9"/>
            </a:solidFill>
            <a:prstDash val="solid"/>
          </a:ln>
        </p:spPr>
        <p:txBody>
          <a:bodyPr/>
          <a:lstStyle/>
          <a:p>
            <a:endParaRPr lang="zh-CN" altLang="en-US"/>
          </a:p>
        </p:txBody>
      </p:sp>
      <p:sp>
        <p:nvSpPr>
          <p:cNvPr id="131" name="v7-tree-edge-7041">
            <a:extLst>
              <a:ext uri="{FF2B5EF4-FFF2-40B4-BE49-F238E27FC236}">
                <a16:creationId xmlns:a16="http://schemas.microsoft.com/office/drawing/2014/main" id="{87FDAE4A-64E6-4E36-A119-69594B314F04}"/>
              </a:ext>
            </a:extLst>
          </p:cNvPr>
          <p:cNvSpPr>
            <a:spLocks noGrp="1"/>
          </p:cNvSpPr>
          <p:nvPr/>
        </p:nvSpPr>
        <p:spPr>
          <a:xfrm>
            <a:off x="10372725" y="5755481"/>
            <a:ext cx="152400" cy="235744"/>
          </a:xfrm>
          <a:custGeom>
            <a:avLst/>
            <a:gdLst/>
            <a:ahLst/>
            <a:cxnLst/>
            <a:rect l="0" t="0" r="0" b="0"/>
            <a:pathLst>
              <a:path w="152400" h="235744">
                <a:moveTo>
                  <a:pt x="0" y="0"/>
                </a:moveTo>
                <a:cubicBezTo>
                  <a:pt x="73152" y="0"/>
                  <a:pt x="79248" y="235744"/>
                  <a:pt x="152400" y="235744"/>
                </a:cubicBezTo>
              </a:path>
            </a:pathLst>
          </a:custGeom>
          <a:noFill/>
          <a:ln w="11430">
            <a:solidFill>
              <a:srgbClr val="A8AEA9"/>
            </a:solidFill>
            <a:prstDash val="solid"/>
          </a:ln>
        </p:spPr>
        <p:txBody>
          <a:bodyPr/>
          <a:lstStyle/>
          <a:p>
            <a:endParaRPr lang="zh-CN" altLang="en-US"/>
          </a:p>
        </p:txBody>
      </p:sp>
      <p:sp>
        <p:nvSpPr>
          <p:cNvPr id="132" name="v7-tree-edge-7042">
            <a:extLst>
              <a:ext uri="{FF2B5EF4-FFF2-40B4-BE49-F238E27FC236}">
                <a16:creationId xmlns:a16="http://schemas.microsoft.com/office/drawing/2014/main" id="{B4AB15CA-B4FD-4A9E-989D-8E185517E3F1}"/>
              </a:ext>
            </a:extLst>
          </p:cNvPr>
          <p:cNvSpPr>
            <a:spLocks noGrp="1"/>
          </p:cNvSpPr>
          <p:nvPr/>
        </p:nvSpPr>
        <p:spPr>
          <a:xfrm>
            <a:off x="10810875" y="5834063"/>
            <a:ext cx="152400" cy="157163"/>
          </a:xfrm>
          <a:custGeom>
            <a:avLst/>
            <a:gdLst/>
            <a:ahLst/>
            <a:cxnLst/>
            <a:rect l="0" t="0" r="0" b="0"/>
            <a:pathLst>
              <a:path w="152400" h="157163">
                <a:moveTo>
                  <a:pt x="0" y="157163"/>
                </a:moveTo>
                <a:cubicBezTo>
                  <a:pt x="73152" y="157163"/>
                  <a:pt x="79248" y="0"/>
                  <a:pt x="152400" y="0"/>
                </a:cubicBezTo>
              </a:path>
            </a:pathLst>
          </a:custGeom>
          <a:noFill/>
          <a:ln w="11430">
            <a:solidFill>
              <a:srgbClr val="A8AEA9"/>
            </a:solidFill>
            <a:prstDash val="solid"/>
          </a:ln>
        </p:spPr>
        <p:txBody>
          <a:bodyPr/>
          <a:lstStyle/>
          <a:p>
            <a:endParaRPr lang="zh-CN" altLang="en-US"/>
          </a:p>
        </p:txBody>
      </p:sp>
      <p:sp>
        <p:nvSpPr>
          <p:cNvPr id="133" name="v7-tree-edge-7043">
            <a:extLst>
              <a:ext uri="{FF2B5EF4-FFF2-40B4-BE49-F238E27FC236}">
                <a16:creationId xmlns:a16="http://schemas.microsoft.com/office/drawing/2014/main" id="{E986FD55-1108-4A00-941C-7D7D37A86ED3}"/>
              </a:ext>
            </a:extLst>
          </p:cNvPr>
          <p:cNvSpPr>
            <a:spLocks noGrp="1"/>
          </p:cNvSpPr>
          <p:nvPr/>
        </p:nvSpPr>
        <p:spPr>
          <a:xfrm>
            <a:off x="10810875" y="5991225"/>
            <a:ext cx="590550" cy="157163"/>
          </a:xfrm>
          <a:custGeom>
            <a:avLst/>
            <a:gdLst/>
            <a:ahLst/>
            <a:cxnLst/>
            <a:rect l="0" t="0" r="0" b="0"/>
            <a:pathLst>
              <a:path w="590550" h="157163">
                <a:moveTo>
                  <a:pt x="0" y="0"/>
                </a:moveTo>
                <a:cubicBezTo>
                  <a:pt x="283464" y="0"/>
                  <a:pt x="307086" y="157163"/>
                  <a:pt x="590550" y="157163"/>
                </a:cubicBezTo>
              </a:path>
            </a:pathLst>
          </a:custGeom>
          <a:noFill/>
          <a:ln w="11430">
            <a:solidFill>
              <a:srgbClr val="A8AEA9"/>
            </a:solidFill>
            <a:prstDash val="solid"/>
          </a:ln>
        </p:spPr>
        <p:txBody>
          <a:bodyPr/>
          <a:lstStyle/>
          <a:p>
            <a:endParaRPr lang="zh-CN" altLang="en-US"/>
          </a:p>
        </p:txBody>
      </p:sp>
      <p:sp>
        <p:nvSpPr>
          <p:cNvPr id="134" name="v7-tree-edge-7044">
            <a:extLst>
              <a:ext uri="{FF2B5EF4-FFF2-40B4-BE49-F238E27FC236}">
                <a16:creationId xmlns:a16="http://schemas.microsoft.com/office/drawing/2014/main" id="{5E1CCDC6-4E93-451E-B80D-CB8A2BF454D1}"/>
              </a:ext>
            </a:extLst>
          </p:cNvPr>
          <p:cNvSpPr>
            <a:spLocks noGrp="1"/>
          </p:cNvSpPr>
          <p:nvPr/>
        </p:nvSpPr>
        <p:spPr>
          <a:xfrm>
            <a:off x="11249025" y="5729288"/>
            <a:ext cx="152400" cy="104775"/>
          </a:xfrm>
          <a:custGeom>
            <a:avLst/>
            <a:gdLst/>
            <a:ahLst/>
            <a:cxnLst/>
            <a:rect l="0" t="0" r="0" b="0"/>
            <a:pathLst>
              <a:path w="152400" h="104775">
                <a:moveTo>
                  <a:pt x="0" y="104775"/>
                </a:moveTo>
                <a:cubicBezTo>
                  <a:pt x="73152" y="104775"/>
                  <a:pt x="79248" y="0"/>
                  <a:pt x="152400" y="0"/>
                </a:cubicBezTo>
              </a:path>
            </a:pathLst>
          </a:custGeom>
          <a:noFill/>
          <a:ln w="11430">
            <a:solidFill>
              <a:srgbClr val="A8AEA9"/>
            </a:solidFill>
            <a:prstDash val="solid"/>
          </a:ln>
        </p:spPr>
        <p:txBody>
          <a:bodyPr/>
          <a:lstStyle/>
          <a:p>
            <a:endParaRPr lang="zh-CN" altLang="en-US"/>
          </a:p>
        </p:txBody>
      </p:sp>
      <p:sp>
        <p:nvSpPr>
          <p:cNvPr id="135" name="v7-tree-edge-7045">
            <a:extLst>
              <a:ext uri="{FF2B5EF4-FFF2-40B4-BE49-F238E27FC236}">
                <a16:creationId xmlns:a16="http://schemas.microsoft.com/office/drawing/2014/main" id="{9A373BEF-26B1-45B4-9D06-6F0F5E65F001}"/>
              </a:ext>
            </a:extLst>
          </p:cNvPr>
          <p:cNvSpPr>
            <a:spLocks noGrp="1"/>
          </p:cNvSpPr>
          <p:nvPr/>
        </p:nvSpPr>
        <p:spPr>
          <a:xfrm>
            <a:off x="11249025" y="5834063"/>
            <a:ext cx="152400" cy="104775"/>
          </a:xfrm>
          <a:custGeom>
            <a:avLst/>
            <a:gdLst/>
            <a:ahLst/>
            <a:cxnLst/>
            <a:rect l="0" t="0" r="0" b="0"/>
            <a:pathLst>
              <a:path w="152400" h="104775">
                <a:moveTo>
                  <a:pt x="0" y="0"/>
                </a:moveTo>
                <a:cubicBezTo>
                  <a:pt x="73152" y="0"/>
                  <a:pt x="79248" y="104775"/>
                  <a:pt x="152400" y="104775"/>
                </a:cubicBezTo>
              </a:path>
            </a:pathLst>
          </a:custGeom>
          <a:noFill/>
          <a:ln w="11430">
            <a:solidFill>
              <a:srgbClr val="D1D1D1"/>
            </a:solidFill>
            <a:prstDash val="dash"/>
          </a:ln>
        </p:spPr>
        <p:txBody>
          <a:bodyPr/>
          <a:lstStyle/>
          <a:p>
            <a:endParaRPr lang="zh-CN" altLang="en-US"/>
          </a:p>
        </p:txBody>
      </p:sp>
      <p:sp>
        <p:nvSpPr>
          <p:cNvPr id="136" name="v7-tree-node-7046">
            <a:extLst>
              <a:ext uri="{FF2B5EF4-FFF2-40B4-BE49-F238E27FC236}">
                <a16:creationId xmlns:a16="http://schemas.microsoft.com/office/drawing/2014/main" id="{D68D7665-8FC3-4968-98D0-EC1F2BD6562A}"/>
              </a:ext>
            </a:extLst>
          </p:cNvPr>
          <p:cNvSpPr>
            <a:spLocks noGrp="1"/>
          </p:cNvSpPr>
          <p:nvPr/>
        </p:nvSpPr>
        <p:spPr>
          <a:xfrm>
            <a:off x="10086975" y="5684044"/>
            <a:ext cx="285750" cy="142875"/>
          </a:xfrm>
          <a:prstGeom prst="roundRect">
            <a:avLst>
              <a:gd name="adj" fmla="val 13333"/>
            </a:avLst>
          </a:prstGeom>
          <a:solidFill>
            <a:srgbClr val="F0E7F6"/>
          </a:solidFill>
          <a:ln w="14288">
            <a:solidFill>
              <a:srgbClr val="7030A0"/>
            </a:solidFill>
            <a:prstDash val="solid"/>
          </a:ln>
        </p:spPr>
        <p:txBody>
          <a:bodyPr/>
          <a:lstStyle/>
          <a:p>
            <a:endParaRPr lang="zh-CN" altLang="en-US"/>
          </a:p>
        </p:txBody>
      </p:sp>
      <p:sp>
        <p:nvSpPr>
          <p:cNvPr id="137" name="v7-tree-node-7047">
            <a:extLst>
              <a:ext uri="{FF2B5EF4-FFF2-40B4-BE49-F238E27FC236}">
                <a16:creationId xmlns:a16="http://schemas.microsoft.com/office/drawing/2014/main" id="{27806FA5-A527-402A-9AD5-FB6A9A0A09EE}"/>
              </a:ext>
            </a:extLst>
          </p:cNvPr>
          <p:cNvSpPr>
            <a:spLocks noGrp="1"/>
          </p:cNvSpPr>
          <p:nvPr/>
        </p:nvSpPr>
        <p:spPr>
          <a:xfrm>
            <a:off x="10525125" y="5919788"/>
            <a:ext cx="285750" cy="142875"/>
          </a:xfrm>
          <a:prstGeom prst="roundRect">
            <a:avLst>
              <a:gd name="adj" fmla="val 13333"/>
            </a:avLst>
          </a:prstGeom>
          <a:solidFill>
            <a:srgbClr val="E4F3F8"/>
          </a:solidFill>
          <a:ln w="14288">
            <a:solidFill>
              <a:srgbClr val="0B96BE"/>
            </a:solidFill>
            <a:prstDash val="solid"/>
          </a:ln>
        </p:spPr>
        <p:txBody>
          <a:bodyPr/>
          <a:lstStyle/>
          <a:p>
            <a:endParaRPr lang="zh-CN" altLang="en-US"/>
          </a:p>
        </p:txBody>
      </p:sp>
      <p:sp>
        <p:nvSpPr>
          <p:cNvPr id="138" name="v7-tree-node-7048">
            <a:extLst>
              <a:ext uri="{FF2B5EF4-FFF2-40B4-BE49-F238E27FC236}">
                <a16:creationId xmlns:a16="http://schemas.microsoft.com/office/drawing/2014/main" id="{AF21186D-5B88-41DA-8D46-5BAD4295B89C}"/>
              </a:ext>
            </a:extLst>
          </p:cNvPr>
          <p:cNvSpPr>
            <a:spLocks noGrp="1"/>
          </p:cNvSpPr>
          <p:nvPr/>
        </p:nvSpPr>
        <p:spPr>
          <a:xfrm>
            <a:off x="10963275" y="5762625"/>
            <a:ext cx="285750" cy="142875"/>
          </a:xfrm>
          <a:prstGeom prst="roundRect">
            <a:avLst>
              <a:gd name="adj" fmla="val 13333"/>
            </a:avLst>
          </a:prstGeom>
          <a:solidFill>
            <a:srgbClr val="FFF6D5"/>
          </a:solidFill>
          <a:ln w="14288">
            <a:solidFill>
              <a:srgbClr val="D8A100"/>
            </a:solidFill>
            <a:prstDash val="solid"/>
          </a:ln>
        </p:spPr>
        <p:txBody>
          <a:bodyPr/>
          <a:lstStyle/>
          <a:p>
            <a:endParaRPr lang="zh-CN" altLang="en-US"/>
          </a:p>
        </p:txBody>
      </p:sp>
      <p:sp>
        <p:nvSpPr>
          <p:cNvPr id="139" name="v7-tree-node-7049">
            <a:extLst>
              <a:ext uri="{FF2B5EF4-FFF2-40B4-BE49-F238E27FC236}">
                <a16:creationId xmlns:a16="http://schemas.microsoft.com/office/drawing/2014/main" id="{36BC31FF-14FA-4299-BEBB-87FACCFFF31C}"/>
              </a:ext>
            </a:extLst>
          </p:cNvPr>
          <p:cNvSpPr>
            <a:spLocks noGrp="1"/>
          </p:cNvSpPr>
          <p:nvPr/>
        </p:nvSpPr>
        <p:spPr>
          <a:xfrm>
            <a:off x="11401425" y="5448300"/>
            <a:ext cx="285750" cy="142875"/>
          </a:xfrm>
          <a:prstGeom prst="roundRect">
            <a:avLst>
              <a:gd name="adj" fmla="val 13333"/>
            </a:avLst>
          </a:prstGeom>
          <a:solidFill>
            <a:srgbClr val="E6F1E7"/>
          </a:solidFill>
          <a:ln w="14288">
            <a:solidFill>
              <a:srgbClr val="196B24"/>
            </a:solidFill>
            <a:prstDash val="solid"/>
          </a:ln>
        </p:spPr>
        <p:txBody>
          <a:bodyPr/>
          <a:lstStyle/>
          <a:p>
            <a:endParaRPr lang="zh-CN" altLang="en-US"/>
          </a:p>
        </p:txBody>
      </p:sp>
      <p:sp>
        <p:nvSpPr>
          <p:cNvPr id="140" name="v7-tree-node-7050">
            <a:extLst>
              <a:ext uri="{FF2B5EF4-FFF2-40B4-BE49-F238E27FC236}">
                <a16:creationId xmlns:a16="http://schemas.microsoft.com/office/drawing/2014/main" id="{80A3C4F6-E9BA-4AE5-BDFF-DAB04E1DABD9}"/>
              </a:ext>
            </a:extLst>
          </p:cNvPr>
          <p:cNvSpPr>
            <a:spLocks noGrp="1"/>
          </p:cNvSpPr>
          <p:nvPr/>
        </p:nvSpPr>
        <p:spPr>
          <a:xfrm>
            <a:off x="11401425" y="5657850"/>
            <a:ext cx="285750" cy="142875"/>
          </a:xfrm>
          <a:prstGeom prst="roundRect">
            <a:avLst>
              <a:gd name="adj" fmla="val 13333"/>
            </a:avLst>
          </a:prstGeom>
          <a:solidFill>
            <a:srgbClr val="FCECDF"/>
          </a:solidFill>
          <a:ln w="14288">
            <a:solidFill>
              <a:srgbClr val="D76A29"/>
            </a:solidFill>
            <a:prstDash val="solid"/>
          </a:ln>
        </p:spPr>
        <p:txBody>
          <a:bodyPr/>
          <a:lstStyle/>
          <a:p>
            <a:endParaRPr lang="zh-CN" altLang="en-US"/>
          </a:p>
        </p:txBody>
      </p:sp>
      <p:sp>
        <p:nvSpPr>
          <p:cNvPr id="141" name="v7-tree-node-7051">
            <a:extLst>
              <a:ext uri="{FF2B5EF4-FFF2-40B4-BE49-F238E27FC236}">
                <a16:creationId xmlns:a16="http://schemas.microsoft.com/office/drawing/2014/main" id="{6E9F1E48-7D61-43F2-B8E0-BB024801601F}"/>
              </a:ext>
            </a:extLst>
          </p:cNvPr>
          <p:cNvSpPr>
            <a:spLocks noGrp="1"/>
          </p:cNvSpPr>
          <p:nvPr/>
        </p:nvSpPr>
        <p:spPr>
          <a:xfrm>
            <a:off x="11401425" y="5867400"/>
            <a:ext cx="285750" cy="142875"/>
          </a:xfrm>
          <a:prstGeom prst="roundRect">
            <a:avLst>
              <a:gd name="adj" fmla="val 13333"/>
            </a:avLst>
          </a:prstGeom>
          <a:solidFill>
            <a:srgbClr val="F8F8F8"/>
          </a:solidFill>
          <a:ln w="14288">
            <a:solidFill>
              <a:srgbClr val="CBCBCB"/>
            </a:solidFill>
            <a:prstDash val="dash"/>
          </a:ln>
        </p:spPr>
        <p:txBody>
          <a:bodyPr/>
          <a:lstStyle/>
          <a:p>
            <a:endParaRPr lang="zh-CN" altLang="en-US"/>
          </a:p>
        </p:txBody>
      </p:sp>
      <p:sp>
        <p:nvSpPr>
          <p:cNvPr id="142" name="v7-tree-node-7052">
            <a:extLst>
              <a:ext uri="{FF2B5EF4-FFF2-40B4-BE49-F238E27FC236}">
                <a16:creationId xmlns:a16="http://schemas.microsoft.com/office/drawing/2014/main" id="{EDF38EC8-816E-4449-B74C-19B027B58DC3}"/>
              </a:ext>
            </a:extLst>
          </p:cNvPr>
          <p:cNvSpPr>
            <a:spLocks noGrp="1"/>
          </p:cNvSpPr>
          <p:nvPr/>
        </p:nvSpPr>
        <p:spPr>
          <a:xfrm>
            <a:off x="11401425" y="6076950"/>
            <a:ext cx="285750" cy="142875"/>
          </a:xfrm>
          <a:prstGeom prst="roundRect">
            <a:avLst>
              <a:gd name="adj" fmla="val 13333"/>
            </a:avLst>
          </a:prstGeom>
          <a:solidFill>
            <a:srgbClr val="FCECDF"/>
          </a:solidFill>
          <a:ln w="14288">
            <a:solidFill>
              <a:srgbClr val="D76A29"/>
            </a:solidFill>
            <a:prstDash val="solid"/>
          </a:ln>
        </p:spPr>
        <p:txBody>
          <a:bodyPr/>
          <a:lstStyle/>
          <a:p>
            <a:endParaRPr lang="zh-CN" altLang="en-US"/>
          </a:p>
        </p:txBody>
      </p:sp>
    </p:spTree>
    <p:extLst>
      <p:ext uri="{BB962C8B-B14F-4D97-AF65-F5344CB8AC3E}">
        <p14:creationId xmlns:p14="http://schemas.microsoft.com/office/powerpoint/2010/main" val="15877702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AF33B1A9-3B97-4C85-9B8F-950DBFAEF56B}"/>
              </a:ext>
            </a:extLst>
          </p:cNvPr>
          <p:cNvPicPr>
            <a:picLocks noChangeAspect="1"/>
          </p:cNvPicPr>
          <p:nvPr/>
        </p:nvPicPr>
        <p:blipFill>
          <a:blip r:embed="rId3"/>
          <a:stretch/>
        </p:blipFill>
        <p:spPr>
          <a:xfrm>
            <a:off x="76200" y="77337"/>
            <a:ext cx="2390775" cy="378725"/>
          </a:xfrm>
          <a:prstGeom prst="rect">
            <a:avLst/>
          </a:prstGeom>
        </p:spPr>
      </p:pic>
      <p:sp>
        <p:nvSpPr>
          <p:cNvPr id="2" name="text-64">
            <a:extLst>
              <a:ext uri="{FF2B5EF4-FFF2-40B4-BE49-F238E27FC236}">
                <a16:creationId xmlns:a16="http://schemas.microsoft.com/office/drawing/2014/main" id="{8477F774-A5CD-44DE-9A75-29562205A5D5}"/>
              </a:ext>
            </a:extLst>
          </p:cNvPr>
          <p:cNvSpPr>
            <a:spLocks noGrp="1"/>
          </p:cNvSpPr>
          <p:nvPr/>
        </p:nvSpPr>
        <p:spPr>
          <a:xfrm>
            <a:off x="914400" y="876300"/>
            <a:ext cx="10477500" cy="647700"/>
          </a:xfrm>
          <a:prstGeom prst="rect">
            <a:avLst/>
          </a:prstGeom>
          <a:noFill/>
          <a:ln w="0">
            <a:noFill/>
            <a:prstDash val="solid"/>
          </a:ln>
        </p:spPr>
        <p:txBody>
          <a:bodyPr wrap="square" lIns="0" tIns="0" rIns="0" bIns="0" anchor="ctr">
            <a:noAutofit/>
          </a:bodyPr>
          <a:lstStyle>
            <a:defPPr algn="l">
              <a:defRPr sz="3600" b="0" i="0">
                <a:solidFill>
                  <a:srgbClr val="111111"/>
                </a:solidFill>
                <a:latin typeface="Arial"/>
                <a:ea typeface="Arial"/>
                <a:cs typeface="Arial"/>
              </a:defRPr>
            </a:defPPr>
            <a:lvl1pPr algn="l">
              <a:buNone/>
              <a:defRPr sz="3600" b="0" i="0">
                <a:solidFill>
                  <a:srgbClr val="111111"/>
                </a:solidFill>
                <a:latin typeface="Arial"/>
                <a:ea typeface="Arial"/>
                <a:cs typeface="Arial"/>
              </a:defRPr>
            </a:lvl1pPr>
            <a:lvl2pPr algn="l">
              <a:buNone/>
              <a:defRPr sz="3600" b="0" i="0">
                <a:solidFill>
                  <a:srgbClr val="111111"/>
                </a:solidFill>
                <a:latin typeface="Arial"/>
                <a:ea typeface="Arial"/>
                <a:cs typeface="Arial"/>
              </a:defRPr>
            </a:lvl2pPr>
            <a:lvl3pPr algn="l">
              <a:buNone/>
              <a:defRPr sz="3600" b="0" i="0">
                <a:solidFill>
                  <a:srgbClr val="111111"/>
                </a:solidFill>
                <a:latin typeface="Arial"/>
                <a:ea typeface="Arial"/>
                <a:cs typeface="Arial"/>
              </a:defRPr>
            </a:lvl3pPr>
            <a:lvl4pPr algn="l">
              <a:buNone/>
              <a:defRPr sz="3600" b="0" i="0">
                <a:solidFill>
                  <a:srgbClr val="111111"/>
                </a:solidFill>
                <a:latin typeface="Arial"/>
                <a:ea typeface="Arial"/>
                <a:cs typeface="Arial"/>
              </a:defRPr>
            </a:lvl4pPr>
            <a:lvl5pPr algn="l">
              <a:buNone/>
              <a:defRPr sz="3600" b="0" i="0">
                <a:solidFill>
                  <a:srgbClr val="111111"/>
                </a:solidFill>
                <a:latin typeface="Arial"/>
                <a:ea typeface="Arial"/>
                <a:cs typeface="Arial"/>
              </a:defRPr>
            </a:lvl5pPr>
            <a:lvl6pPr algn="l">
              <a:buNone/>
              <a:defRPr sz="3600" b="0" i="0">
                <a:solidFill>
                  <a:srgbClr val="111111"/>
                </a:solidFill>
                <a:latin typeface="Arial"/>
                <a:ea typeface="Arial"/>
                <a:cs typeface="Arial"/>
              </a:defRPr>
            </a:lvl6pPr>
            <a:lvl7pPr algn="l">
              <a:buNone/>
              <a:defRPr sz="3600" b="0" i="0">
                <a:solidFill>
                  <a:srgbClr val="111111"/>
                </a:solidFill>
                <a:latin typeface="Arial"/>
                <a:ea typeface="Arial"/>
                <a:cs typeface="Arial"/>
              </a:defRPr>
            </a:lvl7pPr>
            <a:lvl8pPr algn="l">
              <a:buNone/>
              <a:defRPr sz="3600" b="0" i="0">
                <a:solidFill>
                  <a:srgbClr val="111111"/>
                </a:solidFill>
                <a:latin typeface="Arial"/>
                <a:ea typeface="Arial"/>
                <a:cs typeface="Arial"/>
              </a:defRPr>
            </a:lvl8pPr>
            <a:lvl9pPr algn="l">
              <a:buNone/>
              <a:defRPr sz="3600" b="0" i="0">
                <a:solidFill>
                  <a:srgbClr val="111111"/>
                </a:solidFill>
                <a:latin typeface="Arial"/>
                <a:ea typeface="Arial"/>
                <a:cs typeface="Arial"/>
              </a:defRPr>
            </a:lvl9pPr>
          </a:lstStyle>
          <a:p>
            <a:pPr algn="l">
              <a:buNone/>
              <a:defRPr sz="3600" b="0" i="0">
                <a:solidFill>
                  <a:srgbClr val="111111"/>
                </a:solidFill>
                <a:latin typeface="Arial"/>
                <a:ea typeface="Arial"/>
                <a:cs typeface="Arial"/>
              </a:defRPr>
            </a:pPr>
            <a:r>
              <a:rPr sz="3600" b="0" i="0">
                <a:solidFill>
                  <a:srgbClr val="111111"/>
                </a:solidFill>
                <a:latin typeface="Arial"/>
                <a:ea typeface="Arial"/>
                <a:cs typeface="Arial"/>
              </a:rPr>
              <a:t>KITE: knowledge meets signals</a:t>
            </a:r>
          </a:p>
        </p:txBody>
      </p:sp>
      <p:sp>
        <p:nvSpPr>
          <p:cNvPr id="3" name="text-65">
            <a:extLst>
              <a:ext uri="{FF2B5EF4-FFF2-40B4-BE49-F238E27FC236}">
                <a16:creationId xmlns:a16="http://schemas.microsoft.com/office/drawing/2014/main" id="{AEE2169E-068A-4EF6-AC4C-26D8CACAC21E}"/>
              </a:ext>
            </a:extLst>
          </p:cNvPr>
          <p:cNvSpPr>
            <a:spLocks noGrp="1"/>
          </p:cNvSpPr>
          <p:nvPr/>
        </p:nvSpPr>
        <p:spPr>
          <a:xfrm>
            <a:off x="11572875" y="6429375"/>
            <a:ext cx="304800" cy="238125"/>
          </a:xfrm>
          <a:prstGeom prst="rect">
            <a:avLst/>
          </a:prstGeom>
          <a:noFill/>
          <a:ln w="0">
            <a:noFill/>
            <a:prstDash val="solid"/>
          </a:ln>
        </p:spPr>
        <p:txBody>
          <a:bodyPr wrap="square" lIns="0" tIns="0" rIns="0" bIns="0" anchor="ctr">
            <a:noAutofit/>
          </a:bodyPr>
          <a:lstStyle>
            <a:defPPr algn="r">
              <a:defRPr sz="1275" b="0" i="0">
                <a:solidFill>
                  <a:srgbClr val="999999"/>
                </a:solidFill>
                <a:latin typeface="Arial"/>
                <a:ea typeface="Arial"/>
                <a:cs typeface="Arial"/>
              </a:defRPr>
            </a:defPPr>
            <a:lvl1pPr algn="r">
              <a:buNone/>
              <a:defRPr sz="1275" b="0" i="0">
                <a:solidFill>
                  <a:srgbClr val="999999"/>
                </a:solidFill>
                <a:latin typeface="Arial"/>
                <a:ea typeface="Arial"/>
                <a:cs typeface="Arial"/>
              </a:defRPr>
            </a:lvl1pPr>
            <a:lvl2pPr algn="r">
              <a:buNone/>
              <a:defRPr sz="1275" b="0" i="0">
                <a:solidFill>
                  <a:srgbClr val="999999"/>
                </a:solidFill>
                <a:latin typeface="Arial"/>
                <a:ea typeface="Arial"/>
                <a:cs typeface="Arial"/>
              </a:defRPr>
            </a:lvl2pPr>
            <a:lvl3pPr algn="r">
              <a:buNone/>
              <a:defRPr sz="1275" b="0" i="0">
                <a:solidFill>
                  <a:srgbClr val="999999"/>
                </a:solidFill>
                <a:latin typeface="Arial"/>
                <a:ea typeface="Arial"/>
                <a:cs typeface="Arial"/>
              </a:defRPr>
            </a:lvl3pPr>
            <a:lvl4pPr algn="r">
              <a:buNone/>
              <a:defRPr sz="1275" b="0" i="0">
                <a:solidFill>
                  <a:srgbClr val="999999"/>
                </a:solidFill>
                <a:latin typeface="Arial"/>
                <a:ea typeface="Arial"/>
                <a:cs typeface="Arial"/>
              </a:defRPr>
            </a:lvl4pPr>
            <a:lvl5pPr algn="r">
              <a:buNone/>
              <a:defRPr sz="1275" b="0" i="0">
                <a:solidFill>
                  <a:srgbClr val="999999"/>
                </a:solidFill>
                <a:latin typeface="Arial"/>
                <a:ea typeface="Arial"/>
                <a:cs typeface="Arial"/>
              </a:defRPr>
            </a:lvl5pPr>
            <a:lvl6pPr algn="r">
              <a:buNone/>
              <a:defRPr sz="1275" b="0" i="0">
                <a:solidFill>
                  <a:srgbClr val="999999"/>
                </a:solidFill>
                <a:latin typeface="Arial"/>
                <a:ea typeface="Arial"/>
                <a:cs typeface="Arial"/>
              </a:defRPr>
            </a:lvl6pPr>
            <a:lvl7pPr algn="r">
              <a:buNone/>
              <a:defRPr sz="1275" b="0" i="0">
                <a:solidFill>
                  <a:srgbClr val="999999"/>
                </a:solidFill>
                <a:latin typeface="Arial"/>
                <a:ea typeface="Arial"/>
                <a:cs typeface="Arial"/>
              </a:defRPr>
            </a:lvl7pPr>
            <a:lvl8pPr algn="r">
              <a:buNone/>
              <a:defRPr sz="1275" b="0" i="0">
                <a:solidFill>
                  <a:srgbClr val="999999"/>
                </a:solidFill>
                <a:latin typeface="Arial"/>
                <a:ea typeface="Arial"/>
                <a:cs typeface="Arial"/>
              </a:defRPr>
            </a:lvl8pPr>
            <a:lvl9pPr algn="r">
              <a:buNone/>
              <a:defRPr sz="1275" b="0" i="0">
                <a:solidFill>
                  <a:srgbClr val="999999"/>
                </a:solidFill>
                <a:latin typeface="Arial"/>
                <a:ea typeface="Arial"/>
                <a:cs typeface="Arial"/>
              </a:defRPr>
            </a:lvl9pPr>
          </a:lstStyle>
          <a:p>
            <a:pPr algn="r">
              <a:buNone/>
              <a:defRPr sz="1275" b="0" i="0">
                <a:solidFill>
                  <a:srgbClr val="999999"/>
                </a:solidFill>
                <a:latin typeface="Arial"/>
                <a:ea typeface="Arial"/>
                <a:cs typeface="Arial"/>
              </a:defRPr>
            </a:pPr>
            <a:r>
              <a:rPr sz="1275" b="0" i="0">
                <a:solidFill>
                  <a:srgbClr val="999999"/>
                </a:solidFill>
                <a:latin typeface="Arial"/>
                <a:ea typeface="Arial"/>
                <a:cs typeface="Arial"/>
              </a:rPr>
              <a:t>8</a:t>
            </a:r>
          </a:p>
        </p:txBody>
      </p:sp>
      <p:sp>
        <p:nvSpPr>
          <p:cNvPr id="4" name="text-66">
            <a:extLst>
              <a:ext uri="{FF2B5EF4-FFF2-40B4-BE49-F238E27FC236}">
                <a16:creationId xmlns:a16="http://schemas.microsoft.com/office/drawing/2014/main" id="{6F10D0D3-FB13-447E-A58F-19F007BCD2D6}"/>
              </a:ext>
            </a:extLst>
          </p:cNvPr>
          <p:cNvSpPr>
            <a:spLocks noGrp="1"/>
          </p:cNvSpPr>
          <p:nvPr/>
        </p:nvSpPr>
        <p:spPr>
          <a:xfrm>
            <a:off x="914400" y="1638300"/>
            <a:ext cx="10477500" cy="438150"/>
          </a:xfrm>
          <a:prstGeom prst="rect">
            <a:avLst/>
          </a:prstGeom>
          <a:noFill/>
          <a:ln w="0">
            <a:noFill/>
            <a:prstDash val="solid"/>
          </a:ln>
        </p:spPr>
        <p:txBody>
          <a:bodyPr wrap="square" lIns="0" tIns="0" rIns="0" bIns="0" anchor="ctr">
            <a:noAutofit/>
          </a:bodyPr>
          <a:lstStyle>
            <a:defPPr algn="l">
              <a:defRPr sz="2250" b="0" i="0">
                <a:solidFill>
                  <a:srgbClr val="111111"/>
                </a:solidFill>
                <a:latin typeface="Arial"/>
                <a:ea typeface="Arial"/>
                <a:cs typeface="Arial"/>
              </a:defRPr>
            </a:defPPr>
            <a:lvl1pPr algn="l">
              <a:buNone/>
              <a:defRPr sz="2250" b="0" i="0">
                <a:solidFill>
                  <a:srgbClr val="111111"/>
                </a:solidFill>
                <a:latin typeface="Arial"/>
                <a:ea typeface="Arial"/>
                <a:cs typeface="Arial"/>
              </a:defRPr>
            </a:lvl1pPr>
            <a:lvl2pPr algn="l">
              <a:buNone/>
              <a:defRPr sz="2250" b="0" i="0">
                <a:solidFill>
                  <a:srgbClr val="111111"/>
                </a:solidFill>
                <a:latin typeface="Arial"/>
                <a:ea typeface="Arial"/>
                <a:cs typeface="Arial"/>
              </a:defRPr>
            </a:lvl2pPr>
            <a:lvl3pPr algn="l">
              <a:buNone/>
              <a:defRPr sz="2250" b="0" i="0">
                <a:solidFill>
                  <a:srgbClr val="111111"/>
                </a:solidFill>
                <a:latin typeface="Arial"/>
                <a:ea typeface="Arial"/>
                <a:cs typeface="Arial"/>
              </a:defRPr>
            </a:lvl3pPr>
            <a:lvl4pPr algn="l">
              <a:buNone/>
              <a:defRPr sz="2250" b="0" i="0">
                <a:solidFill>
                  <a:srgbClr val="111111"/>
                </a:solidFill>
                <a:latin typeface="Arial"/>
                <a:ea typeface="Arial"/>
                <a:cs typeface="Arial"/>
              </a:defRPr>
            </a:lvl4pPr>
            <a:lvl5pPr algn="l">
              <a:buNone/>
              <a:defRPr sz="2250" b="0" i="0">
                <a:solidFill>
                  <a:srgbClr val="111111"/>
                </a:solidFill>
                <a:latin typeface="Arial"/>
                <a:ea typeface="Arial"/>
                <a:cs typeface="Arial"/>
              </a:defRPr>
            </a:lvl5pPr>
            <a:lvl6pPr algn="l">
              <a:buNone/>
              <a:defRPr sz="2250" b="0" i="0">
                <a:solidFill>
                  <a:srgbClr val="111111"/>
                </a:solidFill>
                <a:latin typeface="Arial"/>
                <a:ea typeface="Arial"/>
                <a:cs typeface="Arial"/>
              </a:defRPr>
            </a:lvl6pPr>
            <a:lvl7pPr algn="l">
              <a:buNone/>
              <a:defRPr sz="2250" b="0" i="0">
                <a:solidFill>
                  <a:srgbClr val="111111"/>
                </a:solidFill>
                <a:latin typeface="Arial"/>
                <a:ea typeface="Arial"/>
                <a:cs typeface="Arial"/>
              </a:defRPr>
            </a:lvl7pPr>
            <a:lvl8pPr algn="l">
              <a:buNone/>
              <a:defRPr sz="2250" b="0" i="0">
                <a:solidFill>
                  <a:srgbClr val="111111"/>
                </a:solidFill>
                <a:latin typeface="Arial"/>
                <a:ea typeface="Arial"/>
                <a:cs typeface="Arial"/>
              </a:defRPr>
            </a:lvl8pPr>
            <a:lvl9pPr algn="l">
              <a:buNone/>
              <a:defRPr sz="2250" b="0" i="0">
                <a:solidFill>
                  <a:srgbClr val="111111"/>
                </a:solidFill>
                <a:latin typeface="Arial"/>
                <a:ea typeface="Arial"/>
                <a:cs typeface="Arial"/>
              </a:defRPr>
            </a:lvl9pPr>
          </a:lstStyle>
          <a:p>
            <a:pPr algn="l">
              <a:buNone/>
              <a:defRPr sz="2250" b="0" i="0">
                <a:solidFill>
                  <a:srgbClr val="111111"/>
                </a:solidFill>
                <a:latin typeface="Arial"/>
                <a:ea typeface="Arial"/>
                <a:cs typeface="Arial"/>
              </a:defRPr>
            </a:pPr>
            <a:r>
              <a:rPr sz="2250" b="0" i="0">
                <a:solidFill>
                  <a:srgbClr val="111111"/>
                </a:solidFill>
                <a:latin typeface="Arial"/>
                <a:ea typeface="Arial"/>
                <a:cs typeface="Arial"/>
              </a:rPr>
              <a:t>Real events with expert descriptions and interval labels</a:t>
            </a:r>
          </a:p>
        </p:txBody>
      </p:sp>
      <p:graphicFrame>
        <p:nvGraphicFramePr>
          <p:cNvPr id="5" name="表格 4">
            <a:extLst>
              <a:ext uri="{FF2B5EF4-FFF2-40B4-BE49-F238E27FC236}">
                <a16:creationId xmlns:a16="http://schemas.microsoft.com/office/drawing/2014/main" id="{E3D0A222-3E99-45D5-803F-3D3F6D00A499}"/>
              </a:ext>
            </a:extLst>
          </p:cNvPr>
          <p:cNvGraphicFramePr/>
          <p:nvPr>
            <p:extLst>
              <p:ext uri="{D42A27DB-BD31-4B8C-83A1-F6EECF244321}">
                <p14:modId xmlns:p14="http://schemas.microsoft.com/office/powerpoint/2010/main" val="2636645844"/>
              </p:ext>
            </p:extLst>
          </p:nvPr>
        </p:nvGraphicFramePr>
        <p:xfrm>
          <a:off x="914400" y="2552700"/>
          <a:ext cx="10363200" cy="2956560"/>
        </p:xfrm>
        <a:graphic>
          <a:graphicData uri="http://schemas.openxmlformats.org/drawingml/2006/table">
            <a:tbl>
              <a:tblPr/>
              <a:tblGrid>
                <a:gridCol w="3333750">
                  <a:extLst>
                    <a:ext uri="{9D8B030D-6E8A-4147-A177-3AD203B41FA5}">
                      <a16:colId xmlns:a16="http://schemas.microsoft.com/office/drawing/2014/main" val="20000"/>
                    </a:ext>
                  </a:extLst>
                </a:gridCol>
                <a:gridCol w="1619250">
                  <a:extLst>
                    <a:ext uri="{9D8B030D-6E8A-4147-A177-3AD203B41FA5}">
                      <a16:colId xmlns:a16="http://schemas.microsoft.com/office/drawing/2014/main" val="20001"/>
                    </a:ext>
                  </a:extLst>
                </a:gridCol>
                <a:gridCol w="1714500">
                  <a:extLst>
                    <a:ext uri="{9D8B030D-6E8A-4147-A177-3AD203B41FA5}">
                      <a16:colId xmlns:a16="http://schemas.microsoft.com/office/drawing/2014/main" val="20002"/>
                    </a:ext>
                  </a:extLst>
                </a:gridCol>
                <a:gridCol w="3695700">
                  <a:extLst>
                    <a:ext uri="{9D8B030D-6E8A-4147-A177-3AD203B41FA5}">
                      <a16:colId xmlns:a16="http://schemas.microsoft.com/office/drawing/2014/main" val="20003"/>
                    </a:ext>
                  </a:extLst>
                </a:gridCol>
              </a:tblGrid>
              <a:tr h="952500">
                <a:tc>
                  <a:txBody>
                    <a:bodyPr/>
                    <a:lstStyle/>
                    <a:p>
                      <a:pPr algn="l">
                        <a:buNone/>
                      </a:pPr>
                      <a:r>
                        <a:rPr sz="2100" b="1">
                          <a:solidFill>
                            <a:srgbClr val="111111"/>
                          </a:solidFill>
                          <a:latin typeface="Arial"/>
                          <a:ea typeface="Arial"/>
                          <a:cs typeface="Arial"/>
                        </a:rPr>
                        <a:t>Dataset</a:t>
                      </a:r>
                    </a:p>
                  </a:txBody>
                  <a:tcPr anchor="ctr">
                    <a:lnL w="7620">
                      <a:solidFill>
                        <a:srgbClr val="D4D4D4"/>
                      </a:solidFill>
                      <a:prstDash val="solid"/>
                    </a:lnL>
                    <a:lnR w="7620">
                      <a:solidFill>
                        <a:srgbClr val="D4D4D4"/>
                      </a:solidFill>
                      <a:prstDash val="solid"/>
                    </a:lnR>
                    <a:lnT w="7620">
                      <a:solidFill>
                        <a:srgbClr val="D4D4D4"/>
                      </a:solidFill>
                      <a:prstDash val="solid"/>
                    </a:lnT>
                    <a:lnB w="7620">
                      <a:solidFill>
                        <a:srgbClr val="D4D4D4"/>
                      </a:solidFill>
                      <a:prstDash val="solid"/>
                    </a:lnB>
                    <a:solidFill>
                      <a:srgbClr val="EDF3F6"/>
                    </a:solidFill>
                  </a:tcPr>
                </a:tc>
                <a:tc>
                  <a:txBody>
                    <a:bodyPr/>
                    <a:lstStyle/>
                    <a:p>
                      <a:pPr algn="ctr">
                        <a:buNone/>
                      </a:pPr>
                      <a:r>
                        <a:rPr sz="2100" b="1">
                          <a:solidFill>
                            <a:srgbClr val="111111"/>
                          </a:solidFill>
                          <a:latin typeface="Arial"/>
                          <a:ea typeface="Arial"/>
                          <a:cs typeface="Arial"/>
                        </a:rPr>
                        <a:t>Samples</a:t>
                      </a:r>
                    </a:p>
                  </a:txBody>
                  <a:tcPr anchor="ctr">
                    <a:lnL w="7620" cap="flat" cmpd="sng" algn="ctr">
                      <a:solidFill>
                        <a:srgbClr val="D4D4D4"/>
                      </a:solidFill>
                      <a:prstDash val="solid"/>
                      <a:round/>
                      <a:headEnd type="none" w="med" len="med"/>
                      <a:tailEnd type="none" w="med" len="med"/>
                    </a:lnL>
                    <a:lnR w="7620">
                      <a:solidFill>
                        <a:srgbClr val="D4D4D4"/>
                      </a:solidFill>
                      <a:prstDash val="solid"/>
                    </a:lnR>
                    <a:lnT w="7620">
                      <a:solidFill>
                        <a:srgbClr val="D4D4D4"/>
                      </a:solidFill>
                      <a:prstDash val="solid"/>
                    </a:lnT>
                    <a:lnB w="7620">
                      <a:solidFill>
                        <a:srgbClr val="D4D4D4"/>
                      </a:solidFill>
                      <a:prstDash val="solid"/>
                    </a:lnB>
                    <a:solidFill>
                      <a:srgbClr val="EDF3F6"/>
                    </a:solidFill>
                  </a:tcPr>
                </a:tc>
                <a:tc>
                  <a:txBody>
                    <a:bodyPr/>
                    <a:lstStyle/>
                    <a:p>
                      <a:pPr algn="ctr">
                        <a:buNone/>
                      </a:pPr>
                      <a:r>
                        <a:rPr sz="2100" b="1">
                          <a:solidFill>
                            <a:srgbClr val="111111"/>
                          </a:solidFill>
                          <a:latin typeface="Arial"/>
                          <a:ea typeface="Arial"/>
                          <a:cs typeface="Arial"/>
                        </a:rPr>
                        <a:t>Channels</a:t>
                      </a:r>
                    </a:p>
                  </a:txBody>
                  <a:tcPr anchor="ctr">
                    <a:lnL w="7620" cap="flat" cmpd="sng" algn="ctr">
                      <a:solidFill>
                        <a:srgbClr val="D4D4D4"/>
                      </a:solidFill>
                      <a:prstDash val="solid"/>
                      <a:round/>
                      <a:headEnd type="none" w="med" len="med"/>
                      <a:tailEnd type="none" w="med" len="med"/>
                    </a:lnL>
                    <a:lnR w="7620">
                      <a:solidFill>
                        <a:srgbClr val="D4D4D4"/>
                      </a:solidFill>
                      <a:prstDash val="solid"/>
                    </a:lnR>
                    <a:lnT w="7620">
                      <a:solidFill>
                        <a:srgbClr val="D4D4D4"/>
                      </a:solidFill>
                      <a:prstDash val="solid"/>
                    </a:lnT>
                    <a:lnB w="7620">
                      <a:solidFill>
                        <a:srgbClr val="D4D4D4"/>
                      </a:solidFill>
                      <a:prstDash val="solid"/>
                    </a:lnB>
                    <a:solidFill>
                      <a:srgbClr val="EDF3F6"/>
                    </a:solidFill>
                  </a:tcPr>
                </a:tc>
                <a:tc>
                  <a:txBody>
                    <a:bodyPr/>
                    <a:lstStyle/>
                    <a:p>
                      <a:pPr algn="ctr">
                        <a:buNone/>
                      </a:pPr>
                      <a:r>
                        <a:rPr sz="2100" b="1">
                          <a:solidFill>
                            <a:srgbClr val="111111"/>
                          </a:solidFill>
                          <a:latin typeface="Arial"/>
                          <a:ea typeface="Arial"/>
                          <a:cs typeface="Arial"/>
                        </a:rPr>
                        <a:t>Event types</a:t>
                      </a:r>
                    </a:p>
                  </a:txBody>
                  <a:tcPr anchor="ctr">
                    <a:lnL w="7620" cap="flat" cmpd="sng" algn="ctr">
                      <a:solidFill>
                        <a:srgbClr val="D4D4D4"/>
                      </a:solidFill>
                      <a:prstDash val="solid"/>
                      <a:round/>
                      <a:headEnd type="none" w="med" len="med"/>
                      <a:tailEnd type="none" w="med" len="med"/>
                    </a:lnL>
                    <a:lnR w="7620">
                      <a:solidFill>
                        <a:srgbClr val="D4D4D4"/>
                      </a:solidFill>
                      <a:prstDash val="solid"/>
                    </a:lnR>
                    <a:lnT w="7620">
                      <a:solidFill>
                        <a:srgbClr val="D4D4D4"/>
                      </a:solidFill>
                      <a:prstDash val="solid"/>
                    </a:lnT>
                    <a:lnB w="7620">
                      <a:solidFill>
                        <a:srgbClr val="D4D4D4"/>
                      </a:solidFill>
                      <a:prstDash val="solid"/>
                    </a:lnB>
                    <a:solidFill>
                      <a:srgbClr val="EDF3F6"/>
                    </a:solidFill>
                  </a:tcPr>
                </a:tc>
                <a:extLst>
                  <a:ext uri="{0D108BD9-81ED-4DB2-BD59-A6C34878D82A}">
                    <a16:rowId xmlns:a16="http://schemas.microsoft.com/office/drawing/2014/main" val="10000"/>
                  </a:ext>
                </a:extLst>
              </a:tr>
              <a:tr h="952500">
                <a:tc>
                  <a:txBody>
                    <a:bodyPr/>
                    <a:lstStyle/>
                    <a:p>
                      <a:pPr algn="l">
                        <a:buNone/>
                      </a:pPr>
                      <a:r>
                        <a:rPr sz="1875" b="0" dirty="0">
                          <a:solidFill>
                            <a:srgbClr val="111111"/>
                          </a:solidFill>
                          <a:latin typeface="Arial"/>
                          <a:ea typeface="Arial"/>
                          <a:cs typeface="Arial"/>
                        </a:rPr>
                        <a:t>Pressure Test</a:t>
                      </a:r>
                    </a:p>
                    <a:p>
                      <a:pPr algn="l">
                        <a:buNone/>
                      </a:pPr>
                      <a:r>
                        <a:rPr sz="1875" b="0" dirty="0">
                          <a:solidFill>
                            <a:schemeClr val="tx1">
                              <a:lumMod val="50000"/>
                              <a:lumOff val="50000"/>
                            </a:schemeClr>
                          </a:solidFill>
                          <a:latin typeface="Arial"/>
                          <a:ea typeface="Arial"/>
                          <a:cs typeface="Arial"/>
                        </a:rPr>
                        <a:t>41 North Sea jobs</a:t>
                      </a:r>
                    </a:p>
                  </a:txBody>
                  <a:tcPr anchor="ctr">
                    <a:lnL w="7620">
                      <a:solidFill>
                        <a:srgbClr val="D4D4D4"/>
                      </a:solidFill>
                      <a:prstDash val="solid"/>
                    </a:lnL>
                    <a:lnR w="7620">
                      <a:solidFill>
                        <a:srgbClr val="D4D4D4"/>
                      </a:solidFill>
                      <a:prstDash val="solid"/>
                    </a:lnR>
                    <a:lnT w="7620" cap="flat" cmpd="sng" algn="ctr">
                      <a:solidFill>
                        <a:srgbClr val="D4D4D4"/>
                      </a:solidFill>
                      <a:prstDash val="solid"/>
                      <a:round/>
                      <a:headEnd type="none" w="med" len="med"/>
                      <a:tailEnd type="none" w="med" len="med"/>
                    </a:lnT>
                    <a:lnB w="7620">
                      <a:solidFill>
                        <a:srgbClr val="D4D4D4"/>
                      </a:solidFill>
                      <a:prstDash val="solid"/>
                    </a:lnB>
                    <a:solidFill>
                      <a:srgbClr val="FFFFFF"/>
                    </a:solidFill>
                  </a:tcPr>
                </a:tc>
                <a:tc>
                  <a:txBody>
                    <a:bodyPr/>
                    <a:lstStyle/>
                    <a:p>
                      <a:pPr algn="ctr">
                        <a:buNone/>
                      </a:pPr>
                      <a:r>
                        <a:rPr sz="2100" b="0">
                          <a:solidFill>
                            <a:srgbClr val="111111"/>
                          </a:solidFill>
                          <a:latin typeface="Arial"/>
                          <a:ea typeface="Arial"/>
                          <a:cs typeface="Arial"/>
                        </a:rPr>
                        <a:t>62</a:t>
                      </a:r>
                    </a:p>
                  </a:txBody>
                  <a:tcPr anchor="ctr">
                    <a:lnL w="7620" cap="flat" cmpd="sng" algn="ctr">
                      <a:solidFill>
                        <a:srgbClr val="D4D4D4"/>
                      </a:solidFill>
                      <a:prstDash val="solid"/>
                      <a:round/>
                      <a:headEnd type="none" w="med" len="med"/>
                      <a:tailEnd type="none" w="med" len="med"/>
                    </a:lnL>
                    <a:lnR w="7620">
                      <a:solidFill>
                        <a:srgbClr val="D4D4D4"/>
                      </a:solidFill>
                      <a:prstDash val="solid"/>
                    </a:lnR>
                    <a:lnT w="7620" cap="flat" cmpd="sng" algn="ctr">
                      <a:solidFill>
                        <a:srgbClr val="D4D4D4"/>
                      </a:solidFill>
                      <a:prstDash val="solid"/>
                      <a:round/>
                      <a:headEnd type="none" w="med" len="med"/>
                      <a:tailEnd type="none" w="med" len="med"/>
                    </a:lnT>
                    <a:lnB w="7620">
                      <a:solidFill>
                        <a:srgbClr val="D4D4D4"/>
                      </a:solidFill>
                      <a:prstDash val="solid"/>
                    </a:lnB>
                    <a:solidFill>
                      <a:srgbClr val="FFFFFF"/>
                    </a:solidFill>
                  </a:tcPr>
                </a:tc>
                <a:tc>
                  <a:txBody>
                    <a:bodyPr/>
                    <a:lstStyle/>
                    <a:p>
                      <a:pPr algn="ctr">
                        <a:buNone/>
                      </a:pPr>
                      <a:r>
                        <a:rPr sz="2100" b="0">
                          <a:solidFill>
                            <a:srgbClr val="111111"/>
                          </a:solidFill>
                          <a:latin typeface="Arial"/>
                          <a:ea typeface="Arial"/>
                          <a:cs typeface="Arial"/>
                        </a:rPr>
                        <a:t>2</a:t>
                      </a:r>
                    </a:p>
                  </a:txBody>
                  <a:tcPr anchor="ctr">
                    <a:lnL w="7620" cap="flat" cmpd="sng" algn="ctr">
                      <a:solidFill>
                        <a:srgbClr val="D4D4D4"/>
                      </a:solidFill>
                      <a:prstDash val="solid"/>
                      <a:round/>
                      <a:headEnd type="none" w="med" len="med"/>
                      <a:tailEnd type="none" w="med" len="med"/>
                    </a:lnL>
                    <a:lnR w="7620">
                      <a:solidFill>
                        <a:srgbClr val="D4D4D4"/>
                      </a:solidFill>
                      <a:prstDash val="solid"/>
                    </a:lnR>
                    <a:lnT w="7620" cap="flat" cmpd="sng" algn="ctr">
                      <a:solidFill>
                        <a:srgbClr val="D4D4D4"/>
                      </a:solidFill>
                      <a:prstDash val="solid"/>
                      <a:round/>
                      <a:headEnd type="none" w="med" len="med"/>
                      <a:tailEnd type="none" w="med" len="med"/>
                    </a:lnT>
                    <a:lnB w="7620">
                      <a:solidFill>
                        <a:srgbClr val="D4D4D4"/>
                      </a:solidFill>
                      <a:prstDash val="solid"/>
                    </a:lnB>
                    <a:solidFill>
                      <a:srgbClr val="FFFFFF"/>
                    </a:solidFill>
                  </a:tcPr>
                </a:tc>
                <a:tc>
                  <a:txBody>
                    <a:bodyPr/>
                    <a:lstStyle/>
                    <a:p>
                      <a:pPr algn="ctr">
                        <a:buNone/>
                      </a:pPr>
                      <a:r>
                        <a:rPr sz="2100" b="0">
                          <a:solidFill>
                            <a:srgbClr val="111111"/>
                          </a:solidFill>
                          <a:latin typeface="Arial"/>
                          <a:ea typeface="Arial"/>
                          <a:cs typeface="Arial"/>
                        </a:rPr>
                        <a:t>Valid Test</a:t>
                      </a:r>
                    </a:p>
                    <a:p>
                      <a:pPr algn="ctr">
                        <a:buNone/>
                      </a:pPr>
                      <a:r>
                        <a:rPr sz="2100" b="0">
                          <a:solidFill>
                            <a:srgbClr val="111111"/>
                          </a:solidFill>
                          <a:latin typeface="Arial"/>
                          <a:ea typeface="Arial"/>
                          <a:cs typeface="Arial"/>
                        </a:rPr>
                        <a:t>Lost Seal</a:t>
                      </a:r>
                    </a:p>
                  </a:txBody>
                  <a:tcPr anchor="ctr">
                    <a:lnL w="7620" cap="flat" cmpd="sng" algn="ctr">
                      <a:solidFill>
                        <a:srgbClr val="D4D4D4"/>
                      </a:solidFill>
                      <a:prstDash val="solid"/>
                      <a:round/>
                      <a:headEnd type="none" w="med" len="med"/>
                      <a:tailEnd type="none" w="med" len="med"/>
                    </a:lnL>
                    <a:lnR w="7620">
                      <a:solidFill>
                        <a:srgbClr val="D4D4D4"/>
                      </a:solidFill>
                      <a:prstDash val="solid"/>
                    </a:lnR>
                    <a:lnT w="7620" cap="flat" cmpd="sng" algn="ctr">
                      <a:solidFill>
                        <a:srgbClr val="D4D4D4"/>
                      </a:solidFill>
                      <a:prstDash val="solid"/>
                      <a:round/>
                      <a:headEnd type="none" w="med" len="med"/>
                      <a:tailEnd type="none" w="med" len="med"/>
                    </a:lnT>
                    <a:lnB w="7620">
                      <a:solidFill>
                        <a:srgbClr val="D4D4D4"/>
                      </a:solidFill>
                      <a:prstDash val="solid"/>
                    </a:lnB>
                    <a:solidFill>
                      <a:srgbClr val="FFFFFF"/>
                    </a:solidFill>
                  </a:tcPr>
                </a:tc>
                <a:extLst>
                  <a:ext uri="{0D108BD9-81ED-4DB2-BD59-A6C34878D82A}">
                    <a16:rowId xmlns:a16="http://schemas.microsoft.com/office/drawing/2014/main" val="10001"/>
                  </a:ext>
                </a:extLst>
              </a:tr>
              <a:tr h="952500">
                <a:tc>
                  <a:txBody>
                    <a:bodyPr/>
                    <a:lstStyle/>
                    <a:p>
                      <a:pPr algn="l">
                        <a:buNone/>
                      </a:pPr>
                      <a:r>
                        <a:rPr sz="1875" b="0" dirty="0">
                          <a:solidFill>
                            <a:srgbClr val="111111"/>
                          </a:solidFill>
                          <a:latin typeface="Arial"/>
                          <a:ea typeface="Arial"/>
                          <a:cs typeface="Arial"/>
                        </a:rPr>
                        <a:t>Climate Hazard</a:t>
                      </a:r>
                    </a:p>
                    <a:p>
                      <a:pPr algn="l">
                        <a:buNone/>
                      </a:pPr>
                      <a:r>
                        <a:rPr lang="en-US" sz="1875" b="0" dirty="0">
                          <a:solidFill>
                            <a:schemeClr val="tx1">
                              <a:lumMod val="50000"/>
                              <a:lumOff val="50000"/>
                            </a:schemeClr>
                          </a:solidFill>
                          <a:latin typeface="Arial"/>
                          <a:ea typeface="Arial"/>
                          <a:cs typeface="Arial"/>
                        </a:rPr>
                        <a:t>Open data </a:t>
                      </a:r>
                      <a:r>
                        <a:rPr sz="1875" b="0" dirty="0">
                          <a:solidFill>
                            <a:schemeClr val="tx1">
                              <a:lumMod val="50000"/>
                              <a:lumOff val="50000"/>
                            </a:schemeClr>
                          </a:solidFill>
                          <a:latin typeface="Arial"/>
                          <a:ea typeface="Arial"/>
                          <a:cs typeface="Arial"/>
                        </a:rPr>
                        <a:t>NOAA + NWS</a:t>
                      </a:r>
                    </a:p>
                  </a:txBody>
                  <a:tcPr anchor="ctr">
                    <a:lnL w="7620">
                      <a:solidFill>
                        <a:srgbClr val="D4D4D4"/>
                      </a:solidFill>
                      <a:prstDash val="solid"/>
                    </a:lnL>
                    <a:lnR w="7620">
                      <a:solidFill>
                        <a:srgbClr val="D4D4D4"/>
                      </a:solidFill>
                      <a:prstDash val="solid"/>
                    </a:lnR>
                    <a:lnT w="7620" cap="flat" cmpd="sng" algn="ctr">
                      <a:solidFill>
                        <a:srgbClr val="D4D4D4"/>
                      </a:solidFill>
                      <a:prstDash val="solid"/>
                      <a:round/>
                      <a:headEnd type="none" w="med" len="med"/>
                      <a:tailEnd type="none" w="med" len="med"/>
                    </a:lnT>
                    <a:lnB w="7620">
                      <a:solidFill>
                        <a:srgbClr val="D4D4D4"/>
                      </a:solidFill>
                      <a:prstDash val="solid"/>
                    </a:lnB>
                    <a:solidFill>
                      <a:srgbClr val="FFFFFF"/>
                    </a:solidFill>
                  </a:tcPr>
                </a:tc>
                <a:tc>
                  <a:txBody>
                    <a:bodyPr/>
                    <a:lstStyle/>
                    <a:p>
                      <a:pPr algn="ctr">
                        <a:buNone/>
                      </a:pPr>
                      <a:r>
                        <a:rPr sz="2100" b="0">
                          <a:solidFill>
                            <a:srgbClr val="111111"/>
                          </a:solidFill>
                          <a:latin typeface="Arial"/>
                          <a:ea typeface="Arial"/>
                          <a:cs typeface="Arial"/>
                        </a:rPr>
                        <a:t>86</a:t>
                      </a:r>
                    </a:p>
                  </a:txBody>
                  <a:tcPr anchor="ctr">
                    <a:lnL w="7620" cap="flat" cmpd="sng" algn="ctr">
                      <a:solidFill>
                        <a:srgbClr val="D4D4D4"/>
                      </a:solidFill>
                      <a:prstDash val="solid"/>
                      <a:round/>
                      <a:headEnd type="none" w="med" len="med"/>
                      <a:tailEnd type="none" w="med" len="med"/>
                    </a:lnL>
                    <a:lnR w="7620">
                      <a:solidFill>
                        <a:srgbClr val="D4D4D4"/>
                      </a:solidFill>
                      <a:prstDash val="solid"/>
                    </a:lnR>
                    <a:lnT w="7620" cap="flat" cmpd="sng" algn="ctr">
                      <a:solidFill>
                        <a:srgbClr val="D4D4D4"/>
                      </a:solidFill>
                      <a:prstDash val="solid"/>
                      <a:round/>
                      <a:headEnd type="none" w="med" len="med"/>
                      <a:tailEnd type="none" w="med" len="med"/>
                    </a:lnT>
                    <a:lnB w="7620">
                      <a:solidFill>
                        <a:srgbClr val="D4D4D4"/>
                      </a:solidFill>
                      <a:prstDash val="solid"/>
                    </a:lnB>
                    <a:solidFill>
                      <a:srgbClr val="FFFFFF"/>
                    </a:solidFill>
                  </a:tcPr>
                </a:tc>
                <a:tc>
                  <a:txBody>
                    <a:bodyPr/>
                    <a:lstStyle/>
                    <a:p>
                      <a:pPr algn="ctr">
                        <a:buNone/>
                      </a:pPr>
                      <a:r>
                        <a:rPr sz="2100" b="0">
                          <a:solidFill>
                            <a:srgbClr val="111111"/>
                          </a:solidFill>
                          <a:latin typeface="Arial"/>
                          <a:ea typeface="Arial"/>
                          <a:cs typeface="Arial"/>
                        </a:rPr>
                        <a:t>7</a:t>
                      </a:r>
                    </a:p>
                  </a:txBody>
                  <a:tcPr anchor="ctr">
                    <a:lnL w="7620" cap="flat" cmpd="sng" algn="ctr">
                      <a:solidFill>
                        <a:srgbClr val="D4D4D4"/>
                      </a:solidFill>
                      <a:prstDash val="solid"/>
                      <a:round/>
                      <a:headEnd type="none" w="med" len="med"/>
                      <a:tailEnd type="none" w="med" len="med"/>
                    </a:lnL>
                    <a:lnR w="7620">
                      <a:solidFill>
                        <a:srgbClr val="D4D4D4"/>
                      </a:solidFill>
                      <a:prstDash val="solid"/>
                    </a:lnR>
                    <a:lnT w="7620" cap="flat" cmpd="sng" algn="ctr">
                      <a:solidFill>
                        <a:srgbClr val="D4D4D4"/>
                      </a:solidFill>
                      <a:prstDash val="solid"/>
                      <a:round/>
                      <a:headEnd type="none" w="med" len="med"/>
                      <a:tailEnd type="none" w="med" len="med"/>
                    </a:lnT>
                    <a:lnB w="7620">
                      <a:solidFill>
                        <a:srgbClr val="D4D4D4"/>
                      </a:solidFill>
                      <a:prstDash val="solid"/>
                    </a:lnB>
                    <a:solidFill>
                      <a:srgbClr val="FFFFFF"/>
                    </a:solidFill>
                  </a:tcPr>
                </a:tc>
                <a:tc>
                  <a:txBody>
                    <a:bodyPr/>
                    <a:lstStyle/>
                    <a:p>
                      <a:pPr algn="ctr">
                        <a:buNone/>
                      </a:pPr>
                      <a:r>
                        <a:rPr sz="2100" b="0" dirty="0">
                          <a:solidFill>
                            <a:srgbClr val="111111"/>
                          </a:solidFill>
                          <a:latin typeface="Arial"/>
                          <a:ea typeface="Arial"/>
                          <a:cs typeface="Arial"/>
                        </a:rPr>
                        <a:t>Dense Fog</a:t>
                      </a:r>
                    </a:p>
                    <a:p>
                      <a:pPr algn="ctr">
                        <a:buNone/>
                      </a:pPr>
                      <a:r>
                        <a:rPr sz="2100" b="0" dirty="0">
                          <a:solidFill>
                            <a:srgbClr val="111111"/>
                          </a:solidFill>
                          <a:latin typeface="Arial"/>
                          <a:ea typeface="Arial"/>
                          <a:cs typeface="Arial"/>
                        </a:rPr>
                        <a:t>Frost Freeze</a:t>
                      </a:r>
                    </a:p>
                    <a:p>
                      <a:pPr algn="ctr">
                        <a:buNone/>
                      </a:pPr>
                      <a:r>
                        <a:rPr sz="2100" b="0" dirty="0">
                          <a:solidFill>
                            <a:srgbClr val="111111"/>
                          </a:solidFill>
                          <a:latin typeface="Arial"/>
                          <a:ea typeface="Arial"/>
                          <a:cs typeface="Arial"/>
                        </a:rPr>
                        <a:t>Extreme Cold</a:t>
                      </a:r>
                    </a:p>
                  </a:txBody>
                  <a:tcPr anchor="ctr">
                    <a:lnL w="7620" cap="flat" cmpd="sng" algn="ctr">
                      <a:solidFill>
                        <a:srgbClr val="D4D4D4"/>
                      </a:solidFill>
                      <a:prstDash val="solid"/>
                      <a:round/>
                      <a:headEnd type="none" w="med" len="med"/>
                      <a:tailEnd type="none" w="med" len="med"/>
                    </a:lnL>
                    <a:lnR w="7620">
                      <a:solidFill>
                        <a:srgbClr val="D4D4D4"/>
                      </a:solidFill>
                      <a:prstDash val="solid"/>
                    </a:lnR>
                    <a:lnT w="7620" cap="flat" cmpd="sng" algn="ctr">
                      <a:solidFill>
                        <a:srgbClr val="D4D4D4"/>
                      </a:solidFill>
                      <a:prstDash val="solid"/>
                      <a:round/>
                      <a:headEnd type="none" w="med" len="med"/>
                      <a:tailEnd type="none" w="med" len="med"/>
                    </a:lnT>
                    <a:lnB w="7620">
                      <a:solidFill>
                        <a:srgbClr val="D4D4D4"/>
                      </a:solidFill>
                      <a:prstDash val="solid"/>
                    </a:lnB>
                    <a:solidFill>
                      <a:srgbClr val="FFFFFF"/>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6983425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BF70A959-9FFF-4B49-A1EC-C7F1AD307FD6}"/>
              </a:ext>
            </a:extLst>
          </p:cNvPr>
          <p:cNvPicPr>
            <a:picLocks noChangeAspect="1"/>
          </p:cNvPicPr>
          <p:nvPr/>
        </p:nvPicPr>
        <p:blipFill>
          <a:blip r:embed="rId3"/>
          <a:stretch/>
        </p:blipFill>
        <p:spPr>
          <a:xfrm>
            <a:off x="76200" y="77337"/>
            <a:ext cx="2390775" cy="378725"/>
          </a:xfrm>
          <a:prstGeom prst="rect">
            <a:avLst/>
          </a:prstGeom>
        </p:spPr>
      </p:pic>
      <p:sp>
        <p:nvSpPr>
          <p:cNvPr id="2" name="revision-1012">
            <a:extLst>
              <a:ext uri="{FF2B5EF4-FFF2-40B4-BE49-F238E27FC236}">
                <a16:creationId xmlns:a16="http://schemas.microsoft.com/office/drawing/2014/main" id="{E0AD8CA9-0879-4AC9-A370-9FFF89E9E3E3}"/>
              </a:ext>
            </a:extLst>
          </p:cNvPr>
          <p:cNvSpPr>
            <a:spLocks noGrp="1"/>
          </p:cNvSpPr>
          <p:nvPr/>
        </p:nvSpPr>
        <p:spPr>
          <a:xfrm>
            <a:off x="914400" y="876300"/>
            <a:ext cx="10477500" cy="647700"/>
          </a:xfrm>
          <a:prstGeom prst="rect">
            <a:avLst/>
          </a:prstGeom>
          <a:noFill/>
          <a:ln w="0">
            <a:noFill/>
            <a:prstDash val="solid"/>
          </a:ln>
        </p:spPr>
        <p:txBody>
          <a:bodyPr wrap="square" lIns="0" tIns="0" rIns="0" bIns="0" anchor="ctr">
            <a:noAutofit/>
          </a:bodyPr>
          <a:lstStyle>
            <a:defPPr algn="l">
              <a:defRPr sz="3600" b="0">
                <a:solidFill>
                  <a:srgbClr val="111111"/>
                </a:solidFill>
                <a:latin typeface="Arial"/>
                <a:ea typeface="Arial"/>
                <a:cs typeface="Arial"/>
              </a:defRPr>
            </a:defPPr>
            <a:lvl1pPr algn="l">
              <a:buNone/>
              <a:defRPr sz="3600" b="0">
                <a:solidFill>
                  <a:srgbClr val="111111"/>
                </a:solidFill>
                <a:latin typeface="Arial"/>
                <a:ea typeface="Arial"/>
                <a:cs typeface="Arial"/>
              </a:defRPr>
            </a:lvl1pPr>
            <a:lvl2pPr algn="l">
              <a:buNone/>
              <a:defRPr sz="3600" b="0">
                <a:solidFill>
                  <a:srgbClr val="111111"/>
                </a:solidFill>
                <a:latin typeface="Arial"/>
                <a:ea typeface="Arial"/>
                <a:cs typeface="Arial"/>
              </a:defRPr>
            </a:lvl2pPr>
            <a:lvl3pPr algn="l">
              <a:buNone/>
              <a:defRPr sz="3600" b="0">
                <a:solidFill>
                  <a:srgbClr val="111111"/>
                </a:solidFill>
                <a:latin typeface="Arial"/>
                <a:ea typeface="Arial"/>
                <a:cs typeface="Arial"/>
              </a:defRPr>
            </a:lvl3pPr>
            <a:lvl4pPr algn="l">
              <a:buNone/>
              <a:defRPr sz="3600" b="0">
                <a:solidFill>
                  <a:srgbClr val="111111"/>
                </a:solidFill>
                <a:latin typeface="Arial"/>
                <a:ea typeface="Arial"/>
                <a:cs typeface="Arial"/>
              </a:defRPr>
            </a:lvl4pPr>
            <a:lvl5pPr algn="l">
              <a:buNone/>
              <a:defRPr sz="3600" b="0">
                <a:solidFill>
                  <a:srgbClr val="111111"/>
                </a:solidFill>
                <a:latin typeface="Arial"/>
                <a:ea typeface="Arial"/>
                <a:cs typeface="Arial"/>
              </a:defRPr>
            </a:lvl5pPr>
            <a:lvl6pPr algn="l">
              <a:buNone/>
              <a:defRPr sz="3600" b="0">
                <a:solidFill>
                  <a:srgbClr val="111111"/>
                </a:solidFill>
                <a:latin typeface="Arial"/>
                <a:ea typeface="Arial"/>
                <a:cs typeface="Arial"/>
              </a:defRPr>
            </a:lvl6pPr>
            <a:lvl7pPr algn="l">
              <a:buNone/>
              <a:defRPr sz="3600" b="0">
                <a:solidFill>
                  <a:srgbClr val="111111"/>
                </a:solidFill>
                <a:latin typeface="Arial"/>
                <a:ea typeface="Arial"/>
                <a:cs typeface="Arial"/>
              </a:defRPr>
            </a:lvl7pPr>
            <a:lvl8pPr algn="l">
              <a:buNone/>
              <a:defRPr sz="3600" b="0">
                <a:solidFill>
                  <a:srgbClr val="111111"/>
                </a:solidFill>
                <a:latin typeface="Arial"/>
                <a:ea typeface="Arial"/>
                <a:cs typeface="Arial"/>
              </a:defRPr>
            </a:lvl8pPr>
            <a:lvl9pPr algn="l">
              <a:buNone/>
              <a:defRPr sz="3600" b="0">
                <a:solidFill>
                  <a:srgbClr val="111111"/>
                </a:solidFill>
                <a:latin typeface="Arial"/>
                <a:ea typeface="Arial"/>
                <a:cs typeface="Arial"/>
              </a:defRPr>
            </a:lvl9pPr>
          </a:lstStyle>
          <a:p>
            <a:pPr algn="l">
              <a:buNone/>
              <a:defRPr sz="3600" b="0">
                <a:solidFill>
                  <a:srgbClr val="111111"/>
                </a:solidFill>
                <a:latin typeface="Arial"/>
                <a:ea typeface="Arial"/>
                <a:cs typeface="Arial"/>
              </a:defRPr>
            </a:pPr>
            <a:r>
              <a:rPr sz="3600" b="0">
                <a:solidFill>
                  <a:srgbClr val="111111"/>
                </a:solidFill>
                <a:latin typeface="Arial"/>
                <a:ea typeface="Arial"/>
                <a:cs typeface="Arial"/>
              </a:rPr>
              <a:t>Benchmarking ELT parsing</a:t>
            </a:r>
          </a:p>
        </p:txBody>
      </p:sp>
      <p:sp>
        <p:nvSpPr>
          <p:cNvPr id="3" name="revision-1013">
            <a:extLst>
              <a:ext uri="{FF2B5EF4-FFF2-40B4-BE49-F238E27FC236}">
                <a16:creationId xmlns:a16="http://schemas.microsoft.com/office/drawing/2014/main" id="{450CF3B4-17A5-420E-B4F8-94E85AC210A3}"/>
              </a:ext>
            </a:extLst>
          </p:cNvPr>
          <p:cNvSpPr>
            <a:spLocks noGrp="1"/>
          </p:cNvSpPr>
          <p:nvPr/>
        </p:nvSpPr>
        <p:spPr>
          <a:xfrm>
            <a:off x="914400" y="1638300"/>
            <a:ext cx="10477500" cy="457200"/>
          </a:xfrm>
          <a:prstGeom prst="rect">
            <a:avLst/>
          </a:prstGeom>
          <a:noFill/>
          <a:ln w="0">
            <a:noFill/>
            <a:prstDash val="solid"/>
          </a:ln>
        </p:spPr>
        <p:txBody>
          <a:bodyPr wrap="square" lIns="0" tIns="0" rIns="0" bIns="0" anchor="ctr">
            <a:noAutofit/>
          </a:bodyPr>
          <a:lstStyle>
            <a:defPPr algn="l">
              <a:defRPr sz="2250" b="0">
                <a:solidFill>
                  <a:srgbClr val="111111"/>
                </a:solidFill>
                <a:latin typeface="Arial"/>
                <a:ea typeface="Arial"/>
                <a:cs typeface="Arial"/>
              </a:defRPr>
            </a:defPPr>
            <a:lvl1pPr algn="l">
              <a:buNone/>
              <a:defRPr sz="2250" b="0">
                <a:solidFill>
                  <a:srgbClr val="111111"/>
                </a:solidFill>
                <a:latin typeface="Arial"/>
                <a:ea typeface="Arial"/>
                <a:cs typeface="Arial"/>
              </a:defRPr>
            </a:lvl1pPr>
            <a:lvl2pPr algn="l">
              <a:buNone/>
              <a:defRPr sz="2250" b="0">
                <a:solidFill>
                  <a:srgbClr val="111111"/>
                </a:solidFill>
                <a:latin typeface="Arial"/>
                <a:ea typeface="Arial"/>
                <a:cs typeface="Arial"/>
              </a:defRPr>
            </a:lvl2pPr>
            <a:lvl3pPr algn="l">
              <a:buNone/>
              <a:defRPr sz="2250" b="0">
                <a:solidFill>
                  <a:srgbClr val="111111"/>
                </a:solidFill>
                <a:latin typeface="Arial"/>
                <a:ea typeface="Arial"/>
                <a:cs typeface="Arial"/>
              </a:defRPr>
            </a:lvl3pPr>
            <a:lvl4pPr algn="l">
              <a:buNone/>
              <a:defRPr sz="2250" b="0">
                <a:solidFill>
                  <a:srgbClr val="111111"/>
                </a:solidFill>
                <a:latin typeface="Arial"/>
                <a:ea typeface="Arial"/>
                <a:cs typeface="Arial"/>
              </a:defRPr>
            </a:lvl4pPr>
            <a:lvl5pPr algn="l">
              <a:buNone/>
              <a:defRPr sz="2250" b="0">
                <a:solidFill>
                  <a:srgbClr val="111111"/>
                </a:solidFill>
                <a:latin typeface="Arial"/>
                <a:ea typeface="Arial"/>
                <a:cs typeface="Arial"/>
              </a:defRPr>
            </a:lvl5pPr>
            <a:lvl6pPr algn="l">
              <a:buNone/>
              <a:defRPr sz="2250" b="0">
                <a:solidFill>
                  <a:srgbClr val="111111"/>
                </a:solidFill>
                <a:latin typeface="Arial"/>
                <a:ea typeface="Arial"/>
                <a:cs typeface="Arial"/>
              </a:defRPr>
            </a:lvl6pPr>
            <a:lvl7pPr algn="l">
              <a:buNone/>
              <a:defRPr sz="2250" b="0">
                <a:solidFill>
                  <a:srgbClr val="111111"/>
                </a:solidFill>
                <a:latin typeface="Arial"/>
                <a:ea typeface="Arial"/>
                <a:cs typeface="Arial"/>
              </a:defRPr>
            </a:lvl7pPr>
            <a:lvl8pPr algn="l">
              <a:buNone/>
              <a:defRPr sz="2250" b="0">
                <a:solidFill>
                  <a:srgbClr val="111111"/>
                </a:solidFill>
                <a:latin typeface="Arial"/>
                <a:ea typeface="Arial"/>
                <a:cs typeface="Arial"/>
              </a:defRPr>
            </a:lvl8pPr>
            <a:lvl9pPr algn="l">
              <a:buNone/>
              <a:defRPr sz="2250" b="0">
                <a:solidFill>
                  <a:srgbClr val="111111"/>
                </a:solidFill>
                <a:latin typeface="Arial"/>
                <a:ea typeface="Arial"/>
                <a:cs typeface="Arial"/>
              </a:defRPr>
            </a:lvl9pPr>
          </a:lstStyle>
          <a:p>
            <a:pPr algn="l">
              <a:buNone/>
              <a:defRPr sz="2250" b="0">
                <a:solidFill>
                  <a:srgbClr val="111111"/>
                </a:solidFill>
                <a:latin typeface="Arial"/>
                <a:ea typeface="Arial"/>
                <a:cs typeface="Arial"/>
              </a:defRPr>
            </a:pPr>
            <a:r>
              <a:rPr sz="2250" b="0">
                <a:solidFill>
                  <a:srgbClr val="111111"/>
                </a:solidFill>
                <a:latin typeface="Arial"/>
                <a:ea typeface="Arial"/>
                <a:cs typeface="Arial"/>
              </a:rPr>
              <a:t>Can models recover event structure from language?</a:t>
            </a:r>
          </a:p>
        </p:txBody>
      </p:sp>
      <p:graphicFrame>
        <p:nvGraphicFramePr>
          <p:cNvPr id="4" name="表格 3">
            <a:extLst>
              <a:ext uri="{FF2B5EF4-FFF2-40B4-BE49-F238E27FC236}">
                <a16:creationId xmlns:a16="http://schemas.microsoft.com/office/drawing/2014/main" id="{41F01BD0-FC7A-4E15-AB92-4E117732EE22}"/>
              </a:ext>
            </a:extLst>
          </p:cNvPr>
          <p:cNvGraphicFramePr/>
          <p:nvPr/>
        </p:nvGraphicFramePr>
        <p:xfrm>
          <a:off x="914400" y="2571750"/>
          <a:ext cx="10363200" cy="2667000"/>
        </p:xfrm>
        <a:graphic>
          <a:graphicData uri="http://schemas.openxmlformats.org/drawingml/2006/table">
            <a:tbl>
              <a:tblPr/>
              <a:tblGrid>
                <a:gridCol w="2838450">
                  <a:extLst>
                    <a:ext uri="{9D8B030D-6E8A-4147-A177-3AD203B41FA5}">
                      <a16:colId xmlns:a16="http://schemas.microsoft.com/office/drawing/2014/main" val="20000"/>
                    </a:ext>
                  </a:extLst>
                </a:gridCol>
                <a:gridCol w="1352550">
                  <a:extLst>
                    <a:ext uri="{9D8B030D-6E8A-4147-A177-3AD203B41FA5}">
                      <a16:colId xmlns:a16="http://schemas.microsoft.com/office/drawing/2014/main" val="20001"/>
                    </a:ext>
                  </a:extLst>
                </a:gridCol>
                <a:gridCol w="1543050">
                  <a:extLst>
                    <a:ext uri="{9D8B030D-6E8A-4147-A177-3AD203B41FA5}">
                      <a16:colId xmlns:a16="http://schemas.microsoft.com/office/drawing/2014/main" val="20002"/>
                    </a:ext>
                  </a:extLst>
                </a:gridCol>
                <a:gridCol w="1543050">
                  <a:extLst>
                    <a:ext uri="{9D8B030D-6E8A-4147-A177-3AD203B41FA5}">
                      <a16:colId xmlns:a16="http://schemas.microsoft.com/office/drawing/2014/main" val="20003"/>
                    </a:ext>
                  </a:extLst>
                </a:gridCol>
                <a:gridCol w="1543050">
                  <a:extLst>
                    <a:ext uri="{9D8B030D-6E8A-4147-A177-3AD203B41FA5}">
                      <a16:colId xmlns:a16="http://schemas.microsoft.com/office/drawing/2014/main" val="20004"/>
                    </a:ext>
                  </a:extLst>
                </a:gridCol>
                <a:gridCol w="1543050">
                  <a:extLst>
                    <a:ext uri="{9D8B030D-6E8A-4147-A177-3AD203B41FA5}">
                      <a16:colId xmlns:a16="http://schemas.microsoft.com/office/drawing/2014/main" val="20005"/>
                    </a:ext>
                  </a:extLst>
                </a:gridCol>
              </a:tblGrid>
              <a:tr h="533400">
                <a:tc>
                  <a:txBody>
                    <a:bodyPr/>
                    <a:lstStyle/>
                    <a:p>
                      <a:pPr algn="l">
                        <a:buNone/>
                      </a:pPr>
                      <a:r>
                        <a:rPr sz="1875" b="1">
                          <a:solidFill>
                            <a:srgbClr val="111111"/>
                          </a:solidFill>
                          <a:latin typeface="Arial"/>
                          <a:ea typeface="Arial"/>
                          <a:cs typeface="Arial"/>
                        </a:rPr>
                        <a:t>Model</a:t>
                      </a:r>
                    </a:p>
                  </a:txBody>
                  <a:tcPr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DF3F6"/>
                    </a:solidFill>
                  </a:tcPr>
                </a:tc>
                <a:tc>
                  <a:txBody>
                    <a:bodyPr/>
                    <a:lstStyle/>
                    <a:p>
                      <a:pPr algn="ctr">
                        <a:buNone/>
                      </a:pPr>
                      <a:r>
                        <a:rPr sz="1875" b="1">
                          <a:solidFill>
                            <a:srgbClr val="111111"/>
                          </a:solidFill>
                          <a:latin typeface="Arial"/>
                          <a:ea typeface="Arial"/>
                          <a:cs typeface="Arial"/>
                        </a:rPr>
                        <a:t>Pass</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a:solidFill>
                        <a:srgbClr val="FFFFFF"/>
                      </a:solidFill>
                      <a:prstDash val="solid"/>
                    </a:lnT>
                    <a:lnB w="19050">
                      <a:solidFill>
                        <a:srgbClr val="FFFFFF"/>
                      </a:solidFill>
                      <a:prstDash val="solid"/>
                    </a:lnB>
                    <a:solidFill>
                      <a:srgbClr val="EDF3F6"/>
                    </a:solidFill>
                  </a:tcPr>
                </a:tc>
                <a:tc>
                  <a:txBody>
                    <a:bodyPr/>
                    <a:lstStyle/>
                    <a:p>
                      <a:pPr algn="ctr">
                        <a:buNone/>
                      </a:pPr>
                      <a:r>
                        <a:rPr sz="1875" b="1">
                          <a:solidFill>
                            <a:srgbClr val="111111"/>
                          </a:solidFill>
                          <a:latin typeface="Arial"/>
                          <a:ea typeface="Arial"/>
                          <a:cs typeface="Arial"/>
                        </a:rPr>
                        <a:t>Structure</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a:solidFill>
                        <a:srgbClr val="FFFFFF"/>
                      </a:solidFill>
                      <a:prstDash val="solid"/>
                    </a:lnT>
                    <a:lnB w="19050">
                      <a:solidFill>
                        <a:srgbClr val="FFFFFF"/>
                      </a:solidFill>
                      <a:prstDash val="solid"/>
                    </a:lnB>
                    <a:solidFill>
                      <a:srgbClr val="EDF3F6"/>
                    </a:solidFill>
                  </a:tcPr>
                </a:tc>
                <a:tc>
                  <a:txBody>
                    <a:bodyPr/>
                    <a:lstStyle/>
                    <a:p>
                      <a:pPr algn="ctr">
                        <a:buNone/>
                      </a:pPr>
                      <a:r>
                        <a:rPr sz="1875" b="1">
                          <a:solidFill>
                            <a:srgbClr val="111111"/>
                          </a:solidFill>
                          <a:latin typeface="Arial"/>
                          <a:ea typeface="Arial"/>
                          <a:cs typeface="Arial"/>
                        </a:rPr>
                        <a:t>Accuracy</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a:solidFill>
                        <a:srgbClr val="FFFFFF"/>
                      </a:solidFill>
                      <a:prstDash val="solid"/>
                    </a:lnT>
                    <a:lnB w="19050">
                      <a:solidFill>
                        <a:srgbClr val="FFFFFF"/>
                      </a:solidFill>
                      <a:prstDash val="solid"/>
                    </a:lnB>
                    <a:solidFill>
                      <a:srgbClr val="EDF3F6"/>
                    </a:solidFill>
                  </a:tcPr>
                </a:tc>
                <a:tc>
                  <a:txBody>
                    <a:bodyPr/>
                    <a:lstStyle/>
                    <a:p>
                      <a:pPr algn="ctr">
                        <a:buNone/>
                      </a:pPr>
                      <a:r>
                        <a:rPr sz="1875" b="1">
                          <a:solidFill>
                            <a:srgbClr val="111111"/>
                          </a:solidFill>
                          <a:latin typeface="Arial"/>
                          <a:ea typeface="Arial"/>
                          <a:cs typeface="Arial"/>
                        </a:rPr>
                        <a:t>Coverage</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a:solidFill>
                        <a:srgbClr val="FFFFFF"/>
                      </a:solidFill>
                      <a:prstDash val="solid"/>
                    </a:lnT>
                    <a:lnB w="19050">
                      <a:solidFill>
                        <a:srgbClr val="FFFFFF"/>
                      </a:solidFill>
                      <a:prstDash val="solid"/>
                    </a:lnB>
                    <a:solidFill>
                      <a:srgbClr val="EDF3F6"/>
                    </a:solidFill>
                  </a:tcPr>
                </a:tc>
                <a:tc>
                  <a:txBody>
                    <a:bodyPr/>
                    <a:lstStyle/>
                    <a:p>
                      <a:pPr algn="ctr">
                        <a:buNone/>
                      </a:pPr>
                      <a:r>
                        <a:rPr sz="1875" b="1">
                          <a:solidFill>
                            <a:srgbClr val="111111"/>
                          </a:solidFill>
                          <a:latin typeface="Arial"/>
                          <a:ea typeface="Arial"/>
                          <a:cs typeface="Arial"/>
                        </a:rPr>
                        <a:t>Semantics</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a:solidFill>
                        <a:srgbClr val="FFFFFF"/>
                      </a:solidFill>
                      <a:prstDash val="solid"/>
                    </a:lnT>
                    <a:lnB w="19050">
                      <a:solidFill>
                        <a:srgbClr val="FFFFFF"/>
                      </a:solidFill>
                      <a:prstDash val="solid"/>
                    </a:lnB>
                    <a:solidFill>
                      <a:srgbClr val="EDF3F6"/>
                    </a:solidFill>
                  </a:tcPr>
                </a:tc>
                <a:extLst>
                  <a:ext uri="{0D108BD9-81ED-4DB2-BD59-A6C34878D82A}">
                    <a16:rowId xmlns:a16="http://schemas.microsoft.com/office/drawing/2014/main" val="10000"/>
                  </a:ext>
                </a:extLst>
              </a:tr>
              <a:tr h="533400">
                <a:tc>
                  <a:txBody>
                    <a:bodyPr/>
                    <a:lstStyle/>
                    <a:p>
                      <a:pPr algn="l">
                        <a:buNone/>
                      </a:pPr>
                      <a:r>
                        <a:rPr sz="2025" b="0">
                          <a:solidFill>
                            <a:srgbClr val="111111"/>
                          </a:solidFill>
                          <a:latin typeface="Arial"/>
                          <a:ea typeface="Arial"/>
                          <a:cs typeface="Arial"/>
                        </a:rPr>
                        <a:t>GPT-5</a:t>
                      </a:r>
                    </a:p>
                  </a:txBody>
                  <a:tcPr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tc>
                  <a:txBody>
                    <a:bodyPr/>
                    <a:lstStyle/>
                    <a:p>
                      <a:pPr algn="ctr">
                        <a:buNone/>
                      </a:pPr>
                      <a:r>
                        <a:rPr sz="2025" b="0">
                          <a:solidFill>
                            <a:srgbClr val="111111"/>
                          </a:solidFill>
                          <a:latin typeface="Arial"/>
                          <a:ea typeface="Arial"/>
                          <a:cs typeface="Arial"/>
                        </a:rPr>
                        <a:t>1.00</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E3F2E8"/>
                    </a:solidFill>
                  </a:tcPr>
                </a:tc>
                <a:tc>
                  <a:txBody>
                    <a:bodyPr/>
                    <a:lstStyle/>
                    <a:p>
                      <a:pPr algn="ctr">
                        <a:buNone/>
                      </a:pPr>
                      <a:r>
                        <a:rPr sz="2025" b="0">
                          <a:solidFill>
                            <a:srgbClr val="111111"/>
                          </a:solidFill>
                          <a:latin typeface="Arial"/>
                          <a:ea typeface="Arial"/>
                          <a:cs typeface="Arial"/>
                        </a:rPr>
                        <a:t>0.90</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EDF5F0"/>
                    </a:solidFill>
                  </a:tcPr>
                </a:tc>
                <a:tc>
                  <a:txBody>
                    <a:bodyPr/>
                    <a:lstStyle/>
                    <a:p>
                      <a:pPr algn="ctr">
                        <a:buNone/>
                      </a:pPr>
                      <a:r>
                        <a:rPr sz="2025" b="0">
                          <a:solidFill>
                            <a:srgbClr val="111111"/>
                          </a:solidFill>
                          <a:latin typeface="Arial"/>
                          <a:ea typeface="Arial"/>
                          <a:cs typeface="Arial"/>
                        </a:rPr>
                        <a:t>1.00</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E3F2E8"/>
                    </a:solidFill>
                  </a:tcPr>
                </a:tc>
                <a:tc>
                  <a:txBody>
                    <a:bodyPr/>
                    <a:lstStyle/>
                    <a:p>
                      <a:pPr algn="ctr">
                        <a:buNone/>
                      </a:pPr>
                      <a:r>
                        <a:rPr sz="2025" b="0">
                          <a:solidFill>
                            <a:srgbClr val="111111"/>
                          </a:solidFill>
                          <a:latin typeface="Arial"/>
                          <a:ea typeface="Arial"/>
                          <a:cs typeface="Arial"/>
                        </a:rPr>
                        <a:t>1.00</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E3F2E8"/>
                    </a:solidFill>
                  </a:tcPr>
                </a:tc>
                <a:tc>
                  <a:txBody>
                    <a:bodyPr/>
                    <a:lstStyle/>
                    <a:p>
                      <a:pPr algn="ctr">
                        <a:buNone/>
                      </a:pPr>
                      <a:r>
                        <a:rPr sz="2025" b="0">
                          <a:solidFill>
                            <a:srgbClr val="111111"/>
                          </a:solidFill>
                          <a:latin typeface="Arial"/>
                          <a:ea typeface="Arial"/>
                          <a:cs typeface="Arial"/>
                        </a:rPr>
                        <a:t>1.00</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E3F2E8"/>
                    </a:solidFill>
                  </a:tcPr>
                </a:tc>
                <a:extLst>
                  <a:ext uri="{0D108BD9-81ED-4DB2-BD59-A6C34878D82A}">
                    <a16:rowId xmlns:a16="http://schemas.microsoft.com/office/drawing/2014/main" val="10001"/>
                  </a:ext>
                </a:extLst>
              </a:tr>
              <a:tr h="533400">
                <a:tc>
                  <a:txBody>
                    <a:bodyPr/>
                    <a:lstStyle/>
                    <a:p>
                      <a:pPr algn="l">
                        <a:buNone/>
                      </a:pPr>
                      <a:r>
                        <a:rPr sz="2025" b="0">
                          <a:solidFill>
                            <a:srgbClr val="111111"/>
                          </a:solidFill>
                          <a:latin typeface="Arial"/>
                          <a:ea typeface="Arial"/>
                          <a:cs typeface="Arial"/>
                        </a:rPr>
                        <a:t>GPT-4.1</a:t>
                      </a:r>
                    </a:p>
                  </a:txBody>
                  <a:tcPr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tc>
                  <a:txBody>
                    <a:bodyPr/>
                    <a:lstStyle/>
                    <a:p>
                      <a:pPr algn="ctr">
                        <a:buNone/>
                      </a:pPr>
                      <a:r>
                        <a:rPr sz="2025" b="0">
                          <a:solidFill>
                            <a:srgbClr val="111111"/>
                          </a:solidFill>
                          <a:latin typeface="Arial"/>
                          <a:ea typeface="Arial"/>
                          <a:cs typeface="Arial"/>
                        </a:rPr>
                        <a:t>1.00</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E3F2E8"/>
                    </a:solidFill>
                  </a:tcPr>
                </a:tc>
                <a:tc>
                  <a:txBody>
                    <a:bodyPr/>
                    <a:lstStyle/>
                    <a:p>
                      <a:pPr algn="ctr">
                        <a:buNone/>
                      </a:pPr>
                      <a:r>
                        <a:rPr sz="2025" b="0">
                          <a:solidFill>
                            <a:srgbClr val="111111"/>
                          </a:solidFill>
                          <a:latin typeface="Arial"/>
                          <a:ea typeface="Arial"/>
                          <a:cs typeface="Arial"/>
                        </a:rPr>
                        <a:t>0.86</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0DD"/>
                    </a:solidFill>
                  </a:tcPr>
                </a:tc>
                <a:tc>
                  <a:txBody>
                    <a:bodyPr/>
                    <a:lstStyle/>
                    <a:p>
                      <a:pPr algn="ctr">
                        <a:buNone/>
                      </a:pPr>
                      <a:r>
                        <a:rPr sz="2025" b="0">
                          <a:solidFill>
                            <a:srgbClr val="111111"/>
                          </a:solidFill>
                          <a:latin typeface="Arial"/>
                          <a:ea typeface="Arial"/>
                          <a:cs typeface="Arial"/>
                        </a:rPr>
                        <a:t>1.00</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E3F2E8"/>
                    </a:solidFill>
                  </a:tcPr>
                </a:tc>
                <a:tc>
                  <a:txBody>
                    <a:bodyPr/>
                    <a:lstStyle/>
                    <a:p>
                      <a:pPr algn="ctr">
                        <a:buNone/>
                      </a:pPr>
                      <a:r>
                        <a:rPr sz="2025" b="0">
                          <a:solidFill>
                            <a:srgbClr val="111111"/>
                          </a:solidFill>
                          <a:latin typeface="Arial"/>
                          <a:ea typeface="Arial"/>
                          <a:cs typeface="Arial"/>
                        </a:rPr>
                        <a:t>0.98</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E3F2E8"/>
                    </a:solidFill>
                  </a:tcPr>
                </a:tc>
                <a:tc>
                  <a:txBody>
                    <a:bodyPr/>
                    <a:lstStyle/>
                    <a:p>
                      <a:pPr algn="ctr">
                        <a:buNone/>
                      </a:pPr>
                      <a:r>
                        <a:rPr sz="2025" b="0">
                          <a:solidFill>
                            <a:srgbClr val="111111"/>
                          </a:solidFill>
                          <a:latin typeface="Arial"/>
                          <a:ea typeface="Arial"/>
                          <a:cs typeface="Arial"/>
                        </a:rPr>
                        <a:t>0.98</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E3F2E8"/>
                    </a:solidFill>
                  </a:tcPr>
                </a:tc>
                <a:extLst>
                  <a:ext uri="{0D108BD9-81ED-4DB2-BD59-A6C34878D82A}">
                    <a16:rowId xmlns:a16="http://schemas.microsoft.com/office/drawing/2014/main" val="10002"/>
                  </a:ext>
                </a:extLst>
              </a:tr>
              <a:tr h="533400">
                <a:tc>
                  <a:txBody>
                    <a:bodyPr/>
                    <a:lstStyle/>
                    <a:p>
                      <a:pPr algn="l">
                        <a:buNone/>
                      </a:pPr>
                      <a:r>
                        <a:rPr sz="2025" b="0">
                          <a:solidFill>
                            <a:srgbClr val="111111"/>
                          </a:solidFill>
                          <a:latin typeface="Arial"/>
                          <a:ea typeface="Arial"/>
                          <a:cs typeface="Arial"/>
                        </a:rPr>
                        <a:t>Qwen-3.5 27B</a:t>
                      </a:r>
                    </a:p>
                  </a:txBody>
                  <a:tcPr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tc>
                  <a:txBody>
                    <a:bodyPr/>
                    <a:lstStyle/>
                    <a:p>
                      <a:pPr algn="ctr">
                        <a:buNone/>
                      </a:pPr>
                      <a:r>
                        <a:rPr sz="2025" b="0">
                          <a:solidFill>
                            <a:srgbClr val="111111"/>
                          </a:solidFill>
                          <a:latin typeface="Arial"/>
                          <a:ea typeface="Arial"/>
                          <a:cs typeface="Arial"/>
                        </a:rPr>
                        <a:t>0.88</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0DD"/>
                    </a:solidFill>
                  </a:tcPr>
                </a:tc>
                <a:tc>
                  <a:txBody>
                    <a:bodyPr/>
                    <a:lstStyle/>
                    <a:p>
                      <a:pPr algn="ctr">
                        <a:buNone/>
                      </a:pPr>
                      <a:r>
                        <a:rPr sz="2025" b="0">
                          <a:solidFill>
                            <a:srgbClr val="111111"/>
                          </a:solidFill>
                          <a:latin typeface="Arial"/>
                          <a:ea typeface="Arial"/>
                          <a:cs typeface="Arial"/>
                        </a:rPr>
                        <a:t>0.92</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EDF5F0"/>
                    </a:solidFill>
                  </a:tcPr>
                </a:tc>
                <a:tc>
                  <a:txBody>
                    <a:bodyPr/>
                    <a:lstStyle/>
                    <a:p>
                      <a:pPr algn="ctr">
                        <a:buNone/>
                      </a:pPr>
                      <a:r>
                        <a:rPr sz="2025" b="0">
                          <a:solidFill>
                            <a:srgbClr val="111111"/>
                          </a:solidFill>
                          <a:latin typeface="Arial"/>
                          <a:ea typeface="Arial"/>
                          <a:cs typeface="Arial"/>
                        </a:rPr>
                        <a:t>1.00</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E3F2E8"/>
                    </a:solidFill>
                  </a:tcPr>
                </a:tc>
                <a:tc>
                  <a:txBody>
                    <a:bodyPr/>
                    <a:lstStyle/>
                    <a:p>
                      <a:pPr algn="ctr">
                        <a:buNone/>
                      </a:pPr>
                      <a:r>
                        <a:rPr sz="2025" b="0">
                          <a:solidFill>
                            <a:srgbClr val="111111"/>
                          </a:solidFill>
                          <a:latin typeface="Arial"/>
                          <a:ea typeface="Arial"/>
                          <a:cs typeface="Arial"/>
                        </a:rPr>
                        <a:t>1.00</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E3F2E8"/>
                    </a:solidFill>
                  </a:tcPr>
                </a:tc>
                <a:tc>
                  <a:txBody>
                    <a:bodyPr/>
                    <a:lstStyle/>
                    <a:p>
                      <a:pPr algn="ctr">
                        <a:buNone/>
                      </a:pPr>
                      <a:r>
                        <a:rPr sz="2025" b="0">
                          <a:solidFill>
                            <a:srgbClr val="111111"/>
                          </a:solidFill>
                          <a:latin typeface="Arial"/>
                          <a:ea typeface="Arial"/>
                          <a:cs typeface="Arial"/>
                        </a:rPr>
                        <a:t>0.99</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E3F2E8"/>
                    </a:solidFill>
                  </a:tcPr>
                </a:tc>
                <a:extLst>
                  <a:ext uri="{0D108BD9-81ED-4DB2-BD59-A6C34878D82A}">
                    <a16:rowId xmlns:a16="http://schemas.microsoft.com/office/drawing/2014/main" val="10003"/>
                  </a:ext>
                </a:extLst>
              </a:tr>
              <a:tr h="533400">
                <a:tc>
                  <a:txBody>
                    <a:bodyPr/>
                    <a:lstStyle/>
                    <a:p>
                      <a:pPr algn="l">
                        <a:buNone/>
                      </a:pPr>
                      <a:r>
                        <a:rPr sz="2025" b="0">
                          <a:solidFill>
                            <a:srgbClr val="111111"/>
                          </a:solidFill>
                          <a:latin typeface="Arial"/>
                          <a:ea typeface="Arial"/>
                          <a:cs typeface="Arial"/>
                        </a:rPr>
                        <a:t>Gemma-4 31B</a:t>
                      </a:r>
                    </a:p>
                  </a:txBody>
                  <a:tcPr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tc>
                  <a:txBody>
                    <a:bodyPr/>
                    <a:lstStyle/>
                    <a:p>
                      <a:pPr algn="ctr">
                        <a:buNone/>
                      </a:pPr>
                      <a:r>
                        <a:rPr sz="2025" b="0">
                          <a:solidFill>
                            <a:srgbClr val="111111"/>
                          </a:solidFill>
                          <a:latin typeface="Arial"/>
                          <a:ea typeface="Arial"/>
                          <a:cs typeface="Arial"/>
                        </a:rPr>
                        <a:t>1.00</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E3F2E8"/>
                    </a:solidFill>
                  </a:tcPr>
                </a:tc>
                <a:tc>
                  <a:txBody>
                    <a:bodyPr/>
                    <a:lstStyle/>
                    <a:p>
                      <a:pPr algn="ctr">
                        <a:buNone/>
                      </a:pPr>
                      <a:r>
                        <a:rPr sz="2025" b="0">
                          <a:solidFill>
                            <a:srgbClr val="111111"/>
                          </a:solidFill>
                          <a:latin typeface="Arial"/>
                          <a:ea typeface="Arial"/>
                          <a:cs typeface="Arial"/>
                        </a:rPr>
                        <a:t>0.70</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7D9CB"/>
                    </a:solidFill>
                  </a:tcPr>
                </a:tc>
                <a:tc>
                  <a:txBody>
                    <a:bodyPr/>
                    <a:lstStyle/>
                    <a:p>
                      <a:pPr algn="ctr">
                        <a:buNone/>
                      </a:pPr>
                      <a:r>
                        <a:rPr sz="2025" b="0">
                          <a:solidFill>
                            <a:srgbClr val="111111"/>
                          </a:solidFill>
                          <a:latin typeface="Arial"/>
                          <a:ea typeface="Arial"/>
                          <a:cs typeface="Arial"/>
                        </a:rPr>
                        <a:t>1.00</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E3F2E8"/>
                    </a:solidFill>
                  </a:tcPr>
                </a:tc>
                <a:tc>
                  <a:txBody>
                    <a:bodyPr/>
                    <a:lstStyle/>
                    <a:p>
                      <a:pPr algn="ctr">
                        <a:buNone/>
                      </a:pPr>
                      <a:r>
                        <a:rPr sz="2025" b="0">
                          <a:solidFill>
                            <a:srgbClr val="111111"/>
                          </a:solidFill>
                          <a:latin typeface="Arial"/>
                          <a:ea typeface="Arial"/>
                          <a:cs typeface="Arial"/>
                        </a:rPr>
                        <a:t>0.96</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EDF5F0"/>
                    </a:solidFill>
                  </a:tcPr>
                </a:tc>
                <a:tc>
                  <a:txBody>
                    <a:bodyPr/>
                    <a:lstStyle/>
                    <a:p>
                      <a:pPr algn="ctr">
                        <a:buNone/>
                      </a:pPr>
                      <a:r>
                        <a:rPr sz="2025" b="0">
                          <a:solidFill>
                            <a:srgbClr val="111111"/>
                          </a:solidFill>
                          <a:latin typeface="Arial"/>
                          <a:ea typeface="Arial"/>
                          <a:cs typeface="Arial"/>
                        </a:rPr>
                        <a:t>0.85</a:t>
                      </a:r>
                    </a:p>
                  </a:txBody>
                  <a:tcPr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0DD"/>
                    </a:solidFill>
                  </a:tcPr>
                </a:tc>
                <a:extLst>
                  <a:ext uri="{0D108BD9-81ED-4DB2-BD59-A6C34878D82A}">
                    <a16:rowId xmlns:a16="http://schemas.microsoft.com/office/drawing/2014/main" val="10004"/>
                  </a:ext>
                </a:extLst>
              </a:tr>
            </a:tbl>
          </a:graphicData>
        </a:graphic>
      </p:graphicFrame>
      <p:sp>
        <p:nvSpPr>
          <p:cNvPr id="5" name="revision-1014">
            <a:extLst>
              <a:ext uri="{FF2B5EF4-FFF2-40B4-BE49-F238E27FC236}">
                <a16:creationId xmlns:a16="http://schemas.microsoft.com/office/drawing/2014/main" id="{7109FA5C-1B43-410F-B891-F7A4F335D548}"/>
              </a:ext>
            </a:extLst>
          </p:cNvPr>
          <p:cNvSpPr>
            <a:spLocks noGrp="1"/>
          </p:cNvSpPr>
          <p:nvPr/>
        </p:nvSpPr>
        <p:spPr>
          <a:xfrm>
            <a:off x="914400" y="2152650"/>
            <a:ext cx="10477500" cy="361950"/>
          </a:xfrm>
          <a:prstGeom prst="rect">
            <a:avLst/>
          </a:prstGeom>
          <a:noFill/>
          <a:ln w="0">
            <a:noFill/>
            <a:prstDash val="solid"/>
          </a:ln>
        </p:spPr>
        <p:txBody>
          <a:bodyPr wrap="square" lIns="0" tIns="0" rIns="0" bIns="0" anchor="ctr">
            <a:noAutofit/>
          </a:bodyPr>
          <a:lstStyle>
            <a:defPPr algn="l">
              <a:defRPr sz="2025" b="0">
                <a:solidFill>
                  <a:srgbClr val="156082"/>
                </a:solidFill>
                <a:latin typeface="Arial"/>
                <a:ea typeface="Arial"/>
                <a:cs typeface="Arial"/>
              </a:defRPr>
            </a:defPPr>
            <a:lvl1pPr algn="l">
              <a:buNone/>
              <a:defRPr sz="2025" b="0">
                <a:solidFill>
                  <a:srgbClr val="156082"/>
                </a:solidFill>
                <a:latin typeface="Arial"/>
                <a:ea typeface="Arial"/>
                <a:cs typeface="Arial"/>
              </a:defRPr>
            </a:lvl1pPr>
            <a:lvl2pPr algn="l">
              <a:buNone/>
              <a:defRPr sz="2025" b="0">
                <a:solidFill>
                  <a:srgbClr val="156082"/>
                </a:solidFill>
                <a:latin typeface="Arial"/>
                <a:ea typeface="Arial"/>
                <a:cs typeface="Arial"/>
              </a:defRPr>
            </a:lvl2pPr>
            <a:lvl3pPr algn="l">
              <a:buNone/>
              <a:defRPr sz="2025" b="0">
                <a:solidFill>
                  <a:srgbClr val="156082"/>
                </a:solidFill>
                <a:latin typeface="Arial"/>
                <a:ea typeface="Arial"/>
                <a:cs typeface="Arial"/>
              </a:defRPr>
            </a:lvl3pPr>
            <a:lvl4pPr algn="l">
              <a:buNone/>
              <a:defRPr sz="2025" b="0">
                <a:solidFill>
                  <a:srgbClr val="156082"/>
                </a:solidFill>
                <a:latin typeface="Arial"/>
                <a:ea typeface="Arial"/>
                <a:cs typeface="Arial"/>
              </a:defRPr>
            </a:lvl4pPr>
            <a:lvl5pPr algn="l">
              <a:buNone/>
              <a:defRPr sz="2025" b="0">
                <a:solidFill>
                  <a:srgbClr val="156082"/>
                </a:solidFill>
                <a:latin typeface="Arial"/>
                <a:ea typeface="Arial"/>
                <a:cs typeface="Arial"/>
              </a:defRPr>
            </a:lvl5pPr>
            <a:lvl6pPr algn="l">
              <a:buNone/>
              <a:defRPr sz="2025" b="0">
                <a:solidFill>
                  <a:srgbClr val="156082"/>
                </a:solidFill>
                <a:latin typeface="Arial"/>
                <a:ea typeface="Arial"/>
                <a:cs typeface="Arial"/>
              </a:defRPr>
            </a:lvl6pPr>
            <a:lvl7pPr algn="l">
              <a:buNone/>
              <a:defRPr sz="2025" b="0">
                <a:solidFill>
                  <a:srgbClr val="156082"/>
                </a:solidFill>
                <a:latin typeface="Arial"/>
                <a:ea typeface="Arial"/>
                <a:cs typeface="Arial"/>
              </a:defRPr>
            </a:lvl7pPr>
            <a:lvl8pPr algn="l">
              <a:buNone/>
              <a:defRPr sz="2025" b="0">
                <a:solidFill>
                  <a:srgbClr val="156082"/>
                </a:solidFill>
                <a:latin typeface="Arial"/>
                <a:ea typeface="Arial"/>
                <a:cs typeface="Arial"/>
              </a:defRPr>
            </a:lvl8pPr>
            <a:lvl9pPr algn="l">
              <a:buNone/>
              <a:defRPr sz="2025" b="0">
                <a:solidFill>
                  <a:srgbClr val="156082"/>
                </a:solidFill>
                <a:latin typeface="Arial"/>
                <a:ea typeface="Arial"/>
                <a:cs typeface="Arial"/>
              </a:defRPr>
            </a:lvl9pPr>
          </a:lstStyle>
          <a:p>
            <a:pPr algn="l">
              <a:buNone/>
              <a:defRPr sz="2025" b="0">
                <a:solidFill>
                  <a:srgbClr val="156082"/>
                </a:solidFill>
                <a:latin typeface="Arial"/>
                <a:ea typeface="Arial"/>
                <a:cs typeface="Arial"/>
              </a:defRPr>
            </a:pPr>
            <a:r>
              <a:rPr sz="2025" b="0" dirty="0">
                <a:solidFill>
                  <a:srgbClr val="156082"/>
                </a:solidFill>
                <a:latin typeface="Arial"/>
                <a:ea typeface="Arial"/>
                <a:cs typeface="Arial"/>
              </a:rPr>
              <a:t>All valid parses reach 1.00 primitive accuracy.</a:t>
            </a:r>
          </a:p>
        </p:txBody>
      </p:sp>
      <p:sp>
        <p:nvSpPr>
          <p:cNvPr id="6" name="revision-1015">
            <a:extLst>
              <a:ext uri="{FF2B5EF4-FFF2-40B4-BE49-F238E27FC236}">
                <a16:creationId xmlns:a16="http://schemas.microsoft.com/office/drawing/2014/main" id="{E90E8B8C-ACC8-496E-85B9-C633740C03CD}"/>
              </a:ext>
            </a:extLst>
          </p:cNvPr>
          <p:cNvSpPr>
            <a:spLocks noGrp="1"/>
          </p:cNvSpPr>
          <p:nvPr/>
        </p:nvSpPr>
        <p:spPr>
          <a:xfrm>
            <a:off x="914400" y="5438775"/>
            <a:ext cx="10477500" cy="352425"/>
          </a:xfrm>
          <a:prstGeom prst="rect">
            <a:avLst/>
          </a:prstGeom>
          <a:noFill/>
          <a:ln w="0">
            <a:noFill/>
            <a:prstDash val="solid"/>
          </a:ln>
        </p:spPr>
        <p:txBody>
          <a:bodyPr wrap="square" lIns="0" tIns="0" rIns="0" bIns="0" anchor="ctr">
            <a:noAutofit/>
          </a:bodyPr>
          <a:lstStyle>
            <a:defPPr algn="l">
              <a:defRPr sz="1950" b="0">
                <a:solidFill>
                  <a:srgbClr val="111111"/>
                </a:solidFill>
                <a:latin typeface="Arial"/>
                <a:ea typeface="Arial"/>
                <a:cs typeface="Arial"/>
              </a:defRPr>
            </a:defPPr>
            <a:lvl1pPr algn="l">
              <a:buNone/>
              <a:defRPr sz="1950" b="0">
                <a:solidFill>
                  <a:srgbClr val="111111"/>
                </a:solidFill>
                <a:latin typeface="Arial"/>
                <a:ea typeface="Arial"/>
                <a:cs typeface="Arial"/>
              </a:defRPr>
            </a:lvl1pPr>
            <a:lvl2pPr algn="l">
              <a:buNone/>
              <a:defRPr sz="1950" b="0">
                <a:solidFill>
                  <a:srgbClr val="111111"/>
                </a:solidFill>
                <a:latin typeface="Arial"/>
                <a:ea typeface="Arial"/>
                <a:cs typeface="Arial"/>
              </a:defRPr>
            </a:lvl2pPr>
            <a:lvl3pPr algn="l">
              <a:buNone/>
              <a:defRPr sz="1950" b="0">
                <a:solidFill>
                  <a:srgbClr val="111111"/>
                </a:solidFill>
                <a:latin typeface="Arial"/>
                <a:ea typeface="Arial"/>
                <a:cs typeface="Arial"/>
              </a:defRPr>
            </a:lvl3pPr>
            <a:lvl4pPr algn="l">
              <a:buNone/>
              <a:defRPr sz="1950" b="0">
                <a:solidFill>
                  <a:srgbClr val="111111"/>
                </a:solidFill>
                <a:latin typeface="Arial"/>
                <a:ea typeface="Arial"/>
                <a:cs typeface="Arial"/>
              </a:defRPr>
            </a:lvl4pPr>
            <a:lvl5pPr algn="l">
              <a:buNone/>
              <a:defRPr sz="1950" b="0">
                <a:solidFill>
                  <a:srgbClr val="111111"/>
                </a:solidFill>
                <a:latin typeface="Arial"/>
                <a:ea typeface="Arial"/>
                <a:cs typeface="Arial"/>
              </a:defRPr>
            </a:lvl5pPr>
            <a:lvl6pPr algn="l">
              <a:buNone/>
              <a:defRPr sz="1950" b="0">
                <a:solidFill>
                  <a:srgbClr val="111111"/>
                </a:solidFill>
                <a:latin typeface="Arial"/>
                <a:ea typeface="Arial"/>
                <a:cs typeface="Arial"/>
              </a:defRPr>
            </a:lvl6pPr>
            <a:lvl7pPr algn="l">
              <a:buNone/>
              <a:defRPr sz="1950" b="0">
                <a:solidFill>
                  <a:srgbClr val="111111"/>
                </a:solidFill>
                <a:latin typeface="Arial"/>
                <a:ea typeface="Arial"/>
                <a:cs typeface="Arial"/>
              </a:defRPr>
            </a:lvl7pPr>
            <a:lvl8pPr algn="l">
              <a:buNone/>
              <a:defRPr sz="1950" b="0">
                <a:solidFill>
                  <a:srgbClr val="111111"/>
                </a:solidFill>
                <a:latin typeface="Arial"/>
                <a:ea typeface="Arial"/>
                <a:cs typeface="Arial"/>
              </a:defRPr>
            </a:lvl8pPr>
            <a:lvl9pPr algn="l">
              <a:buNone/>
              <a:defRPr sz="1950" b="0">
                <a:solidFill>
                  <a:srgbClr val="111111"/>
                </a:solidFill>
                <a:latin typeface="Arial"/>
                <a:ea typeface="Arial"/>
                <a:cs typeface="Arial"/>
              </a:defRPr>
            </a:lvl9pPr>
          </a:lstStyle>
          <a:p>
            <a:pPr algn="l">
              <a:buNone/>
              <a:defRPr sz="1950" b="0">
                <a:solidFill>
                  <a:srgbClr val="111111"/>
                </a:solidFill>
                <a:latin typeface="Arial"/>
                <a:ea typeface="Arial"/>
                <a:cs typeface="Arial"/>
              </a:defRPr>
            </a:pPr>
            <a:r>
              <a:rPr sz="1950" b="0" dirty="0">
                <a:solidFill>
                  <a:schemeClr val="tx1">
                    <a:lumMod val="50000"/>
                    <a:lumOff val="50000"/>
                  </a:schemeClr>
                </a:solidFill>
                <a:latin typeface="Arial"/>
                <a:ea typeface="Arial"/>
                <a:cs typeface="Arial"/>
              </a:rPr>
              <a:t>Qwen: strongest structure when valid, but the lowest pass rate.</a:t>
            </a:r>
          </a:p>
        </p:txBody>
      </p:sp>
      <p:sp>
        <p:nvSpPr>
          <p:cNvPr id="8" name="slide-number">
            <a:extLst>
              <a:ext uri="{FF2B5EF4-FFF2-40B4-BE49-F238E27FC236}">
                <a16:creationId xmlns:a16="http://schemas.microsoft.com/office/drawing/2014/main" id="{512C3E90-83B7-4481-929F-BC7CD9842BAF}"/>
              </a:ext>
            </a:extLst>
          </p:cNvPr>
          <p:cNvSpPr>
            <a:spLocks noGrp="1"/>
          </p:cNvSpPr>
          <p:nvPr/>
        </p:nvSpPr>
        <p:spPr>
          <a:xfrm>
            <a:off x="11572875" y="6429375"/>
            <a:ext cx="304800" cy="238125"/>
          </a:xfrm>
          <a:prstGeom prst="rect">
            <a:avLst/>
          </a:prstGeom>
          <a:noFill/>
          <a:ln w="0">
            <a:noFill/>
            <a:prstDash val="solid"/>
          </a:ln>
        </p:spPr>
        <p:txBody>
          <a:bodyPr wrap="square" lIns="0" tIns="0" rIns="0" bIns="0" anchor="ctr">
            <a:noAutofit/>
          </a:bodyPr>
          <a:lstStyle>
            <a:defPPr algn="r">
              <a:defRPr sz="1275" b="0">
                <a:solidFill>
                  <a:srgbClr val="999999"/>
                </a:solidFill>
                <a:latin typeface="Arial"/>
                <a:ea typeface="Arial"/>
                <a:cs typeface="Arial"/>
              </a:defRPr>
            </a:defPPr>
            <a:lvl1pPr algn="r">
              <a:buNone/>
              <a:defRPr sz="1275" b="0">
                <a:solidFill>
                  <a:srgbClr val="999999"/>
                </a:solidFill>
                <a:latin typeface="Arial"/>
                <a:ea typeface="Arial"/>
                <a:cs typeface="Arial"/>
              </a:defRPr>
            </a:lvl1pPr>
            <a:lvl2pPr algn="r">
              <a:buNone/>
              <a:defRPr sz="1275" b="0">
                <a:solidFill>
                  <a:srgbClr val="999999"/>
                </a:solidFill>
                <a:latin typeface="Arial"/>
                <a:ea typeface="Arial"/>
                <a:cs typeface="Arial"/>
              </a:defRPr>
            </a:lvl2pPr>
            <a:lvl3pPr algn="r">
              <a:buNone/>
              <a:defRPr sz="1275" b="0">
                <a:solidFill>
                  <a:srgbClr val="999999"/>
                </a:solidFill>
                <a:latin typeface="Arial"/>
                <a:ea typeface="Arial"/>
                <a:cs typeface="Arial"/>
              </a:defRPr>
            </a:lvl3pPr>
            <a:lvl4pPr algn="r">
              <a:buNone/>
              <a:defRPr sz="1275" b="0">
                <a:solidFill>
                  <a:srgbClr val="999999"/>
                </a:solidFill>
                <a:latin typeface="Arial"/>
                <a:ea typeface="Arial"/>
                <a:cs typeface="Arial"/>
              </a:defRPr>
            </a:lvl4pPr>
            <a:lvl5pPr algn="r">
              <a:buNone/>
              <a:defRPr sz="1275" b="0">
                <a:solidFill>
                  <a:srgbClr val="999999"/>
                </a:solidFill>
                <a:latin typeface="Arial"/>
                <a:ea typeface="Arial"/>
                <a:cs typeface="Arial"/>
              </a:defRPr>
            </a:lvl5pPr>
            <a:lvl6pPr algn="r">
              <a:buNone/>
              <a:defRPr sz="1275" b="0">
                <a:solidFill>
                  <a:srgbClr val="999999"/>
                </a:solidFill>
                <a:latin typeface="Arial"/>
                <a:ea typeface="Arial"/>
                <a:cs typeface="Arial"/>
              </a:defRPr>
            </a:lvl6pPr>
            <a:lvl7pPr algn="r">
              <a:buNone/>
              <a:defRPr sz="1275" b="0">
                <a:solidFill>
                  <a:srgbClr val="999999"/>
                </a:solidFill>
                <a:latin typeface="Arial"/>
                <a:ea typeface="Arial"/>
                <a:cs typeface="Arial"/>
              </a:defRPr>
            </a:lvl7pPr>
            <a:lvl8pPr algn="r">
              <a:buNone/>
              <a:defRPr sz="1275" b="0">
                <a:solidFill>
                  <a:srgbClr val="999999"/>
                </a:solidFill>
                <a:latin typeface="Arial"/>
                <a:ea typeface="Arial"/>
                <a:cs typeface="Arial"/>
              </a:defRPr>
            </a:lvl8pPr>
            <a:lvl9pPr algn="r">
              <a:buNone/>
              <a:defRPr sz="1275" b="0">
                <a:solidFill>
                  <a:srgbClr val="999999"/>
                </a:solidFill>
                <a:latin typeface="Arial"/>
                <a:ea typeface="Arial"/>
                <a:cs typeface="Arial"/>
              </a:defRPr>
            </a:lvl9pPr>
          </a:lstStyle>
          <a:p>
            <a:pPr algn="r">
              <a:buNone/>
              <a:defRPr sz="1275" b="0">
                <a:solidFill>
                  <a:srgbClr val="999999"/>
                </a:solidFill>
                <a:latin typeface="Arial"/>
                <a:ea typeface="Arial"/>
                <a:cs typeface="Arial"/>
              </a:defRPr>
            </a:pPr>
            <a:r>
              <a:rPr sz="1275" b="0">
                <a:solidFill>
                  <a:srgbClr val="999999"/>
                </a:solidFill>
                <a:latin typeface="Arial"/>
                <a:ea typeface="Arial"/>
                <a:cs typeface="Arial"/>
              </a:rPr>
              <a:t>9</a:t>
            </a:r>
          </a:p>
        </p:txBody>
      </p:sp>
    </p:spTree>
    <p:extLst>
      <p:ext uri="{BB962C8B-B14F-4D97-AF65-F5344CB8AC3E}">
        <p14:creationId xmlns:p14="http://schemas.microsoft.com/office/powerpoint/2010/main" val="13901902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6" name="图片 15">
            <a:extLst>
              <a:ext uri="{FF2B5EF4-FFF2-40B4-BE49-F238E27FC236}">
                <a16:creationId xmlns:a16="http://schemas.microsoft.com/office/drawing/2014/main" id="{E07739D0-2E7C-4C70-BB29-8ED38A8AF572}"/>
              </a:ext>
            </a:extLst>
          </p:cNvPr>
          <p:cNvPicPr>
            <a:picLocks noChangeAspect="1"/>
          </p:cNvPicPr>
          <p:nvPr/>
        </p:nvPicPr>
        <p:blipFill>
          <a:blip r:embed="rId3"/>
          <a:stretch/>
        </p:blipFill>
        <p:spPr>
          <a:xfrm>
            <a:off x="76200" y="77337"/>
            <a:ext cx="2390775" cy="378725"/>
          </a:xfrm>
          <a:prstGeom prst="rect">
            <a:avLst/>
          </a:prstGeom>
        </p:spPr>
      </p:pic>
      <p:sp>
        <p:nvSpPr>
          <p:cNvPr id="2" name="v6-text-6090">
            <a:extLst>
              <a:ext uri="{FF2B5EF4-FFF2-40B4-BE49-F238E27FC236}">
                <a16:creationId xmlns:a16="http://schemas.microsoft.com/office/drawing/2014/main" id="{9DD3B7B6-6E51-49D6-949D-4A01B18B0422}"/>
              </a:ext>
            </a:extLst>
          </p:cNvPr>
          <p:cNvSpPr>
            <a:spLocks noGrp="1"/>
          </p:cNvSpPr>
          <p:nvPr/>
        </p:nvSpPr>
        <p:spPr>
          <a:xfrm>
            <a:off x="914400" y="876300"/>
            <a:ext cx="10477500" cy="647700"/>
          </a:xfrm>
          <a:prstGeom prst="rect">
            <a:avLst/>
          </a:prstGeom>
          <a:noFill/>
          <a:ln w="0">
            <a:noFill/>
            <a:prstDash val="solid"/>
          </a:ln>
        </p:spPr>
        <p:txBody>
          <a:bodyPr wrap="square" lIns="0" tIns="0" rIns="0" bIns="0" anchor="ctr">
            <a:noAutofit/>
          </a:bodyPr>
          <a:lstStyle>
            <a:defPPr algn="l">
              <a:defRPr sz="3600" b="0">
                <a:solidFill>
                  <a:srgbClr val="111111"/>
                </a:solidFill>
                <a:latin typeface="Arial"/>
                <a:ea typeface="Arial"/>
                <a:cs typeface="Arial"/>
              </a:defRPr>
            </a:defPPr>
            <a:lvl1pPr algn="l">
              <a:buNone/>
              <a:defRPr sz="3600" b="0">
                <a:solidFill>
                  <a:srgbClr val="111111"/>
                </a:solidFill>
                <a:latin typeface="Arial"/>
                <a:ea typeface="Arial"/>
                <a:cs typeface="Arial"/>
              </a:defRPr>
            </a:lvl1pPr>
            <a:lvl2pPr algn="l">
              <a:buNone/>
              <a:defRPr sz="3600" b="0">
                <a:solidFill>
                  <a:srgbClr val="111111"/>
                </a:solidFill>
                <a:latin typeface="Arial"/>
                <a:ea typeface="Arial"/>
                <a:cs typeface="Arial"/>
              </a:defRPr>
            </a:lvl2pPr>
            <a:lvl3pPr algn="l">
              <a:buNone/>
              <a:defRPr sz="3600" b="0">
                <a:solidFill>
                  <a:srgbClr val="111111"/>
                </a:solidFill>
                <a:latin typeface="Arial"/>
                <a:ea typeface="Arial"/>
                <a:cs typeface="Arial"/>
              </a:defRPr>
            </a:lvl3pPr>
            <a:lvl4pPr algn="l">
              <a:buNone/>
              <a:defRPr sz="3600" b="0">
                <a:solidFill>
                  <a:srgbClr val="111111"/>
                </a:solidFill>
                <a:latin typeface="Arial"/>
                <a:ea typeface="Arial"/>
                <a:cs typeface="Arial"/>
              </a:defRPr>
            </a:lvl4pPr>
            <a:lvl5pPr algn="l">
              <a:buNone/>
              <a:defRPr sz="3600" b="0">
                <a:solidFill>
                  <a:srgbClr val="111111"/>
                </a:solidFill>
                <a:latin typeface="Arial"/>
                <a:ea typeface="Arial"/>
                <a:cs typeface="Arial"/>
              </a:defRPr>
            </a:lvl5pPr>
            <a:lvl6pPr algn="l">
              <a:buNone/>
              <a:defRPr sz="3600" b="0">
                <a:solidFill>
                  <a:srgbClr val="111111"/>
                </a:solidFill>
                <a:latin typeface="Arial"/>
                <a:ea typeface="Arial"/>
                <a:cs typeface="Arial"/>
              </a:defRPr>
            </a:lvl6pPr>
            <a:lvl7pPr algn="l">
              <a:buNone/>
              <a:defRPr sz="3600" b="0">
                <a:solidFill>
                  <a:srgbClr val="111111"/>
                </a:solidFill>
                <a:latin typeface="Arial"/>
                <a:ea typeface="Arial"/>
                <a:cs typeface="Arial"/>
              </a:defRPr>
            </a:lvl7pPr>
            <a:lvl8pPr algn="l">
              <a:buNone/>
              <a:defRPr sz="3600" b="0">
                <a:solidFill>
                  <a:srgbClr val="111111"/>
                </a:solidFill>
                <a:latin typeface="Arial"/>
                <a:ea typeface="Arial"/>
                <a:cs typeface="Arial"/>
              </a:defRPr>
            </a:lvl8pPr>
            <a:lvl9pPr algn="l">
              <a:buNone/>
              <a:defRPr sz="3600" b="0">
                <a:solidFill>
                  <a:srgbClr val="111111"/>
                </a:solidFill>
                <a:latin typeface="Arial"/>
                <a:ea typeface="Arial"/>
                <a:cs typeface="Arial"/>
              </a:defRPr>
            </a:lvl9pPr>
          </a:lstStyle>
          <a:p>
            <a:pPr algn="l">
              <a:buNone/>
              <a:defRPr sz="3600" b="0">
                <a:solidFill>
                  <a:srgbClr val="111111"/>
                </a:solidFill>
                <a:latin typeface="Arial"/>
                <a:ea typeface="Arial"/>
                <a:cs typeface="Arial"/>
              </a:defRPr>
            </a:pPr>
            <a:r>
              <a:rPr sz="3600" b="0">
                <a:solidFill>
                  <a:srgbClr val="111111"/>
                </a:solidFill>
                <a:latin typeface="Arial"/>
                <a:ea typeface="Arial"/>
                <a:cs typeface="Arial"/>
              </a:rPr>
              <a:t>Pressure Test: event detection</a:t>
            </a:r>
          </a:p>
        </p:txBody>
      </p:sp>
      <p:sp>
        <p:nvSpPr>
          <p:cNvPr id="3" name="v6-text-6091">
            <a:extLst>
              <a:ext uri="{FF2B5EF4-FFF2-40B4-BE49-F238E27FC236}">
                <a16:creationId xmlns:a16="http://schemas.microsoft.com/office/drawing/2014/main" id="{6BA3CE65-9A46-40FE-BE1D-1132412F5170}"/>
              </a:ext>
            </a:extLst>
          </p:cNvPr>
          <p:cNvSpPr>
            <a:spLocks noGrp="1"/>
          </p:cNvSpPr>
          <p:nvPr/>
        </p:nvSpPr>
        <p:spPr>
          <a:xfrm>
            <a:off x="914400" y="1638300"/>
            <a:ext cx="10572750" cy="457200"/>
          </a:xfrm>
          <a:prstGeom prst="rect">
            <a:avLst/>
          </a:prstGeom>
          <a:noFill/>
          <a:ln w="0">
            <a:noFill/>
            <a:prstDash val="solid"/>
          </a:ln>
        </p:spPr>
        <p:txBody>
          <a:bodyPr wrap="square" lIns="0" tIns="0" rIns="0" bIns="0" anchor="ctr">
            <a:noAutofit/>
          </a:bodyPr>
          <a:lstStyle>
            <a:defPPr algn="l">
              <a:defRPr sz="2100" b="0">
                <a:solidFill>
                  <a:srgbClr val="111111"/>
                </a:solidFill>
                <a:latin typeface="Arial"/>
                <a:ea typeface="Arial"/>
                <a:cs typeface="Arial"/>
              </a:defRPr>
            </a:defPPr>
            <a:lvl1pPr algn="l">
              <a:buNone/>
              <a:defRPr sz="2100" b="0">
                <a:solidFill>
                  <a:srgbClr val="111111"/>
                </a:solidFill>
                <a:latin typeface="Arial"/>
                <a:ea typeface="Arial"/>
                <a:cs typeface="Arial"/>
              </a:defRPr>
            </a:lvl1pPr>
            <a:lvl2pPr algn="l">
              <a:buNone/>
              <a:defRPr sz="2100" b="0">
                <a:solidFill>
                  <a:srgbClr val="111111"/>
                </a:solidFill>
                <a:latin typeface="Arial"/>
                <a:ea typeface="Arial"/>
                <a:cs typeface="Arial"/>
              </a:defRPr>
            </a:lvl2pPr>
            <a:lvl3pPr algn="l">
              <a:buNone/>
              <a:defRPr sz="2100" b="0">
                <a:solidFill>
                  <a:srgbClr val="111111"/>
                </a:solidFill>
                <a:latin typeface="Arial"/>
                <a:ea typeface="Arial"/>
                <a:cs typeface="Arial"/>
              </a:defRPr>
            </a:lvl3pPr>
            <a:lvl4pPr algn="l">
              <a:buNone/>
              <a:defRPr sz="2100" b="0">
                <a:solidFill>
                  <a:srgbClr val="111111"/>
                </a:solidFill>
                <a:latin typeface="Arial"/>
                <a:ea typeface="Arial"/>
                <a:cs typeface="Arial"/>
              </a:defRPr>
            </a:lvl4pPr>
            <a:lvl5pPr algn="l">
              <a:buNone/>
              <a:defRPr sz="2100" b="0">
                <a:solidFill>
                  <a:srgbClr val="111111"/>
                </a:solidFill>
                <a:latin typeface="Arial"/>
                <a:ea typeface="Arial"/>
                <a:cs typeface="Arial"/>
              </a:defRPr>
            </a:lvl5pPr>
            <a:lvl6pPr algn="l">
              <a:buNone/>
              <a:defRPr sz="2100" b="0">
                <a:solidFill>
                  <a:srgbClr val="111111"/>
                </a:solidFill>
                <a:latin typeface="Arial"/>
                <a:ea typeface="Arial"/>
                <a:cs typeface="Arial"/>
              </a:defRPr>
            </a:lvl6pPr>
            <a:lvl7pPr algn="l">
              <a:buNone/>
              <a:defRPr sz="2100" b="0">
                <a:solidFill>
                  <a:srgbClr val="111111"/>
                </a:solidFill>
                <a:latin typeface="Arial"/>
                <a:ea typeface="Arial"/>
                <a:cs typeface="Arial"/>
              </a:defRPr>
            </a:lvl7pPr>
            <a:lvl8pPr algn="l">
              <a:buNone/>
              <a:defRPr sz="2100" b="0">
                <a:solidFill>
                  <a:srgbClr val="111111"/>
                </a:solidFill>
                <a:latin typeface="Arial"/>
                <a:ea typeface="Arial"/>
                <a:cs typeface="Arial"/>
              </a:defRPr>
            </a:lvl8pPr>
            <a:lvl9pPr algn="l">
              <a:buNone/>
              <a:defRPr sz="2100" b="0">
                <a:solidFill>
                  <a:srgbClr val="111111"/>
                </a:solidFill>
                <a:latin typeface="Arial"/>
                <a:ea typeface="Arial"/>
                <a:cs typeface="Arial"/>
              </a:defRPr>
            </a:lvl9pPr>
          </a:lstStyle>
          <a:p>
            <a:pPr algn="l">
              <a:buNone/>
              <a:defRPr sz="2100" b="0">
                <a:solidFill>
                  <a:srgbClr val="111111"/>
                </a:solidFill>
                <a:latin typeface="Arial"/>
                <a:ea typeface="Arial"/>
                <a:cs typeface="Arial"/>
              </a:defRPr>
            </a:pPr>
            <a:r>
              <a:rPr sz="2100" b="0">
                <a:solidFill>
                  <a:srgbClr val="111111"/>
                </a:solidFill>
                <a:latin typeface="Arial"/>
                <a:ea typeface="Arial"/>
                <a:cs typeface="Arial"/>
              </a:rPr>
              <a:t>Macro F1 at two IoU thresholds (%)</a:t>
            </a:r>
          </a:p>
        </p:txBody>
      </p:sp>
      <p:sp>
        <p:nvSpPr>
          <p:cNvPr id="4" name="v6-node-6092">
            <a:extLst>
              <a:ext uri="{FF2B5EF4-FFF2-40B4-BE49-F238E27FC236}">
                <a16:creationId xmlns:a16="http://schemas.microsoft.com/office/drawing/2014/main" id="{ADD0E89E-4B92-4FD5-BC9A-066B2004D884}"/>
              </a:ext>
            </a:extLst>
          </p:cNvPr>
          <p:cNvSpPr>
            <a:spLocks noGrp="1"/>
          </p:cNvSpPr>
          <p:nvPr/>
        </p:nvSpPr>
        <p:spPr>
          <a:xfrm>
            <a:off x="7429500" y="1733550"/>
            <a:ext cx="419100" cy="228600"/>
          </a:xfrm>
          <a:prstGeom prst="rect">
            <a:avLst/>
          </a:prstGeom>
          <a:solidFill>
            <a:srgbClr val="CADCE4"/>
          </a:solidFill>
          <a:ln w="0">
            <a:noFill/>
            <a:prstDash val="solid"/>
          </a:ln>
        </p:spPr>
        <p:txBody>
          <a:bodyPr/>
          <a:lstStyle/>
          <a:p>
            <a:endParaRPr lang="zh-CN" altLang="en-US"/>
          </a:p>
        </p:txBody>
      </p:sp>
      <p:sp>
        <p:nvSpPr>
          <p:cNvPr id="5" name="v6-text-6093">
            <a:extLst>
              <a:ext uri="{FF2B5EF4-FFF2-40B4-BE49-F238E27FC236}">
                <a16:creationId xmlns:a16="http://schemas.microsoft.com/office/drawing/2014/main" id="{78B742BF-6BB0-4FE1-8848-D588307D8A4B}"/>
              </a:ext>
            </a:extLst>
          </p:cNvPr>
          <p:cNvSpPr>
            <a:spLocks noGrp="1"/>
          </p:cNvSpPr>
          <p:nvPr/>
        </p:nvSpPr>
        <p:spPr>
          <a:xfrm>
            <a:off x="7962900" y="1685925"/>
            <a:ext cx="1266825" cy="323850"/>
          </a:xfrm>
          <a:prstGeom prst="rect">
            <a:avLst/>
          </a:prstGeom>
          <a:noFill/>
          <a:ln w="0">
            <a:noFill/>
            <a:prstDash val="solid"/>
          </a:ln>
        </p:spPr>
        <p:txBody>
          <a:bodyPr wrap="square" lIns="0" tIns="0" rIns="0" bIns="0" anchor="ctr">
            <a:noAutofit/>
          </a:bodyPr>
          <a:lstStyle>
            <a:defPPr algn="l">
              <a:defRPr sz="1875" b="0">
                <a:solidFill>
                  <a:srgbClr val="111111"/>
                </a:solidFill>
                <a:latin typeface="Arial"/>
                <a:ea typeface="Arial"/>
                <a:cs typeface="Arial"/>
              </a:defRPr>
            </a:defPPr>
            <a:lvl1pPr algn="l">
              <a:buNone/>
              <a:defRPr sz="1875" b="0">
                <a:solidFill>
                  <a:srgbClr val="111111"/>
                </a:solidFill>
                <a:latin typeface="Arial"/>
                <a:ea typeface="Arial"/>
                <a:cs typeface="Arial"/>
              </a:defRPr>
            </a:lvl1pPr>
            <a:lvl2pPr algn="l">
              <a:buNone/>
              <a:defRPr sz="1875" b="0">
                <a:solidFill>
                  <a:srgbClr val="111111"/>
                </a:solidFill>
                <a:latin typeface="Arial"/>
                <a:ea typeface="Arial"/>
                <a:cs typeface="Arial"/>
              </a:defRPr>
            </a:lvl2pPr>
            <a:lvl3pPr algn="l">
              <a:buNone/>
              <a:defRPr sz="1875" b="0">
                <a:solidFill>
                  <a:srgbClr val="111111"/>
                </a:solidFill>
                <a:latin typeface="Arial"/>
                <a:ea typeface="Arial"/>
                <a:cs typeface="Arial"/>
              </a:defRPr>
            </a:lvl3pPr>
            <a:lvl4pPr algn="l">
              <a:buNone/>
              <a:defRPr sz="1875" b="0">
                <a:solidFill>
                  <a:srgbClr val="111111"/>
                </a:solidFill>
                <a:latin typeface="Arial"/>
                <a:ea typeface="Arial"/>
                <a:cs typeface="Arial"/>
              </a:defRPr>
            </a:lvl4pPr>
            <a:lvl5pPr algn="l">
              <a:buNone/>
              <a:defRPr sz="1875" b="0">
                <a:solidFill>
                  <a:srgbClr val="111111"/>
                </a:solidFill>
                <a:latin typeface="Arial"/>
                <a:ea typeface="Arial"/>
                <a:cs typeface="Arial"/>
              </a:defRPr>
            </a:lvl5pPr>
            <a:lvl6pPr algn="l">
              <a:buNone/>
              <a:defRPr sz="1875" b="0">
                <a:solidFill>
                  <a:srgbClr val="111111"/>
                </a:solidFill>
                <a:latin typeface="Arial"/>
                <a:ea typeface="Arial"/>
                <a:cs typeface="Arial"/>
              </a:defRPr>
            </a:lvl6pPr>
            <a:lvl7pPr algn="l">
              <a:buNone/>
              <a:defRPr sz="1875" b="0">
                <a:solidFill>
                  <a:srgbClr val="111111"/>
                </a:solidFill>
                <a:latin typeface="Arial"/>
                <a:ea typeface="Arial"/>
                <a:cs typeface="Arial"/>
              </a:defRPr>
            </a:lvl7pPr>
            <a:lvl8pPr algn="l">
              <a:buNone/>
              <a:defRPr sz="1875" b="0">
                <a:solidFill>
                  <a:srgbClr val="111111"/>
                </a:solidFill>
                <a:latin typeface="Arial"/>
                <a:ea typeface="Arial"/>
                <a:cs typeface="Arial"/>
              </a:defRPr>
            </a:lvl8pPr>
            <a:lvl9pPr algn="l">
              <a:buNone/>
              <a:defRPr sz="1875" b="0">
                <a:solidFill>
                  <a:srgbClr val="111111"/>
                </a:solidFill>
                <a:latin typeface="Arial"/>
                <a:ea typeface="Arial"/>
                <a:cs typeface="Arial"/>
              </a:defRPr>
            </a:lvl9pPr>
          </a:lstStyle>
          <a:p>
            <a:pPr algn="l">
              <a:buNone/>
              <a:defRPr sz="1875" b="0">
                <a:solidFill>
                  <a:srgbClr val="111111"/>
                </a:solidFill>
                <a:latin typeface="Arial"/>
                <a:ea typeface="Arial"/>
                <a:cs typeface="Arial"/>
              </a:defRPr>
            </a:pPr>
            <a:r>
              <a:rPr sz="1875" b="0">
                <a:solidFill>
                  <a:srgbClr val="111111"/>
                </a:solidFill>
                <a:latin typeface="Arial"/>
                <a:ea typeface="Arial"/>
                <a:cs typeface="Arial"/>
              </a:rPr>
              <a:t>F1@0.5</a:t>
            </a:r>
          </a:p>
        </p:txBody>
      </p:sp>
      <p:sp>
        <p:nvSpPr>
          <p:cNvPr id="6" name="v6-node-6094">
            <a:extLst>
              <a:ext uri="{FF2B5EF4-FFF2-40B4-BE49-F238E27FC236}">
                <a16:creationId xmlns:a16="http://schemas.microsoft.com/office/drawing/2014/main" id="{550058CB-484E-42FB-B622-CEECE35A8EDF}"/>
              </a:ext>
            </a:extLst>
          </p:cNvPr>
          <p:cNvSpPr>
            <a:spLocks noGrp="1"/>
          </p:cNvSpPr>
          <p:nvPr/>
        </p:nvSpPr>
        <p:spPr>
          <a:xfrm>
            <a:off x="9591675" y="1800225"/>
            <a:ext cx="419100" cy="95250"/>
          </a:xfrm>
          <a:prstGeom prst="rect">
            <a:avLst/>
          </a:prstGeom>
          <a:solidFill>
            <a:srgbClr val="156082"/>
          </a:solidFill>
          <a:ln w="0">
            <a:noFill/>
            <a:prstDash val="solid"/>
          </a:ln>
        </p:spPr>
        <p:txBody>
          <a:bodyPr/>
          <a:lstStyle/>
          <a:p>
            <a:endParaRPr lang="zh-CN" altLang="en-US"/>
          </a:p>
        </p:txBody>
      </p:sp>
      <p:sp>
        <p:nvSpPr>
          <p:cNvPr id="7" name="v6-text-6095">
            <a:extLst>
              <a:ext uri="{FF2B5EF4-FFF2-40B4-BE49-F238E27FC236}">
                <a16:creationId xmlns:a16="http://schemas.microsoft.com/office/drawing/2014/main" id="{2B0AD97F-4AAD-4302-AFD3-4ABE6A9FD84D}"/>
              </a:ext>
            </a:extLst>
          </p:cNvPr>
          <p:cNvSpPr>
            <a:spLocks noGrp="1"/>
          </p:cNvSpPr>
          <p:nvPr/>
        </p:nvSpPr>
        <p:spPr>
          <a:xfrm>
            <a:off x="10125075" y="1685925"/>
            <a:ext cx="1238250" cy="323850"/>
          </a:xfrm>
          <a:prstGeom prst="rect">
            <a:avLst/>
          </a:prstGeom>
          <a:noFill/>
          <a:ln w="0">
            <a:noFill/>
            <a:prstDash val="solid"/>
          </a:ln>
        </p:spPr>
        <p:txBody>
          <a:bodyPr wrap="square" lIns="0" tIns="0" rIns="0" bIns="0" anchor="ctr">
            <a:noAutofit/>
          </a:bodyPr>
          <a:lstStyle>
            <a:defPPr algn="l">
              <a:defRPr sz="1875" b="0">
                <a:solidFill>
                  <a:srgbClr val="111111"/>
                </a:solidFill>
                <a:latin typeface="Arial"/>
                <a:ea typeface="Arial"/>
                <a:cs typeface="Arial"/>
              </a:defRPr>
            </a:defPPr>
            <a:lvl1pPr algn="l">
              <a:buNone/>
              <a:defRPr sz="1875" b="0">
                <a:solidFill>
                  <a:srgbClr val="111111"/>
                </a:solidFill>
                <a:latin typeface="Arial"/>
                <a:ea typeface="Arial"/>
                <a:cs typeface="Arial"/>
              </a:defRPr>
            </a:lvl1pPr>
            <a:lvl2pPr algn="l">
              <a:buNone/>
              <a:defRPr sz="1875" b="0">
                <a:solidFill>
                  <a:srgbClr val="111111"/>
                </a:solidFill>
                <a:latin typeface="Arial"/>
                <a:ea typeface="Arial"/>
                <a:cs typeface="Arial"/>
              </a:defRPr>
            </a:lvl2pPr>
            <a:lvl3pPr algn="l">
              <a:buNone/>
              <a:defRPr sz="1875" b="0">
                <a:solidFill>
                  <a:srgbClr val="111111"/>
                </a:solidFill>
                <a:latin typeface="Arial"/>
                <a:ea typeface="Arial"/>
                <a:cs typeface="Arial"/>
              </a:defRPr>
            </a:lvl3pPr>
            <a:lvl4pPr algn="l">
              <a:buNone/>
              <a:defRPr sz="1875" b="0">
                <a:solidFill>
                  <a:srgbClr val="111111"/>
                </a:solidFill>
                <a:latin typeface="Arial"/>
                <a:ea typeface="Arial"/>
                <a:cs typeface="Arial"/>
              </a:defRPr>
            </a:lvl4pPr>
            <a:lvl5pPr algn="l">
              <a:buNone/>
              <a:defRPr sz="1875" b="0">
                <a:solidFill>
                  <a:srgbClr val="111111"/>
                </a:solidFill>
                <a:latin typeface="Arial"/>
                <a:ea typeface="Arial"/>
                <a:cs typeface="Arial"/>
              </a:defRPr>
            </a:lvl5pPr>
            <a:lvl6pPr algn="l">
              <a:buNone/>
              <a:defRPr sz="1875" b="0">
                <a:solidFill>
                  <a:srgbClr val="111111"/>
                </a:solidFill>
                <a:latin typeface="Arial"/>
                <a:ea typeface="Arial"/>
                <a:cs typeface="Arial"/>
              </a:defRPr>
            </a:lvl6pPr>
            <a:lvl7pPr algn="l">
              <a:buNone/>
              <a:defRPr sz="1875" b="0">
                <a:solidFill>
                  <a:srgbClr val="111111"/>
                </a:solidFill>
                <a:latin typeface="Arial"/>
                <a:ea typeface="Arial"/>
                <a:cs typeface="Arial"/>
              </a:defRPr>
            </a:lvl7pPr>
            <a:lvl8pPr algn="l">
              <a:buNone/>
              <a:defRPr sz="1875" b="0">
                <a:solidFill>
                  <a:srgbClr val="111111"/>
                </a:solidFill>
                <a:latin typeface="Arial"/>
                <a:ea typeface="Arial"/>
                <a:cs typeface="Arial"/>
              </a:defRPr>
            </a:lvl8pPr>
            <a:lvl9pPr algn="l">
              <a:buNone/>
              <a:defRPr sz="1875" b="0">
                <a:solidFill>
                  <a:srgbClr val="111111"/>
                </a:solidFill>
                <a:latin typeface="Arial"/>
                <a:ea typeface="Arial"/>
                <a:cs typeface="Arial"/>
              </a:defRPr>
            </a:lvl9pPr>
          </a:lstStyle>
          <a:p>
            <a:pPr algn="l">
              <a:buNone/>
              <a:defRPr sz="1875" b="0">
                <a:solidFill>
                  <a:srgbClr val="111111"/>
                </a:solidFill>
                <a:latin typeface="Arial"/>
                <a:ea typeface="Arial"/>
                <a:cs typeface="Arial"/>
              </a:defRPr>
            </a:pPr>
            <a:r>
              <a:rPr sz="1875" b="0">
                <a:solidFill>
                  <a:srgbClr val="111111"/>
                </a:solidFill>
                <a:latin typeface="Arial"/>
                <a:ea typeface="Arial"/>
                <a:cs typeface="Arial"/>
              </a:rPr>
              <a:t>F1@0.9</a:t>
            </a:r>
          </a:p>
        </p:txBody>
      </p:sp>
      <p:graphicFrame>
        <p:nvGraphicFramePr>
          <p:cNvPr id="8" name="Chart">
            <a:extLst>
              <a:ext uri="{FF2B5EF4-FFF2-40B4-BE49-F238E27FC236}">
                <a16:creationId xmlns:a16="http://schemas.microsoft.com/office/drawing/2014/main" id="{E287B7BA-469C-41B5-BA7D-B75D74A78036}"/>
              </a:ext>
            </a:extLst>
          </p:cNvPr>
          <p:cNvGraphicFramePr/>
          <p:nvPr/>
        </p:nvGraphicFramePr>
        <p:xfrm>
          <a:off x="866775" y="2190750"/>
          <a:ext cx="10572750" cy="379095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9" name="Chart">
            <a:extLst>
              <a:ext uri="{FF2B5EF4-FFF2-40B4-BE49-F238E27FC236}">
                <a16:creationId xmlns:a16="http://schemas.microsoft.com/office/drawing/2014/main" id="{B8E12FE7-DDB1-461B-80F1-9FD38979C241}"/>
              </a:ext>
            </a:extLst>
          </p:cNvPr>
          <p:cNvGraphicFramePr/>
          <p:nvPr/>
        </p:nvGraphicFramePr>
        <p:xfrm>
          <a:off x="866775" y="2190750"/>
          <a:ext cx="10572750" cy="3790950"/>
        </p:xfrm>
        <a:graphic>
          <a:graphicData uri="http://schemas.openxmlformats.org/drawingml/2006/chart">
            <c:chart xmlns:c="http://schemas.openxmlformats.org/drawingml/2006/chart" xmlns:r="http://schemas.openxmlformats.org/officeDocument/2006/relationships" r:id="rId5"/>
          </a:graphicData>
        </a:graphic>
      </p:graphicFrame>
      <p:sp>
        <p:nvSpPr>
          <p:cNvPr id="10" name="v6-text-6096">
            <a:extLst>
              <a:ext uri="{FF2B5EF4-FFF2-40B4-BE49-F238E27FC236}">
                <a16:creationId xmlns:a16="http://schemas.microsoft.com/office/drawing/2014/main" id="{6CD5A94A-6E78-42E9-AFBE-3CFE02E40296}"/>
              </a:ext>
            </a:extLst>
          </p:cNvPr>
          <p:cNvSpPr>
            <a:spLocks noGrp="1"/>
          </p:cNvSpPr>
          <p:nvPr/>
        </p:nvSpPr>
        <p:spPr>
          <a:xfrm>
            <a:off x="914400" y="6076950"/>
            <a:ext cx="2190750" cy="276225"/>
          </a:xfrm>
          <a:prstGeom prst="rect">
            <a:avLst/>
          </a:prstGeom>
          <a:noFill/>
          <a:ln w="0">
            <a:noFill/>
            <a:prstDash val="solid"/>
          </a:ln>
        </p:spPr>
        <p:txBody>
          <a:bodyPr wrap="square" lIns="0" tIns="0" rIns="0" bIns="0" anchor="ctr">
            <a:noAutofit/>
          </a:bodyPr>
          <a:lstStyle>
            <a:defPPr algn="l">
              <a:defRPr sz="1425" b="0">
                <a:solidFill>
                  <a:srgbClr val="707070"/>
                </a:solidFill>
                <a:latin typeface="Arial"/>
                <a:ea typeface="Arial"/>
                <a:cs typeface="Arial"/>
              </a:defRPr>
            </a:defPPr>
            <a:lvl1pPr algn="l">
              <a:buNone/>
              <a:defRPr sz="1425" b="0">
                <a:solidFill>
                  <a:srgbClr val="707070"/>
                </a:solidFill>
                <a:latin typeface="Arial"/>
                <a:ea typeface="Arial"/>
                <a:cs typeface="Arial"/>
              </a:defRPr>
            </a:lvl1pPr>
            <a:lvl2pPr algn="l">
              <a:buNone/>
              <a:defRPr sz="1425" b="0">
                <a:solidFill>
                  <a:srgbClr val="707070"/>
                </a:solidFill>
                <a:latin typeface="Arial"/>
                <a:ea typeface="Arial"/>
                <a:cs typeface="Arial"/>
              </a:defRPr>
            </a:lvl2pPr>
            <a:lvl3pPr algn="l">
              <a:buNone/>
              <a:defRPr sz="1425" b="0">
                <a:solidFill>
                  <a:srgbClr val="707070"/>
                </a:solidFill>
                <a:latin typeface="Arial"/>
                <a:ea typeface="Arial"/>
                <a:cs typeface="Arial"/>
              </a:defRPr>
            </a:lvl3pPr>
            <a:lvl4pPr algn="l">
              <a:buNone/>
              <a:defRPr sz="1425" b="0">
                <a:solidFill>
                  <a:srgbClr val="707070"/>
                </a:solidFill>
                <a:latin typeface="Arial"/>
                <a:ea typeface="Arial"/>
                <a:cs typeface="Arial"/>
              </a:defRPr>
            </a:lvl4pPr>
            <a:lvl5pPr algn="l">
              <a:buNone/>
              <a:defRPr sz="1425" b="0">
                <a:solidFill>
                  <a:srgbClr val="707070"/>
                </a:solidFill>
                <a:latin typeface="Arial"/>
                <a:ea typeface="Arial"/>
                <a:cs typeface="Arial"/>
              </a:defRPr>
            </a:lvl5pPr>
            <a:lvl6pPr algn="l">
              <a:buNone/>
              <a:defRPr sz="1425" b="0">
                <a:solidFill>
                  <a:srgbClr val="707070"/>
                </a:solidFill>
                <a:latin typeface="Arial"/>
                <a:ea typeface="Arial"/>
                <a:cs typeface="Arial"/>
              </a:defRPr>
            </a:lvl6pPr>
            <a:lvl7pPr algn="l">
              <a:buNone/>
              <a:defRPr sz="1425" b="0">
                <a:solidFill>
                  <a:srgbClr val="707070"/>
                </a:solidFill>
                <a:latin typeface="Arial"/>
                <a:ea typeface="Arial"/>
                <a:cs typeface="Arial"/>
              </a:defRPr>
            </a:lvl7pPr>
            <a:lvl8pPr algn="l">
              <a:buNone/>
              <a:defRPr sz="1425" b="0">
                <a:solidFill>
                  <a:srgbClr val="707070"/>
                </a:solidFill>
                <a:latin typeface="Arial"/>
                <a:ea typeface="Arial"/>
                <a:cs typeface="Arial"/>
              </a:defRPr>
            </a:lvl8pPr>
            <a:lvl9pPr algn="l">
              <a:buNone/>
              <a:defRPr sz="1425" b="0">
                <a:solidFill>
                  <a:srgbClr val="707070"/>
                </a:solidFill>
                <a:latin typeface="Arial"/>
                <a:ea typeface="Arial"/>
                <a:cs typeface="Arial"/>
              </a:defRPr>
            </a:lvl9pPr>
          </a:lstStyle>
          <a:p>
            <a:pPr algn="l">
              <a:buNone/>
              <a:defRPr sz="1425" b="0">
                <a:solidFill>
                  <a:srgbClr val="707070"/>
                </a:solidFill>
                <a:latin typeface="Arial"/>
                <a:ea typeface="Arial"/>
                <a:cs typeface="Arial"/>
              </a:defRPr>
            </a:pPr>
            <a:r>
              <a:rPr sz="1425" b="0">
                <a:solidFill>
                  <a:srgbClr val="707070"/>
                </a:solidFill>
                <a:latin typeface="Arial"/>
                <a:ea typeface="Arial"/>
                <a:cs typeface="Arial"/>
              </a:rPr>
              <a:t>CNN / Transformer</a:t>
            </a:r>
          </a:p>
        </p:txBody>
      </p:sp>
      <p:sp>
        <p:nvSpPr>
          <p:cNvPr id="11" name="v6-text-6097">
            <a:extLst>
              <a:ext uri="{FF2B5EF4-FFF2-40B4-BE49-F238E27FC236}">
                <a16:creationId xmlns:a16="http://schemas.microsoft.com/office/drawing/2014/main" id="{AC569FF0-ED10-4664-B5DD-F33765A52536}"/>
              </a:ext>
            </a:extLst>
          </p:cNvPr>
          <p:cNvSpPr>
            <a:spLocks noGrp="1"/>
          </p:cNvSpPr>
          <p:nvPr/>
        </p:nvSpPr>
        <p:spPr>
          <a:xfrm>
            <a:off x="3352800" y="6076950"/>
            <a:ext cx="3190875" cy="276225"/>
          </a:xfrm>
          <a:prstGeom prst="rect">
            <a:avLst/>
          </a:prstGeom>
          <a:noFill/>
          <a:ln w="0">
            <a:noFill/>
            <a:prstDash val="solid"/>
          </a:ln>
        </p:spPr>
        <p:txBody>
          <a:bodyPr wrap="square" lIns="0" tIns="0" rIns="0" bIns="0" anchor="ctr">
            <a:noAutofit/>
          </a:bodyPr>
          <a:lstStyle>
            <a:defPPr algn="l">
              <a:defRPr sz="1425" b="0">
                <a:solidFill>
                  <a:srgbClr val="5A8AA0"/>
                </a:solidFill>
                <a:latin typeface="Arial"/>
                <a:ea typeface="Arial"/>
                <a:cs typeface="Arial"/>
              </a:defRPr>
            </a:defPPr>
            <a:lvl1pPr algn="l">
              <a:buNone/>
              <a:defRPr sz="1425" b="0">
                <a:solidFill>
                  <a:srgbClr val="5A8AA0"/>
                </a:solidFill>
                <a:latin typeface="Arial"/>
                <a:ea typeface="Arial"/>
                <a:cs typeface="Arial"/>
              </a:defRPr>
            </a:lvl1pPr>
            <a:lvl2pPr algn="l">
              <a:buNone/>
              <a:defRPr sz="1425" b="0">
                <a:solidFill>
                  <a:srgbClr val="5A8AA0"/>
                </a:solidFill>
                <a:latin typeface="Arial"/>
                <a:ea typeface="Arial"/>
                <a:cs typeface="Arial"/>
              </a:defRPr>
            </a:lvl2pPr>
            <a:lvl3pPr algn="l">
              <a:buNone/>
              <a:defRPr sz="1425" b="0">
                <a:solidFill>
                  <a:srgbClr val="5A8AA0"/>
                </a:solidFill>
                <a:latin typeface="Arial"/>
                <a:ea typeface="Arial"/>
                <a:cs typeface="Arial"/>
              </a:defRPr>
            </a:lvl3pPr>
            <a:lvl4pPr algn="l">
              <a:buNone/>
              <a:defRPr sz="1425" b="0">
                <a:solidFill>
                  <a:srgbClr val="5A8AA0"/>
                </a:solidFill>
                <a:latin typeface="Arial"/>
                <a:ea typeface="Arial"/>
                <a:cs typeface="Arial"/>
              </a:defRPr>
            </a:lvl4pPr>
            <a:lvl5pPr algn="l">
              <a:buNone/>
              <a:defRPr sz="1425" b="0">
                <a:solidFill>
                  <a:srgbClr val="5A8AA0"/>
                </a:solidFill>
                <a:latin typeface="Arial"/>
                <a:ea typeface="Arial"/>
                <a:cs typeface="Arial"/>
              </a:defRPr>
            </a:lvl5pPr>
            <a:lvl6pPr algn="l">
              <a:buNone/>
              <a:defRPr sz="1425" b="0">
                <a:solidFill>
                  <a:srgbClr val="5A8AA0"/>
                </a:solidFill>
                <a:latin typeface="Arial"/>
                <a:ea typeface="Arial"/>
                <a:cs typeface="Arial"/>
              </a:defRPr>
            </a:lvl6pPr>
            <a:lvl7pPr algn="l">
              <a:buNone/>
              <a:defRPr sz="1425" b="0">
                <a:solidFill>
                  <a:srgbClr val="5A8AA0"/>
                </a:solidFill>
                <a:latin typeface="Arial"/>
                <a:ea typeface="Arial"/>
                <a:cs typeface="Arial"/>
              </a:defRPr>
            </a:lvl7pPr>
            <a:lvl8pPr algn="l">
              <a:buNone/>
              <a:defRPr sz="1425" b="0">
                <a:solidFill>
                  <a:srgbClr val="5A8AA0"/>
                </a:solidFill>
                <a:latin typeface="Arial"/>
                <a:ea typeface="Arial"/>
                <a:cs typeface="Arial"/>
              </a:defRPr>
            </a:lvl8pPr>
            <a:lvl9pPr algn="l">
              <a:buNone/>
              <a:defRPr sz="1425" b="0">
                <a:solidFill>
                  <a:srgbClr val="5A8AA0"/>
                </a:solidFill>
                <a:latin typeface="Arial"/>
                <a:ea typeface="Arial"/>
                <a:cs typeface="Arial"/>
              </a:defRPr>
            </a:lvl9pPr>
          </a:lstStyle>
          <a:p>
            <a:pPr algn="l">
              <a:buNone/>
              <a:defRPr sz="1425" b="0">
                <a:solidFill>
                  <a:srgbClr val="5A8AA0"/>
                </a:solidFill>
                <a:latin typeface="Arial"/>
                <a:ea typeface="Arial"/>
                <a:cs typeface="Arial"/>
              </a:defRPr>
            </a:pPr>
            <a:r>
              <a:rPr sz="1425" b="0">
                <a:solidFill>
                  <a:srgbClr val="5A8AA0"/>
                </a:solidFill>
                <a:latin typeface="Arial"/>
                <a:ea typeface="Arial"/>
                <a:cs typeface="Arial"/>
              </a:rPr>
              <a:t>Time-series foundation models</a:t>
            </a:r>
          </a:p>
        </p:txBody>
      </p:sp>
      <p:sp>
        <p:nvSpPr>
          <p:cNvPr id="12" name="v6-text-6098">
            <a:extLst>
              <a:ext uri="{FF2B5EF4-FFF2-40B4-BE49-F238E27FC236}">
                <a16:creationId xmlns:a16="http://schemas.microsoft.com/office/drawing/2014/main" id="{6C50C8F2-1E64-493E-B2E8-9AE2B5157189}"/>
              </a:ext>
            </a:extLst>
          </p:cNvPr>
          <p:cNvSpPr>
            <a:spLocks noGrp="1"/>
          </p:cNvSpPr>
          <p:nvPr/>
        </p:nvSpPr>
        <p:spPr>
          <a:xfrm>
            <a:off x="6762750" y="6076950"/>
            <a:ext cx="2571750" cy="276225"/>
          </a:xfrm>
          <a:prstGeom prst="rect">
            <a:avLst/>
          </a:prstGeom>
          <a:noFill/>
          <a:ln w="0">
            <a:noFill/>
            <a:prstDash val="solid"/>
          </a:ln>
        </p:spPr>
        <p:txBody>
          <a:bodyPr wrap="square" lIns="0" tIns="0" rIns="0" bIns="0" anchor="ctr">
            <a:noAutofit/>
          </a:bodyPr>
          <a:lstStyle>
            <a:defPPr algn="l">
              <a:defRPr sz="1425" b="0">
                <a:solidFill>
                  <a:srgbClr val="156082"/>
                </a:solidFill>
                <a:latin typeface="Arial"/>
                <a:ea typeface="Arial"/>
                <a:cs typeface="Arial"/>
              </a:defRPr>
            </a:defPPr>
            <a:lvl1pPr algn="l">
              <a:buNone/>
              <a:defRPr sz="1425" b="0">
                <a:solidFill>
                  <a:srgbClr val="156082"/>
                </a:solidFill>
                <a:latin typeface="Arial"/>
                <a:ea typeface="Arial"/>
                <a:cs typeface="Arial"/>
              </a:defRPr>
            </a:lvl1pPr>
            <a:lvl2pPr algn="l">
              <a:buNone/>
              <a:defRPr sz="1425" b="0">
                <a:solidFill>
                  <a:srgbClr val="156082"/>
                </a:solidFill>
                <a:latin typeface="Arial"/>
                <a:ea typeface="Arial"/>
                <a:cs typeface="Arial"/>
              </a:defRPr>
            </a:lvl2pPr>
            <a:lvl3pPr algn="l">
              <a:buNone/>
              <a:defRPr sz="1425" b="0">
                <a:solidFill>
                  <a:srgbClr val="156082"/>
                </a:solidFill>
                <a:latin typeface="Arial"/>
                <a:ea typeface="Arial"/>
                <a:cs typeface="Arial"/>
              </a:defRPr>
            </a:lvl3pPr>
            <a:lvl4pPr algn="l">
              <a:buNone/>
              <a:defRPr sz="1425" b="0">
                <a:solidFill>
                  <a:srgbClr val="156082"/>
                </a:solidFill>
                <a:latin typeface="Arial"/>
                <a:ea typeface="Arial"/>
                <a:cs typeface="Arial"/>
              </a:defRPr>
            </a:lvl4pPr>
            <a:lvl5pPr algn="l">
              <a:buNone/>
              <a:defRPr sz="1425" b="0">
                <a:solidFill>
                  <a:srgbClr val="156082"/>
                </a:solidFill>
                <a:latin typeface="Arial"/>
                <a:ea typeface="Arial"/>
                <a:cs typeface="Arial"/>
              </a:defRPr>
            </a:lvl5pPr>
            <a:lvl6pPr algn="l">
              <a:buNone/>
              <a:defRPr sz="1425" b="0">
                <a:solidFill>
                  <a:srgbClr val="156082"/>
                </a:solidFill>
                <a:latin typeface="Arial"/>
                <a:ea typeface="Arial"/>
                <a:cs typeface="Arial"/>
              </a:defRPr>
            </a:lvl6pPr>
            <a:lvl7pPr algn="l">
              <a:buNone/>
              <a:defRPr sz="1425" b="0">
                <a:solidFill>
                  <a:srgbClr val="156082"/>
                </a:solidFill>
                <a:latin typeface="Arial"/>
                <a:ea typeface="Arial"/>
                <a:cs typeface="Arial"/>
              </a:defRPr>
            </a:lvl7pPr>
            <a:lvl8pPr algn="l">
              <a:buNone/>
              <a:defRPr sz="1425" b="0">
                <a:solidFill>
                  <a:srgbClr val="156082"/>
                </a:solidFill>
                <a:latin typeface="Arial"/>
                <a:ea typeface="Arial"/>
                <a:cs typeface="Arial"/>
              </a:defRPr>
            </a:lvl8pPr>
            <a:lvl9pPr algn="l">
              <a:buNone/>
              <a:defRPr sz="1425" b="0">
                <a:solidFill>
                  <a:srgbClr val="156082"/>
                </a:solidFill>
                <a:latin typeface="Arial"/>
                <a:ea typeface="Arial"/>
                <a:cs typeface="Arial"/>
              </a:defRPr>
            </a:lvl9pPr>
          </a:lstStyle>
          <a:p>
            <a:pPr algn="l">
              <a:buNone/>
              <a:defRPr sz="1425" b="0">
                <a:solidFill>
                  <a:srgbClr val="156082"/>
                </a:solidFill>
                <a:latin typeface="Arial"/>
                <a:ea typeface="Arial"/>
                <a:cs typeface="Arial"/>
              </a:defRPr>
            </a:pPr>
            <a:r>
              <a:rPr sz="1425" b="0">
                <a:solidFill>
                  <a:srgbClr val="156082"/>
                </a:solidFill>
                <a:latin typeface="Arial"/>
                <a:ea typeface="Arial"/>
                <a:cs typeface="Arial"/>
              </a:rPr>
              <a:t>LLM / VLM methods</a:t>
            </a:r>
          </a:p>
        </p:txBody>
      </p:sp>
      <p:sp>
        <p:nvSpPr>
          <p:cNvPr id="13" name="v6-text-6099">
            <a:extLst>
              <a:ext uri="{FF2B5EF4-FFF2-40B4-BE49-F238E27FC236}">
                <a16:creationId xmlns:a16="http://schemas.microsoft.com/office/drawing/2014/main" id="{572583EC-F9AD-4FCD-9175-BF6D54337172}"/>
              </a:ext>
            </a:extLst>
          </p:cNvPr>
          <p:cNvSpPr>
            <a:spLocks noGrp="1"/>
          </p:cNvSpPr>
          <p:nvPr/>
        </p:nvSpPr>
        <p:spPr>
          <a:xfrm>
            <a:off x="10172700" y="6076950"/>
            <a:ext cx="952500" cy="276225"/>
          </a:xfrm>
          <a:prstGeom prst="rect">
            <a:avLst/>
          </a:prstGeom>
          <a:noFill/>
          <a:ln w="0">
            <a:noFill/>
            <a:prstDash val="solid"/>
          </a:ln>
        </p:spPr>
        <p:txBody>
          <a:bodyPr wrap="square" lIns="0" tIns="0" rIns="0" bIns="0" anchor="ctr">
            <a:noAutofit/>
          </a:bodyPr>
          <a:lstStyle>
            <a:defPPr algn="l">
              <a:defRPr sz="1425" b="1">
                <a:solidFill>
                  <a:srgbClr val="CF5B1B"/>
                </a:solidFill>
                <a:latin typeface="Arial"/>
                <a:ea typeface="Arial"/>
                <a:cs typeface="Arial"/>
              </a:defRPr>
            </a:defPPr>
            <a:lvl1pPr algn="l">
              <a:buNone/>
              <a:defRPr sz="1425" b="1">
                <a:solidFill>
                  <a:srgbClr val="CF5B1B"/>
                </a:solidFill>
                <a:latin typeface="Arial"/>
                <a:ea typeface="Arial"/>
                <a:cs typeface="Arial"/>
              </a:defRPr>
            </a:lvl1pPr>
            <a:lvl2pPr algn="l">
              <a:buNone/>
              <a:defRPr sz="1425" b="1">
                <a:solidFill>
                  <a:srgbClr val="CF5B1B"/>
                </a:solidFill>
                <a:latin typeface="Arial"/>
                <a:ea typeface="Arial"/>
                <a:cs typeface="Arial"/>
              </a:defRPr>
            </a:lvl2pPr>
            <a:lvl3pPr algn="l">
              <a:buNone/>
              <a:defRPr sz="1425" b="1">
                <a:solidFill>
                  <a:srgbClr val="CF5B1B"/>
                </a:solidFill>
                <a:latin typeface="Arial"/>
                <a:ea typeface="Arial"/>
                <a:cs typeface="Arial"/>
              </a:defRPr>
            </a:lvl3pPr>
            <a:lvl4pPr algn="l">
              <a:buNone/>
              <a:defRPr sz="1425" b="1">
                <a:solidFill>
                  <a:srgbClr val="CF5B1B"/>
                </a:solidFill>
                <a:latin typeface="Arial"/>
                <a:ea typeface="Arial"/>
                <a:cs typeface="Arial"/>
              </a:defRPr>
            </a:lvl4pPr>
            <a:lvl5pPr algn="l">
              <a:buNone/>
              <a:defRPr sz="1425" b="1">
                <a:solidFill>
                  <a:srgbClr val="CF5B1B"/>
                </a:solidFill>
                <a:latin typeface="Arial"/>
                <a:ea typeface="Arial"/>
                <a:cs typeface="Arial"/>
              </a:defRPr>
            </a:lvl5pPr>
            <a:lvl6pPr algn="l">
              <a:buNone/>
              <a:defRPr sz="1425" b="1">
                <a:solidFill>
                  <a:srgbClr val="CF5B1B"/>
                </a:solidFill>
                <a:latin typeface="Arial"/>
                <a:ea typeface="Arial"/>
                <a:cs typeface="Arial"/>
              </a:defRPr>
            </a:lvl6pPr>
            <a:lvl7pPr algn="l">
              <a:buNone/>
              <a:defRPr sz="1425" b="1">
                <a:solidFill>
                  <a:srgbClr val="CF5B1B"/>
                </a:solidFill>
                <a:latin typeface="Arial"/>
                <a:ea typeface="Arial"/>
                <a:cs typeface="Arial"/>
              </a:defRPr>
            </a:lvl7pPr>
            <a:lvl8pPr algn="l">
              <a:buNone/>
              <a:defRPr sz="1425" b="1">
                <a:solidFill>
                  <a:srgbClr val="CF5B1B"/>
                </a:solidFill>
                <a:latin typeface="Arial"/>
                <a:ea typeface="Arial"/>
                <a:cs typeface="Arial"/>
              </a:defRPr>
            </a:lvl8pPr>
            <a:lvl9pPr algn="l">
              <a:buNone/>
              <a:defRPr sz="1425" b="1">
                <a:solidFill>
                  <a:srgbClr val="CF5B1B"/>
                </a:solidFill>
                <a:latin typeface="Arial"/>
                <a:ea typeface="Arial"/>
                <a:cs typeface="Arial"/>
              </a:defRPr>
            </a:lvl9pPr>
          </a:lstStyle>
          <a:p>
            <a:pPr algn="l">
              <a:buNone/>
              <a:defRPr sz="1425" b="1">
                <a:solidFill>
                  <a:srgbClr val="CF5B1B"/>
                </a:solidFill>
                <a:latin typeface="Arial"/>
                <a:ea typeface="Arial"/>
                <a:cs typeface="Arial"/>
              </a:defRPr>
            </a:pPr>
            <a:r>
              <a:rPr sz="1425" b="1">
                <a:solidFill>
                  <a:srgbClr val="CF5B1B"/>
                </a:solidFill>
                <a:latin typeface="Arial"/>
                <a:ea typeface="Arial"/>
                <a:cs typeface="Arial"/>
              </a:rPr>
              <a:t>SELA</a:t>
            </a:r>
          </a:p>
        </p:txBody>
      </p:sp>
      <p:sp>
        <p:nvSpPr>
          <p:cNvPr id="14" name="v6-text-6100">
            <a:extLst>
              <a:ext uri="{FF2B5EF4-FFF2-40B4-BE49-F238E27FC236}">
                <a16:creationId xmlns:a16="http://schemas.microsoft.com/office/drawing/2014/main" id="{C8D9FA7A-6214-45F8-BF13-631397862C80}"/>
              </a:ext>
            </a:extLst>
          </p:cNvPr>
          <p:cNvSpPr>
            <a:spLocks noGrp="1"/>
          </p:cNvSpPr>
          <p:nvPr/>
        </p:nvSpPr>
        <p:spPr>
          <a:xfrm>
            <a:off x="914400" y="6419850"/>
            <a:ext cx="10572750" cy="238125"/>
          </a:xfrm>
          <a:prstGeom prst="rect">
            <a:avLst/>
          </a:prstGeom>
          <a:noFill/>
          <a:ln w="0">
            <a:noFill/>
            <a:prstDash val="solid"/>
          </a:ln>
        </p:spPr>
        <p:txBody>
          <a:bodyPr wrap="square" lIns="0" tIns="0" rIns="0" bIns="0" anchor="ctr">
            <a:noAutofit/>
          </a:bodyPr>
          <a:lstStyle>
            <a:defPPr algn="l">
              <a:defRPr sz="1275" b="0">
                <a:solidFill>
                  <a:srgbClr val="777777"/>
                </a:solidFill>
                <a:latin typeface="Arial"/>
                <a:ea typeface="Arial"/>
                <a:cs typeface="Arial"/>
              </a:defRPr>
            </a:defPPr>
            <a:lvl1pPr algn="l">
              <a:buNone/>
              <a:defRPr sz="1275" b="0">
                <a:solidFill>
                  <a:srgbClr val="777777"/>
                </a:solidFill>
                <a:latin typeface="Arial"/>
                <a:ea typeface="Arial"/>
                <a:cs typeface="Arial"/>
              </a:defRPr>
            </a:lvl1pPr>
            <a:lvl2pPr algn="l">
              <a:buNone/>
              <a:defRPr sz="1275" b="0">
                <a:solidFill>
                  <a:srgbClr val="777777"/>
                </a:solidFill>
                <a:latin typeface="Arial"/>
                <a:ea typeface="Arial"/>
                <a:cs typeface="Arial"/>
              </a:defRPr>
            </a:lvl2pPr>
            <a:lvl3pPr algn="l">
              <a:buNone/>
              <a:defRPr sz="1275" b="0">
                <a:solidFill>
                  <a:srgbClr val="777777"/>
                </a:solidFill>
                <a:latin typeface="Arial"/>
                <a:ea typeface="Arial"/>
                <a:cs typeface="Arial"/>
              </a:defRPr>
            </a:lvl3pPr>
            <a:lvl4pPr algn="l">
              <a:buNone/>
              <a:defRPr sz="1275" b="0">
                <a:solidFill>
                  <a:srgbClr val="777777"/>
                </a:solidFill>
                <a:latin typeface="Arial"/>
                <a:ea typeface="Arial"/>
                <a:cs typeface="Arial"/>
              </a:defRPr>
            </a:lvl4pPr>
            <a:lvl5pPr algn="l">
              <a:buNone/>
              <a:defRPr sz="1275" b="0">
                <a:solidFill>
                  <a:srgbClr val="777777"/>
                </a:solidFill>
                <a:latin typeface="Arial"/>
                <a:ea typeface="Arial"/>
                <a:cs typeface="Arial"/>
              </a:defRPr>
            </a:lvl5pPr>
            <a:lvl6pPr algn="l">
              <a:buNone/>
              <a:defRPr sz="1275" b="0">
                <a:solidFill>
                  <a:srgbClr val="777777"/>
                </a:solidFill>
                <a:latin typeface="Arial"/>
                <a:ea typeface="Arial"/>
                <a:cs typeface="Arial"/>
              </a:defRPr>
            </a:lvl6pPr>
            <a:lvl7pPr algn="l">
              <a:buNone/>
              <a:defRPr sz="1275" b="0">
                <a:solidFill>
                  <a:srgbClr val="777777"/>
                </a:solidFill>
                <a:latin typeface="Arial"/>
                <a:ea typeface="Arial"/>
                <a:cs typeface="Arial"/>
              </a:defRPr>
            </a:lvl7pPr>
            <a:lvl8pPr algn="l">
              <a:buNone/>
              <a:defRPr sz="1275" b="0">
                <a:solidFill>
                  <a:srgbClr val="777777"/>
                </a:solidFill>
                <a:latin typeface="Arial"/>
                <a:ea typeface="Arial"/>
                <a:cs typeface="Arial"/>
              </a:defRPr>
            </a:lvl8pPr>
            <a:lvl9pPr algn="l">
              <a:buNone/>
              <a:defRPr sz="1275" b="0">
                <a:solidFill>
                  <a:srgbClr val="777777"/>
                </a:solidFill>
                <a:latin typeface="Arial"/>
                <a:ea typeface="Arial"/>
                <a:cs typeface="Arial"/>
              </a:defRPr>
            </a:lvl9pPr>
          </a:lstStyle>
          <a:p>
            <a:pPr algn="l">
              <a:buNone/>
              <a:defRPr sz="1275" b="0">
                <a:solidFill>
                  <a:srgbClr val="777777"/>
                </a:solidFill>
                <a:latin typeface="Arial"/>
                <a:ea typeface="Arial"/>
                <a:cs typeface="Arial"/>
              </a:defRPr>
            </a:pPr>
            <a:r>
              <a:rPr sz="1275" b="0">
                <a:solidFill>
                  <a:srgbClr val="777777"/>
                </a:solidFill>
                <a:latin typeface="Arial"/>
                <a:ea typeface="Arial"/>
                <a:cs typeface="Arial"/>
              </a:rPr>
              <a:t>Labels: F1@0.5 / F1@0.9. First six: supervised. GPT-5: FS = few-shot, ZS = zero-shot.</a:t>
            </a:r>
          </a:p>
        </p:txBody>
      </p:sp>
      <p:sp>
        <p:nvSpPr>
          <p:cNvPr id="15" name="v6-text-6101">
            <a:extLst>
              <a:ext uri="{FF2B5EF4-FFF2-40B4-BE49-F238E27FC236}">
                <a16:creationId xmlns:a16="http://schemas.microsoft.com/office/drawing/2014/main" id="{305C441E-9385-42C3-A7EE-E2DD7D341A3B}"/>
              </a:ext>
            </a:extLst>
          </p:cNvPr>
          <p:cNvSpPr>
            <a:spLocks noGrp="1"/>
          </p:cNvSpPr>
          <p:nvPr/>
        </p:nvSpPr>
        <p:spPr>
          <a:xfrm>
            <a:off x="11572875" y="6429375"/>
            <a:ext cx="304800" cy="238125"/>
          </a:xfrm>
          <a:prstGeom prst="rect">
            <a:avLst/>
          </a:prstGeom>
          <a:noFill/>
          <a:ln w="0">
            <a:noFill/>
            <a:prstDash val="solid"/>
          </a:ln>
        </p:spPr>
        <p:txBody>
          <a:bodyPr wrap="square" lIns="0" tIns="0" rIns="0" bIns="0" anchor="ctr">
            <a:noAutofit/>
          </a:bodyPr>
          <a:lstStyle>
            <a:defPPr algn="r">
              <a:defRPr sz="1275" b="0">
                <a:solidFill>
                  <a:srgbClr val="999999"/>
                </a:solidFill>
                <a:latin typeface="Arial"/>
                <a:ea typeface="Arial"/>
                <a:cs typeface="Arial"/>
              </a:defRPr>
            </a:defPPr>
            <a:lvl1pPr algn="r">
              <a:buNone/>
              <a:defRPr sz="1275" b="0">
                <a:solidFill>
                  <a:srgbClr val="999999"/>
                </a:solidFill>
                <a:latin typeface="Arial"/>
                <a:ea typeface="Arial"/>
                <a:cs typeface="Arial"/>
              </a:defRPr>
            </a:lvl1pPr>
            <a:lvl2pPr algn="r">
              <a:buNone/>
              <a:defRPr sz="1275" b="0">
                <a:solidFill>
                  <a:srgbClr val="999999"/>
                </a:solidFill>
                <a:latin typeface="Arial"/>
                <a:ea typeface="Arial"/>
                <a:cs typeface="Arial"/>
              </a:defRPr>
            </a:lvl2pPr>
            <a:lvl3pPr algn="r">
              <a:buNone/>
              <a:defRPr sz="1275" b="0">
                <a:solidFill>
                  <a:srgbClr val="999999"/>
                </a:solidFill>
                <a:latin typeface="Arial"/>
                <a:ea typeface="Arial"/>
                <a:cs typeface="Arial"/>
              </a:defRPr>
            </a:lvl3pPr>
            <a:lvl4pPr algn="r">
              <a:buNone/>
              <a:defRPr sz="1275" b="0">
                <a:solidFill>
                  <a:srgbClr val="999999"/>
                </a:solidFill>
                <a:latin typeface="Arial"/>
                <a:ea typeface="Arial"/>
                <a:cs typeface="Arial"/>
              </a:defRPr>
            </a:lvl4pPr>
            <a:lvl5pPr algn="r">
              <a:buNone/>
              <a:defRPr sz="1275" b="0">
                <a:solidFill>
                  <a:srgbClr val="999999"/>
                </a:solidFill>
                <a:latin typeface="Arial"/>
                <a:ea typeface="Arial"/>
                <a:cs typeface="Arial"/>
              </a:defRPr>
            </a:lvl5pPr>
            <a:lvl6pPr algn="r">
              <a:buNone/>
              <a:defRPr sz="1275" b="0">
                <a:solidFill>
                  <a:srgbClr val="999999"/>
                </a:solidFill>
                <a:latin typeface="Arial"/>
                <a:ea typeface="Arial"/>
                <a:cs typeface="Arial"/>
              </a:defRPr>
            </a:lvl6pPr>
            <a:lvl7pPr algn="r">
              <a:buNone/>
              <a:defRPr sz="1275" b="0">
                <a:solidFill>
                  <a:srgbClr val="999999"/>
                </a:solidFill>
                <a:latin typeface="Arial"/>
                <a:ea typeface="Arial"/>
                <a:cs typeface="Arial"/>
              </a:defRPr>
            </a:lvl7pPr>
            <a:lvl8pPr algn="r">
              <a:buNone/>
              <a:defRPr sz="1275" b="0">
                <a:solidFill>
                  <a:srgbClr val="999999"/>
                </a:solidFill>
                <a:latin typeface="Arial"/>
                <a:ea typeface="Arial"/>
                <a:cs typeface="Arial"/>
              </a:defRPr>
            </a:lvl8pPr>
            <a:lvl9pPr algn="r">
              <a:buNone/>
              <a:defRPr sz="1275" b="0">
                <a:solidFill>
                  <a:srgbClr val="999999"/>
                </a:solidFill>
                <a:latin typeface="Arial"/>
                <a:ea typeface="Arial"/>
                <a:cs typeface="Arial"/>
              </a:defRPr>
            </a:lvl9pPr>
          </a:lstStyle>
          <a:p>
            <a:pPr algn="r">
              <a:buNone/>
              <a:defRPr sz="1275" b="0">
                <a:solidFill>
                  <a:srgbClr val="999999"/>
                </a:solidFill>
                <a:latin typeface="Arial"/>
                <a:ea typeface="Arial"/>
                <a:cs typeface="Arial"/>
              </a:defRPr>
            </a:pPr>
            <a:r>
              <a:rPr sz="1275" b="0">
                <a:solidFill>
                  <a:srgbClr val="999999"/>
                </a:solidFill>
                <a:latin typeface="Arial"/>
                <a:ea typeface="Arial"/>
                <a:cs typeface="Arial"/>
              </a:rPr>
              <a:t>10</a:t>
            </a:r>
          </a:p>
        </p:txBody>
      </p:sp>
    </p:spTree>
    <p:extLst>
      <p:ext uri="{BB962C8B-B14F-4D97-AF65-F5344CB8AC3E}">
        <p14:creationId xmlns:p14="http://schemas.microsoft.com/office/powerpoint/2010/main" val="4401576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6" name="图片 15">
            <a:extLst>
              <a:ext uri="{FF2B5EF4-FFF2-40B4-BE49-F238E27FC236}">
                <a16:creationId xmlns:a16="http://schemas.microsoft.com/office/drawing/2014/main" id="{423AF2B3-6434-43D8-B0EE-678E9DCD3420}"/>
              </a:ext>
            </a:extLst>
          </p:cNvPr>
          <p:cNvPicPr>
            <a:picLocks noChangeAspect="1"/>
          </p:cNvPicPr>
          <p:nvPr/>
        </p:nvPicPr>
        <p:blipFill>
          <a:blip r:embed="rId3"/>
          <a:stretch/>
        </p:blipFill>
        <p:spPr>
          <a:xfrm>
            <a:off x="76200" y="77337"/>
            <a:ext cx="2390775" cy="378725"/>
          </a:xfrm>
          <a:prstGeom prst="rect">
            <a:avLst/>
          </a:prstGeom>
        </p:spPr>
      </p:pic>
      <p:sp>
        <p:nvSpPr>
          <p:cNvPr id="2" name="v6-text-6102">
            <a:extLst>
              <a:ext uri="{FF2B5EF4-FFF2-40B4-BE49-F238E27FC236}">
                <a16:creationId xmlns:a16="http://schemas.microsoft.com/office/drawing/2014/main" id="{FB6875CB-03D7-4F42-A9DB-55012202F758}"/>
              </a:ext>
            </a:extLst>
          </p:cNvPr>
          <p:cNvSpPr>
            <a:spLocks noGrp="1"/>
          </p:cNvSpPr>
          <p:nvPr/>
        </p:nvSpPr>
        <p:spPr>
          <a:xfrm>
            <a:off x="914400" y="876300"/>
            <a:ext cx="10477500" cy="647700"/>
          </a:xfrm>
          <a:prstGeom prst="rect">
            <a:avLst/>
          </a:prstGeom>
          <a:noFill/>
          <a:ln w="0">
            <a:noFill/>
            <a:prstDash val="solid"/>
          </a:ln>
        </p:spPr>
        <p:txBody>
          <a:bodyPr wrap="square" lIns="0" tIns="0" rIns="0" bIns="0" anchor="ctr">
            <a:noAutofit/>
          </a:bodyPr>
          <a:lstStyle>
            <a:defPPr algn="l">
              <a:defRPr sz="3600" b="0">
                <a:solidFill>
                  <a:srgbClr val="111111"/>
                </a:solidFill>
                <a:latin typeface="Arial"/>
                <a:ea typeface="Arial"/>
                <a:cs typeface="Arial"/>
              </a:defRPr>
            </a:defPPr>
            <a:lvl1pPr algn="l">
              <a:buNone/>
              <a:defRPr sz="3600" b="0">
                <a:solidFill>
                  <a:srgbClr val="111111"/>
                </a:solidFill>
                <a:latin typeface="Arial"/>
                <a:ea typeface="Arial"/>
                <a:cs typeface="Arial"/>
              </a:defRPr>
            </a:lvl1pPr>
            <a:lvl2pPr algn="l">
              <a:buNone/>
              <a:defRPr sz="3600" b="0">
                <a:solidFill>
                  <a:srgbClr val="111111"/>
                </a:solidFill>
                <a:latin typeface="Arial"/>
                <a:ea typeface="Arial"/>
                <a:cs typeface="Arial"/>
              </a:defRPr>
            </a:lvl2pPr>
            <a:lvl3pPr algn="l">
              <a:buNone/>
              <a:defRPr sz="3600" b="0">
                <a:solidFill>
                  <a:srgbClr val="111111"/>
                </a:solidFill>
                <a:latin typeface="Arial"/>
                <a:ea typeface="Arial"/>
                <a:cs typeface="Arial"/>
              </a:defRPr>
            </a:lvl3pPr>
            <a:lvl4pPr algn="l">
              <a:buNone/>
              <a:defRPr sz="3600" b="0">
                <a:solidFill>
                  <a:srgbClr val="111111"/>
                </a:solidFill>
                <a:latin typeface="Arial"/>
                <a:ea typeface="Arial"/>
                <a:cs typeface="Arial"/>
              </a:defRPr>
            </a:lvl4pPr>
            <a:lvl5pPr algn="l">
              <a:buNone/>
              <a:defRPr sz="3600" b="0">
                <a:solidFill>
                  <a:srgbClr val="111111"/>
                </a:solidFill>
                <a:latin typeface="Arial"/>
                <a:ea typeface="Arial"/>
                <a:cs typeface="Arial"/>
              </a:defRPr>
            </a:lvl5pPr>
            <a:lvl6pPr algn="l">
              <a:buNone/>
              <a:defRPr sz="3600" b="0">
                <a:solidFill>
                  <a:srgbClr val="111111"/>
                </a:solidFill>
                <a:latin typeface="Arial"/>
                <a:ea typeface="Arial"/>
                <a:cs typeface="Arial"/>
              </a:defRPr>
            </a:lvl6pPr>
            <a:lvl7pPr algn="l">
              <a:buNone/>
              <a:defRPr sz="3600" b="0">
                <a:solidFill>
                  <a:srgbClr val="111111"/>
                </a:solidFill>
                <a:latin typeface="Arial"/>
                <a:ea typeface="Arial"/>
                <a:cs typeface="Arial"/>
              </a:defRPr>
            </a:lvl7pPr>
            <a:lvl8pPr algn="l">
              <a:buNone/>
              <a:defRPr sz="3600" b="0">
                <a:solidFill>
                  <a:srgbClr val="111111"/>
                </a:solidFill>
                <a:latin typeface="Arial"/>
                <a:ea typeface="Arial"/>
                <a:cs typeface="Arial"/>
              </a:defRPr>
            </a:lvl8pPr>
            <a:lvl9pPr algn="l">
              <a:buNone/>
              <a:defRPr sz="3600" b="0">
                <a:solidFill>
                  <a:srgbClr val="111111"/>
                </a:solidFill>
                <a:latin typeface="Arial"/>
                <a:ea typeface="Arial"/>
                <a:cs typeface="Arial"/>
              </a:defRPr>
            </a:lvl9pPr>
          </a:lstStyle>
          <a:p>
            <a:pPr algn="l">
              <a:buNone/>
              <a:defRPr sz="3600" b="0">
                <a:solidFill>
                  <a:srgbClr val="111111"/>
                </a:solidFill>
                <a:latin typeface="Arial"/>
                <a:ea typeface="Arial"/>
                <a:cs typeface="Arial"/>
              </a:defRPr>
            </a:pPr>
            <a:r>
              <a:rPr sz="3600" b="0">
                <a:solidFill>
                  <a:srgbClr val="111111"/>
                </a:solidFill>
                <a:latin typeface="Arial"/>
                <a:ea typeface="Arial"/>
                <a:cs typeface="Arial"/>
              </a:rPr>
              <a:t>Climate Hazard: event detection</a:t>
            </a:r>
          </a:p>
        </p:txBody>
      </p:sp>
      <p:sp>
        <p:nvSpPr>
          <p:cNvPr id="3" name="v6-text-6103">
            <a:extLst>
              <a:ext uri="{FF2B5EF4-FFF2-40B4-BE49-F238E27FC236}">
                <a16:creationId xmlns:a16="http://schemas.microsoft.com/office/drawing/2014/main" id="{687F6E73-F920-4CFF-A08D-DEF8AB7FEAF6}"/>
              </a:ext>
            </a:extLst>
          </p:cNvPr>
          <p:cNvSpPr>
            <a:spLocks noGrp="1"/>
          </p:cNvSpPr>
          <p:nvPr/>
        </p:nvSpPr>
        <p:spPr>
          <a:xfrm>
            <a:off x="914400" y="1638300"/>
            <a:ext cx="10572750" cy="457200"/>
          </a:xfrm>
          <a:prstGeom prst="rect">
            <a:avLst/>
          </a:prstGeom>
          <a:noFill/>
          <a:ln w="0">
            <a:noFill/>
            <a:prstDash val="solid"/>
          </a:ln>
        </p:spPr>
        <p:txBody>
          <a:bodyPr wrap="square" lIns="0" tIns="0" rIns="0" bIns="0" anchor="ctr">
            <a:noAutofit/>
          </a:bodyPr>
          <a:lstStyle>
            <a:defPPr algn="l">
              <a:defRPr sz="2100" b="0">
                <a:solidFill>
                  <a:srgbClr val="111111"/>
                </a:solidFill>
                <a:latin typeface="Arial"/>
                <a:ea typeface="Arial"/>
                <a:cs typeface="Arial"/>
              </a:defRPr>
            </a:defPPr>
            <a:lvl1pPr algn="l">
              <a:buNone/>
              <a:defRPr sz="2100" b="0">
                <a:solidFill>
                  <a:srgbClr val="111111"/>
                </a:solidFill>
                <a:latin typeface="Arial"/>
                <a:ea typeface="Arial"/>
                <a:cs typeface="Arial"/>
              </a:defRPr>
            </a:lvl1pPr>
            <a:lvl2pPr algn="l">
              <a:buNone/>
              <a:defRPr sz="2100" b="0">
                <a:solidFill>
                  <a:srgbClr val="111111"/>
                </a:solidFill>
                <a:latin typeface="Arial"/>
                <a:ea typeface="Arial"/>
                <a:cs typeface="Arial"/>
              </a:defRPr>
            </a:lvl2pPr>
            <a:lvl3pPr algn="l">
              <a:buNone/>
              <a:defRPr sz="2100" b="0">
                <a:solidFill>
                  <a:srgbClr val="111111"/>
                </a:solidFill>
                <a:latin typeface="Arial"/>
                <a:ea typeface="Arial"/>
                <a:cs typeface="Arial"/>
              </a:defRPr>
            </a:lvl3pPr>
            <a:lvl4pPr algn="l">
              <a:buNone/>
              <a:defRPr sz="2100" b="0">
                <a:solidFill>
                  <a:srgbClr val="111111"/>
                </a:solidFill>
                <a:latin typeface="Arial"/>
                <a:ea typeface="Arial"/>
                <a:cs typeface="Arial"/>
              </a:defRPr>
            </a:lvl4pPr>
            <a:lvl5pPr algn="l">
              <a:buNone/>
              <a:defRPr sz="2100" b="0">
                <a:solidFill>
                  <a:srgbClr val="111111"/>
                </a:solidFill>
                <a:latin typeface="Arial"/>
                <a:ea typeface="Arial"/>
                <a:cs typeface="Arial"/>
              </a:defRPr>
            </a:lvl5pPr>
            <a:lvl6pPr algn="l">
              <a:buNone/>
              <a:defRPr sz="2100" b="0">
                <a:solidFill>
                  <a:srgbClr val="111111"/>
                </a:solidFill>
                <a:latin typeface="Arial"/>
                <a:ea typeface="Arial"/>
                <a:cs typeface="Arial"/>
              </a:defRPr>
            </a:lvl6pPr>
            <a:lvl7pPr algn="l">
              <a:buNone/>
              <a:defRPr sz="2100" b="0">
                <a:solidFill>
                  <a:srgbClr val="111111"/>
                </a:solidFill>
                <a:latin typeface="Arial"/>
                <a:ea typeface="Arial"/>
                <a:cs typeface="Arial"/>
              </a:defRPr>
            </a:lvl7pPr>
            <a:lvl8pPr algn="l">
              <a:buNone/>
              <a:defRPr sz="2100" b="0">
                <a:solidFill>
                  <a:srgbClr val="111111"/>
                </a:solidFill>
                <a:latin typeface="Arial"/>
                <a:ea typeface="Arial"/>
                <a:cs typeface="Arial"/>
              </a:defRPr>
            </a:lvl8pPr>
            <a:lvl9pPr algn="l">
              <a:buNone/>
              <a:defRPr sz="2100" b="0">
                <a:solidFill>
                  <a:srgbClr val="111111"/>
                </a:solidFill>
                <a:latin typeface="Arial"/>
                <a:ea typeface="Arial"/>
                <a:cs typeface="Arial"/>
              </a:defRPr>
            </a:lvl9pPr>
          </a:lstStyle>
          <a:p>
            <a:pPr algn="l">
              <a:buNone/>
              <a:defRPr sz="2100" b="0">
                <a:solidFill>
                  <a:srgbClr val="111111"/>
                </a:solidFill>
                <a:latin typeface="Arial"/>
                <a:ea typeface="Arial"/>
                <a:cs typeface="Arial"/>
              </a:defRPr>
            </a:pPr>
            <a:r>
              <a:rPr sz="2100" b="0">
                <a:solidFill>
                  <a:srgbClr val="111111"/>
                </a:solidFill>
                <a:latin typeface="Arial"/>
                <a:ea typeface="Arial"/>
                <a:cs typeface="Arial"/>
              </a:rPr>
              <a:t>Macro coverage scores (%)</a:t>
            </a:r>
          </a:p>
        </p:txBody>
      </p:sp>
      <p:sp>
        <p:nvSpPr>
          <p:cNvPr id="4" name="v6-node-6104">
            <a:extLst>
              <a:ext uri="{FF2B5EF4-FFF2-40B4-BE49-F238E27FC236}">
                <a16:creationId xmlns:a16="http://schemas.microsoft.com/office/drawing/2014/main" id="{6CA6B131-117F-4561-9955-82F192502DDE}"/>
              </a:ext>
            </a:extLst>
          </p:cNvPr>
          <p:cNvSpPr>
            <a:spLocks noGrp="1"/>
          </p:cNvSpPr>
          <p:nvPr/>
        </p:nvSpPr>
        <p:spPr>
          <a:xfrm>
            <a:off x="7429500" y="1733550"/>
            <a:ext cx="419100" cy="228600"/>
          </a:xfrm>
          <a:prstGeom prst="rect">
            <a:avLst/>
          </a:prstGeom>
          <a:solidFill>
            <a:srgbClr val="CADCE4"/>
          </a:solidFill>
          <a:ln w="0">
            <a:noFill/>
            <a:prstDash val="solid"/>
          </a:ln>
        </p:spPr>
        <p:txBody>
          <a:bodyPr/>
          <a:lstStyle/>
          <a:p>
            <a:endParaRPr lang="zh-CN" altLang="en-US"/>
          </a:p>
        </p:txBody>
      </p:sp>
      <p:sp>
        <p:nvSpPr>
          <p:cNvPr id="5" name="v6-text-6105">
            <a:extLst>
              <a:ext uri="{FF2B5EF4-FFF2-40B4-BE49-F238E27FC236}">
                <a16:creationId xmlns:a16="http://schemas.microsoft.com/office/drawing/2014/main" id="{30A5E2BC-3216-4D0D-ADAB-B2F74110C4E0}"/>
              </a:ext>
            </a:extLst>
          </p:cNvPr>
          <p:cNvSpPr>
            <a:spLocks noGrp="1"/>
          </p:cNvSpPr>
          <p:nvPr/>
        </p:nvSpPr>
        <p:spPr>
          <a:xfrm>
            <a:off x="7962900" y="1685925"/>
            <a:ext cx="1266825" cy="323850"/>
          </a:xfrm>
          <a:prstGeom prst="rect">
            <a:avLst/>
          </a:prstGeom>
          <a:noFill/>
          <a:ln w="0">
            <a:noFill/>
            <a:prstDash val="solid"/>
          </a:ln>
        </p:spPr>
        <p:txBody>
          <a:bodyPr wrap="square" lIns="0" tIns="0" rIns="0" bIns="0" anchor="ctr">
            <a:noAutofit/>
          </a:bodyPr>
          <a:lstStyle>
            <a:defPPr algn="l">
              <a:defRPr sz="1875" b="0">
                <a:solidFill>
                  <a:srgbClr val="111111"/>
                </a:solidFill>
                <a:latin typeface="Arial"/>
                <a:ea typeface="Arial"/>
                <a:cs typeface="Arial"/>
              </a:defRPr>
            </a:defPPr>
            <a:lvl1pPr algn="l">
              <a:buNone/>
              <a:defRPr sz="1875" b="0">
                <a:solidFill>
                  <a:srgbClr val="111111"/>
                </a:solidFill>
                <a:latin typeface="Arial"/>
                <a:ea typeface="Arial"/>
                <a:cs typeface="Arial"/>
              </a:defRPr>
            </a:lvl1pPr>
            <a:lvl2pPr algn="l">
              <a:buNone/>
              <a:defRPr sz="1875" b="0">
                <a:solidFill>
                  <a:srgbClr val="111111"/>
                </a:solidFill>
                <a:latin typeface="Arial"/>
                <a:ea typeface="Arial"/>
                <a:cs typeface="Arial"/>
              </a:defRPr>
            </a:lvl2pPr>
            <a:lvl3pPr algn="l">
              <a:buNone/>
              <a:defRPr sz="1875" b="0">
                <a:solidFill>
                  <a:srgbClr val="111111"/>
                </a:solidFill>
                <a:latin typeface="Arial"/>
                <a:ea typeface="Arial"/>
                <a:cs typeface="Arial"/>
              </a:defRPr>
            </a:lvl3pPr>
            <a:lvl4pPr algn="l">
              <a:buNone/>
              <a:defRPr sz="1875" b="0">
                <a:solidFill>
                  <a:srgbClr val="111111"/>
                </a:solidFill>
                <a:latin typeface="Arial"/>
                <a:ea typeface="Arial"/>
                <a:cs typeface="Arial"/>
              </a:defRPr>
            </a:lvl4pPr>
            <a:lvl5pPr algn="l">
              <a:buNone/>
              <a:defRPr sz="1875" b="0">
                <a:solidFill>
                  <a:srgbClr val="111111"/>
                </a:solidFill>
                <a:latin typeface="Arial"/>
                <a:ea typeface="Arial"/>
                <a:cs typeface="Arial"/>
              </a:defRPr>
            </a:lvl5pPr>
            <a:lvl6pPr algn="l">
              <a:buNone/>
              <a:defRPr sz="1875" b="0">
                <a:solidFill>
                  <a:srgbClr val="111111"/>
                </a:solidFill>
                <a:latin typeface="Arial"/>
                <a:ea typeface="Arial"/>
                <a:cs typeface="Arial"/>
              </a:defRPr>
            </a:lvl6pPr>
            <a:lvl7pPr algn="l">
              <a:buNone/>
              <a:defRPr sz="1875" b="0">
                <a:solidFill>
                  <a:srgbClr val="111111"/>
                </a:solidFill>
                <a:latin typeface="Arial"/>
                <a:ea typeface="Arial"/>
                <a:cs typeface="Arial"/>
              </a:defRPr>
            </a:lvl7pPr>
            <a:lvl8pPr algn="l">
              <a:buNone/>
              <a:defRPr sz="1875" b="0">
                <a:solidFill>
                  <a:srgbClr val="111111"/>
                </a:solidFill>
                <a:latin typeface="Arial"/>
                <a:ea typeface="Arial"/>
                <a:cs typeface="Arial"/>
              </a:defRPr>
            </a:lvl8pPr>
            <a:lvl9pPr algn="l">
              <a:buNone/>
              <a:defRPr sz="1875" b="0">
                <a:solidFill>
                  <a:srgbClr val="111111"/>
                </a:solidFill>
                <a:latin typeface="Arial"/>
                <a:ea typeface="Arial"/>
                <a:cs typeface="Arial"/>
              </a:defRPr>
            </a:lvl9pPr>
          </a:lstStyle>
          <a:p>
            <a:pPr algn="l">
              <a:buNone/>
              <a:defRPr sz="1875" b="0">
                <a:solidFill>
                  <a:srgbClr val="111111"/>
                </a:solidFill>
                <a:latin typeface="Arial"/>
                <a:ea typeface="Arial"/>
                <a:cs typeface="Arial"/>
              </a:defRPr>
            </a:pPr>
            <a:r>
              <a:rPr sz="1875" b="0">
                <a:solidFill>
                  <a:srgbClr val="111111"/>
                </a:solidFill>
                <a:latin typeface="Arial"/>
                <a:ea typeface="Arial"/>
                <a:cs typeface="Arial"/>
              </a:rPr>
              <a:t>F1</a:t>
            </a:r>
          </a:p>
        </p:txBody>
      </p:sp>
      <p:sp>
        <p:nvSpPr>
          <p:cNvPr id="6" name="v6-node-6106">
            <a:extLst>
              <a:ext uri="{FF2B5EF4-FFF2-40B4-BE49-F238E27FC236}">
                <a16:creationId xmlns:a16="http://schemas.microsoft.com/office/drawing/2014/main" id="{BB2B3277-20AF-405D-AC16-0770B21D10A9}"/>
              </a:ext>
            </a:extLst>
          </p:cNvPr>
          <p:cNvSpPr>
            <a:spLocks noGrp="1"/>
          </p:cNvSpPr>
          <p:nvPr/>
        </p:nvSpPr>
        <p:spPr>
          <a:xfrm>
            <a:off x="9591675" y="1800225"/>
            <a:ext cx="419100" cy="95250"/>
          </a:xfrm>
          <a:prstGeom prst="rect">
            <a:avLst/>
          </a:prstGeom>
          <a:solidFill>
            <a:srgbClr val="156082"/>
          </a:solidFill>
          <a:ln w="0">
            <a:noFill/>
            <a:prstDash val="solid"/>
          </a:ln>
        </p:spPr>
        <p:txBody>
          <a:bodyPr/>
          <a:lstStyle/>
          <a:p>
            <a:endParaRPr lang="zh-CN" altLang="en-US"/>
          </a:p>
        </p:txBody>
      </p:sp>
      <p:sp>
        <p:nvSpPr>
          <p:cNvPr id="7" name="v6-text-6107">
            <a:extLst>
              <a:ext uri="{FF2B5EF4-FFF2-40B4-BE49-F238E27FC236}">
                <a16:creationId xmlns:a16="http://schemas.microsoft.com/office/drawing/2014/main" id="{9BCC897C-8429-4811-9A68-CE3E8EFAF89D}"/>
              </a:ext>
            </a:extLst>
          </p:cNvPr>
          <p:cNvSpPr>
            <a:spLocks noGrp="1"/>
          </p:cNvSpPr>
          <p:nvPr/>
        </p:nvSpPr>
        <p:spPr>
          <a:xfrm>
            <a:off x="10125075" y="1685925"/>
            <a:ext cx="1238250" cy="323850"/>
          </a:xfrm>
          <a:prstGeom prst="rect">
            <a:avLst/>
          </a:prstGeom>
          <a:noFill/>
          <a:ln w="0">
            <a:noFill/>
            <a:prstDash val="solid"/>
          </a:ln>
        </p:spPr>
        <p:txBody>
          <a:bodyPr wrap="square" lIns="0" tIns="0" rIns="0" bIns="0" anchor="ctr">
            <a:noAutofit/>
          </a:bodyPr>
          <a:lstStyle>
            <a:defPPr algn="l">
              <a:defRPr sz="1875" b="0">
                <a:solidFill>
                  <a:srgbClr val="111111"/>
                </a:solidFill>
                <a:latin typeface="Arial"/>
                <a:ea typeface="Arial"/>
                <a:cs typeface="Arial"/>
              </a:defRPr>
            </a:defPPr>
            <a:lvl1pPr algn="l">
              <a:buNone/>
              <a:defRPr sz="1875" b="0">
                <a:solidFill>
                  <a:srgbClr val="111111"/>
                </a:solidFill>
                <a:latin typeface="Arial"/>
                <a:ea typeface="Arial"/>
                <a:cs typeface="Arial"/>
              </a:defRPr>
            </a:lvl1pPr>
            <a:lvl2pPr algn="l">
              <a:buNone/>
              <a:defRPr sz="1875" b="0">
                <a:solidFill>
                  <a:srgbClr val="111111"/>
                </a:solidFill>
                <a:latin typeface="Arial"/>
                <a:ea typeface="Arial"/>
                <a:cs typeface="Arial"/>
              </a:defRPr>
            </a:lvl2pPr>
            <a:lvl3pPr algn="l">
              <a:buNone/>
              <a:defRPr sz="1875" b="0">
                <a:solidFill>
                  <a:srgbClr val="111111"/>
                </a:solidFill>
                <a:latin typeface="Arial"/>
                <a:ea typeface="Arial"/>
                <a:cs typeface="Arial"/>
              </a:defRPr>
            </a:lvl3pPr>
            <a:lvl4pPr algn="l">
              <a:buNone/>
              <a:defRPr sz="1875" b="0">
                <a:solidFill>
                  <a:srgbClr val="111111"/>
                </a:solidFill>
                <a:latin typeface="Arial"/>
                <a:ea typeface="Arial"/>
                <a:cs typeface="Arial"/>
              </a:defRPr>
            </a:lvl4pPr>
            <a:lvl5pPr algn="l">
              <a:buNone/>
              <a:defRPr sz="1875" b="0">
                <a:solidFill>
                  <a:srgbClr val="111111"/>
                </a:solidFill>
                <a:latin typeface="Arial"/>
                <a:ea typeface="Arial"/>
                <a:cs typeface="Arial"/>
              </a:defRPr>
            </a:lvl5pPr>
            <a:lvl6pPr algn="l">
              <a:buNone/>
              <a:defRPr sz="1875" b="0">
                <a:solidFill>
                  <a:srgbClr val="111111"/>
                </a:solidFill>
                <a:latin typeface="Arial"/>
                <a:ea typeface="Arial"/>
                <a:cs typeface="Arial"/>
              </a:defRPr>
            </a:lvl6pPr>
            <a:lvl7pPr algn="l">
              <a:buNone/>
              <a:defRPr sz="1875" b="0">
                <a:solidFill>
                  <a:srgbClr val="111111"/>
                </a:solidFill>
                <a:latin typeface="Arial"/>
                <a:ea typeface="Arial"/>
                <a:cs typeface="Arial"/>
              </a:defRPr>
            </a:lvl7pPr>
            <a:lvl8pPr algn="l">
              <a:buNone/>
              <a:defRPr sz="1875" b="0">
                <a:solidFill>
                  <a:srgbClr val="111111"/>
                </a:solidFill>
                <a:latin typeface="Arial"/>
                <a:ea typeface="Arial"/>
                <a:cs typeface="Arial"/>
              </a:defRPr>
            </a:lvl8pPr>
            <a:lvl9pPr algn="l">
              <a:buNone/>
              <a:defRPr sz="1875" b="0">
                <a:solidFill>
                  <a:srgbClr val="111111"/>
                </a:solidFill>
                <a:latin typeface="Arial"/>
                <a:ea typeface="Arial"/>
                <a:cs typeface="Arial"/>
              </a:defRPr>
            </a:lvl9pPr>
          </a:lstStyle>
          <a:p>
            <a:pPr algn="l">
              <a:buNone/>
              <a:defRPr sz="1875" b="0">
                <a:solidFill>
                  <a:srgbClr val="111111"/>
                </a:solidFill>
                <a:latin typeface="Arial"/>
                <a:ea typeface="Arial"/>
                <a:cs typeface="Arial"/>
              </a:defRPr>
            </a:pPr>
            <a:r>
              <a:rPr sz="1875" b="0">
                <a:solidFill>
                  <a:srgbClr val="111111"/>
                </a:solidFill>
                <a:latin typeface="Arial"/>
                <a:ea typeface="Arial"/>
                <a:cs typeface="Arial"/>
              </a:rPr>
              <a:t>F0.5</a:t>
            </a:r>
          </a:p>
        </p:txBody>
      </p:sp>
      <p:graphicFrame>
        <p:nvGraphicFramePr>
          <p:cNvPr id="8" name="Chart">
            <a:extLst>
              <a:ext uri="{FF2B5EF4-FFF2-40B4-BE49-F238E27FC236}">
                <a16:creationId xmlns:a16="http://schemas.microsoft.com/office/drawing/2014/main" id="{4504C9F8-3B04-4AB1-A7E0-0780D3C0F678}"/>
              </a:ext>
            </a:extLst>
          </p:cNvPr>
          <p:cNvGraphicFramePr/>
          <p:nvPr/>
        </p:nvGraphicFramePr>
        <p:xfrm>
          <a:off x="866775" y="2190750"/>
          <a:ext cx="10572750" cy="379095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9" name="Chart">
            <a:extLst>
              <a:ext uri="{FF2B5EF4-FFF2-40B4-BE49-F238E27FC236}">
                <a16:creationId xmlns:a16="http://schemas.microsoft.com/office/drawing/2014/main" id="{71569B58-2A5D-428A-8957-D05B126B1352}"/>
              </a:ext>
            </a:extLst>
          </p:cNvPr>
          <p:cNvGraphicFramePr/>
          <p:nvPr/>
        </p:nvGraphicFramePr>
        <p:xfrm>
          <a:off x="866775" y="2190750"/>
          <a:ext cx="10572750" cy="3790950"/>
        </p:xfrm>
        <a:graphic>
          <a:graphicData uri="http://schemas.openxmlformats.org/drawingml/2006/chart">
            <c:chart xmlns:c="http://schemas.openxmlformats.org/drawingml/2006/chart" xmlns:r="http://schemas.openxmlformats.org/officeDocument/2006/relationships" r:id="rId5"/>
          </a:graphicData>
        </a:graphic>
      </p:graphicFrame>
      <p:sp>
        <p:nvSpPr>
          <p:cNvPr id="10" name="v6-text-6108">
            <a:extLst>
              <a:ext uri="{FF2B5EF4-FFF2-40B4-BE49-F238E27FC236}">
                <a16:creationId xmlns:a16="http://schemas.microsoft.com/office/drawing/2014/main" id="{601EA487-D4C9-4478-BC0E-9B7C049EB2D5}"/>
              </a:ext>
            </a:extLst>
          </p:cNvPr>
          <p:cNvSpPr>
            <a:spLocks noGrp="1"/>
          </p:cNvSpPr>
          <p:nvPr/>
        </p:nvSpPr>
        <p:spPr>
          <a:xfrm>
            <a:off x="914400" y="6076950"/>
            <a:ext cx="2190750" cy="276225"/>
          </a:xfrm>
          <a:prstGeom prst="rect">
            <a:avLst/>
          </a:prstGeom>
          <a:noFill/>
          <a:ln w="0">
            <a:noFill/>
            <a:prstDash val="solid"/>
          </a:ln>
        </p:spPr>
        <p:txBody>
          <a:bodyPr wrap="square" lIns="0" tIns="0" rIns="0" bIns="0" anchor="ctr">
            <a:noAutofit/>
          </a:bodyPr>
          <a:lstStyle>
            <a:defPPr algn="l">
              <a:defRPr sz="1425" b="0">
                <a:solidFill>
                  <a:srgbClr val="707070"/>
                </a:solidFill>
                <a:latin typeface="Arial"/>
                <a:ea typeface="Arial"/>
                <a:cs typeface="Arial"/>
              </a:defRPr>
            </a:defPPr>
            <a:lvl1pPr algn="l">
              <a:buNone/>
              <a:defRPr sz="1425" b="0">
                <a:solidFill>
                  <a:srgbClr val="707070"/>
                </a:solidFill>
                <a:latin typeface="Arial"/>
                <a:ea typeface="Arial"/>
                <a:cs typeface="Arial"/>
              </a:defRPr>
            </a:lvl1pPr>
            <a:lvl2pPr algn="l">
              <a:buNone/>
              <a:defRPr sz="1425" b="0">
                <a:solidFill>
                  <a:srgbClr val="707070"/>
                </a:solidFill>
                <a:latin typeface="Arial"/>
                <a:ea typeface="Arial"/>
                <a:cs typeface="Arial"/>
              </a:defRPr>
            </a:lvl2pPr>
            <a:lvl3pPr algn="l">
              <a:buNone/>
              <a:defRPr sz="1425" b="0">
                <a:solidFill>
                  <a:srgbClr val="707070"/>
                </a:solidFill>
                <a:latin typeface="Arial"/>
                <a:ea typeface="Arial"/>
                <a:cs typeface="Arial"/>
              </a:defRPr>
            </a:lvl3pPr>
            <a:lvl4pPr algn="l">
              <a:buNone/>
              <a:defRPr sz="1425" b="0">
                <a:solidFill>
                  <a:srgbClr val="707070"/>
                </a:solidFill>
                <a:latin typeface="Arial"/>
                <a:ea typeface="Arial"/>
                <a:cs typeface="Arial"/>
              </a:defRPr>
            </a:lvl4pPr>
            <a:lvl5pPr algn="l">
              <a:buNone/>
              <a:defRPr sz="1425" b="0">
                <a:solidFill>
                  <a:srgbClr val="707070"/>
                </a:solidFill>
                <a:latin typeface="Arial"/>
                <a:ea typeface="Arial"/>
                <a:cs typeface="Arial"/>
              </a:defRPr>
            </a:lvl5pPr>
            <a:lvl6pPr algn="l">
              <a:buNone/>
              <a:defRPr sz="1425" b="0">
                <a:solidFill>
                  <a:srgbClr val="707070"/>
                </a:solidFill>
                <a:latin typeface="Arial"/>
                <a:ea typeface="Arial"/>
                <a:cs typeface="Arial"/>
              </a:defRPr>
            </a:lvl6pPr>
            <a:lvl7pPr algn="l">
              <a:buNone/>
              <a:defRPr sz="1425" b="0">
                <a:solidFill>
                  <a:srgbClr val="707070"/>
                </a:solidFill>
                <a:latin typeface="Arial"/>
                <a:ea typeface="Arial"/>
                <a:cs typeface="Arial"/>
              </a:defRPr>
            </a:lvl7pPr>
            <a:lvl8pPr algn="l">
              <a:buNone/>
              <a:defRPr sz="1425" b="0">
                <a:solidFill>
                  <a:srgbClr val="707070"/>
                </a:solidFill>
                <a:latin typeface="Arial"/>
                <a:ea typeface="Arial"/>
                <a:cs typeface="Arial"/>
              </a:defRPr>
            </a:lvl8pPr>
            <a:lvl9pPr algn="l">
              <a:buNone/>
              <a:defRPr sz="1425" b="0">
                <a:solidFill>
                  <a:srgbClr val="707070"/>
                </a:solidFill>
                <a:latin typeface="Arial"/>
                <a:ea typeface="Arial"/>
                <a:cs typeface="Arial"/>
              </a:defRPr>
            </a:lvl9pPr>
          </a:lstStyle>
          <a:p>
            <a:pPr algn="l">
              <a:buNone/>
              <a:defRPr sz="1425" b="0">
                <a:solidFill>
                  <a:srgbClr val="707070"/>
                </a:solidFill>
                <a:latin typeface="Arial"/>
                <a:ea typeface="Arial"/>
                <a:cs typeface="Arial"/>
              </a:defRPr>
            </a:pPr>
            <a:r>
              <a:rPr sz="1425" b="0">
                <a:solidFill>
                  <a:srgbClr val="707070"/>
                </a:solidFill>
                <a:latin typeface="Arial"/>
                <a:ea typeface="Arial"/>
                <a:cs typeface="Arial"/>
              </a:rPr>
              <a:t>CNN / Transformer</a:t>
            </a:r>
          </a:p>
        </p:txBody>
      </p:sp>
      <p:sp>
        <p:nvSpPr>
          <p:cNvPr id="11" name="v6-text-6109">
            <a:extLst>
              <a:ext uri="{FF2B5EF4-FFF2-40B4-BE49-F238E27FC236}">
                <a16:creationId xmlns:a16="http://schemas.microsoft.com/office/drawing/2014/main" id="{6A7AA94F-E693-401F-91C5-02F76C202908}"/>
              </a:ext>
            </a:extLst>
          </p:cNvPr>
          <p:cNvSpPr>
            <a:spLocks noGrp="1"/>
          </p:cNvSpPr>
          <p:nvPr/>
        </p:nvSpPr>
        <p:spPr>
          <a:xfrm>
            <a:off x="3352800" y="6076950"/>
            <a:ext cx="3190875" cy="276225"/>
          </a:xfrm>
          <a:prstGeom prst="rect">
            <a:avLst/>
          </a:prstGeom>
          <a:noFill/>
          <a:ln w="0">
            <a:noFill/>
            <a:prstDash val="solid"/>
          </a:ln>
        </p:spPr>
        <p:txBody>
          <a:bodyPr wrap="square" lIns="0" tIns="0" rIns="0" bIns="0" anchor="ctr">
            <a:noAutofit/>
          </a:bodyPr>
          <a:lstStyle>
            <a:defPPr algn="l">
              <a:defRPr sz="1425" b="0">
                <a:solidFill>
                  <a:srgbClr val="5A8AA0"/>
                </a:solidFill>
                <a:latin typeface="Arial"/>
                <a:ea typeface="Arial"/>
                <a:cs typeface="Arial"/>
              </a:defRPr>
            </a:defPPr>
            <a:lvl1pPr algn="l">
              <a:buNone/>
              <a:defRPr sz="1425" b="0">
                <a:solidFill>
                  <a:srgbClr val="5A8AA0"/>
                </a:solidFill>
                <a:latin typeface="Arial"/>
                <a:ea typeface="Arial"/>
                <a:cs typeface="Arial"/>
              </a:defRPr>
            </a:lvl1pPr>
            <a:lvl2pPr algn="l">
              <a:buNone/>
              <a:defRPr sz="1425" b="0">
                <a:solidFill>
                  <a:srgbClr val="5A8AA0"/>
                </a:solidFill>
                <a:latin typeface="Arial"/>
                <a:ea typeface="Arial"/>
                <a:cs typeface="Arial"/>
              </a:defRPr>
            </a:lvl2pPr>
            <a:lvl3pPr algn="l">
              <a:buNone/>
              <a:defRPr sz="1425" b="0">
                <a:solidFill>
                  <a:srgbClr val="5A8AA0"/>
                </a:solidFill>
                <a:latin typeface="Arial"/>
                <a:ea typeface="Arial"/>
                <a:cs typeface="Arial"/>
              </a:defRPr>
            </a:lvl3pPr>
            <a:lvl4pPr algn="l">
              <a:buNone/>
              <a:defRPr sz="1425" b="0">
                <a:solidFill>
                  <a:srgbClr val="5A8AA0"/>
                </a:solidFill>
                <a:latin typeface="Arial"/>
                <a:ea typeface="Arial"/>
                <a:cs typeface="Arial"/>
              </a:defRPr>
            </a:lvl4pPr>
            <a:lvl5pPr algn="l">
              <a:buNone/>
              <a:defRPr sz="1425" b="0">
                <a:solidFill>
                  <a:srgbClr val="5A8AA0"/>
                </a:solidFill>
                <a:latin typeface="Arial"/>
                <a:ea typeface="Arial"/>
                <a:cs typeface="Arial"/>
              </a:defRPr>
            </a:lvl5pPr>
            <a:lvl6pPr algn="l">
              <a:buNone/>
              <a:defRPr sz="1425" b="0">
                <a:solidFill>
                  <a:srgbClr val="5A8AA0"/>
                </a:solidFill>
                <a:latin typeface="Arial"/>
                <a:ea typeface="Arial"/>
                <a:cs typeface="Arial"/>
              </a:defRPr>
            </a:lvl6pPr>
            <a:lvl7pPr algn="l">
              <a:buNone/>
              <a:defRPr sz="1425" b="0">
                <a:solidFill>
                  <a:srgbClr val="5A8AA0"/>
                </a:solidFill>
                <a:latin typeface="Arial"/>
                <a:ea typeface="Arial"/>
                <a:cs typeface="Arial"/>
              </a:defRPr>
            </a:lvl7pPr>
            <a:lvl8pPr algn="l">
              <a:buNone/>
              <a:defRPr sz="1425" b="0">
                <a:solidFill>
                  <a:srgbClr val="5A8AA0"/>
                </a:solidFill>
                <a:latin typeface="Arial"/>
                <a:ea typeface="Arial"/>
                <a:cs typeface="Arial"/>
              </a:defRPr>
            </a:lvl8pPr>
            <a:lvl9pPr algn="l">
              <a:buNone/>
              <a:defRPr sz="1425" b="0">
                <a:solidFill>
                  <a:srgbClr val="5A8AA0"/>
                </a:solidFill>
                <a:latin typeface="Arial"/>
                <a:ea typeface="Arial"/>
                <a:cs typeface="Arial"/>
              </a:defRPr>
            </a:lvl9pPr>
          </a:lstStyle>
          <a:p>
            <a:pPr algn="l">
              <a:buNone/>
              <a:defRPr sz="1425" b="0">
                <a:solidFill>
                  <a:srgbClr val="5A8AA0"/>
                </a:solidFill>
                <a:latin typeface="Arial"/>
                <a:ea typeface="Arial"/>
                <a:cs typeface="Arial"/>
              </a:defRPr>
            </a:pPr>
            <a:r>
              <a:rPr sz="1425" b="0">
                <a:solidFill>
                  <a:srgbClr val="5A8AA0"/>
                </a:solidFill>
                <a:latin typeface="Arial"/>
                <a:ea typeface="Arial"/>
                <a:cs typeface="Arial"/>
              </a:rPr>
              <a:t>Time-series foundation models</a:t>
            </a:r>
          </a:p>
        </p:txBody>
      </p:sp>
      <p:sp>
        <p:nvSpPr>
          <p:cNvPr id="12" name="v6-text-6110">
            <a:extLst>
              <a:ext uri="{FF2B5EF4-FFF2-40B4-BE49-F238E27FC236}">
                <a16:creationId xmlns:a16="http://schemas.microsoft.com/office/drawing/2014/main" id="{BA994C40-1517-4E62-B6E5-AA5EF2612C67}"/>
              </a:ext>
            </a:extLst>
          </p:cNvPr>
          <p:cNvSpPr>
            <a:spLocks noGrp="1"/>
          </p:cNvSpPr>
          <p:nvPr/>
        </p:nvSpPr>
        <p:spPr>
          <a:xfrm>
            <a:off x="6762750" y="6076950"/>
            <a:ext cx="2571750" cy="276225"/>
          </a:xfrm>
          <a:prstGeom prst="rect">
            <a:avLst/>
          </a:prstGeom>
          <a:noFill/>
          <a:ln w="0">
            <a:noFill/>
            <a:prstDash val="solid"/>
          </a:ln>
        </p:spPr>
        <p:txBody>
          <a:bodyPr wrap="square" lIns="0" tIns="0" rIns="0" bIns="0" anchor="ctr">
            <a:noAutofit/>
          </a:bodyPr>
          <a:lstStyle>
            <a:defPPr algn="l">
              <a:defRPr sz="1425" b="0">
                <a:solidFill>
                  <a:srgbClr val="156082"/>
                </a:solidFill>
                <a:latin typeface="Arial"/>
                <a:ea typeface="Arial"/>
                <a:cs typeface="Arial"/>
              </a:defRPr>
            </a:defPPr>
            <a:lvl1pPr algn="l">
              <a:buNone/>
              <a:defRPr sz="1425" b="0">
                <a:solidFill>
                  <a:srgbClr val="156082"/>
                </a:solidFill>
                <a:latin typeface="Arial"/>
                <a:ea typeface="Arial"/>
                <a:cs typeface="Arial"/>
              </a:defRPr>
            </a:lvl1pPr>
            <a:lvl2pPr algn="l">
              <a:buNone/>
              <a:defRPr sz="1425" b="0">
                <a:solidFill>
                  <a:srgbClr val="156082"/>
                </a:solidFill>
                <a:latin typeface="Arial"/>
                <a:ea typeface="Arial"/>
                <a:cs typeface="Arial"/>
              </a:defRPr>
            </a:lvl2pPr>
            <a:lvl3pPr algn="l">
              <a:buNone/>
              <a:defRPr sz="1425" b="0">
                <a:solidFill>
                  <a:srgbClr val="156082"/>
                </a:solidFill>
                <a:latin typeface="Arial"/>
                <a:ea typeface="Arial"/>
                <a:cs typeface="Arial"/>
              </a:defRPr>
            </a:lvl3pPr>
            <a:lvl4pPr algn="l">
              <a:buNone/>
              <a:defRPr sz="1425" b="0">
                <a:solidFill>
                  <a:srgbClr val="156082"/>
                </a:solidFill>
                <a:latin typeface="Arial"/>
                <a:ea typeface="Arial"/>
                <a:cs typeface="Arial"/>
              </a:defRPr>
            </a:lvl4pPr>
            <a:lvl5pPr algn="l">
              <a:buNone/>
              <a:defRPr sz="1425" b="0">
                <a:solidFill>
                  <a:srgbClr val="156082"/>
                </a:solidFill>
                <a:latin typeface="Arial"/>
                <a:ea typeface="Arial"/>
                <a:cs typeface="Arial"/>
              </a:defRPr>
            </a:lvl5pPr>
            <a:lvl6pPr algn="l">
              <a:buNone/>
              <a:defRPr sz="1425" b="0">
                <a:solidFill>
                  <a:srgbClr val="156082"/>
                </a:solidFill>
                <a:latin typeface="Arial"/>
                <a:ea typeface="Arial"/>
                <a:cs typeface="Arial"/>
              </a:defRPr>
            </a:lvl6pPr>
            <a:lvl7pPr algn="l">
              <a:buNone/>
              <a:defRPr sz="1425" b="0">
                <a:solidFill>
                  <a:srgbClr val="156082"/>
                </a:solidFill>
                <a:latin typeface="Arial"/>
                <a:ea typeface="Arial"/>
                <a:cs typeface="Arial"/>
              </a:defRPr>
            </a:lvl7pPr>
            <a:lvl8pPr algn="l">
              <a:buNone/>
              <a:defRPr sz="1425" b="0">
                <a:solidFill>
                  <a:srgbClr val="156082"/>
                </a:solidFill>
                <a:latin typeface="Arial"/>
                <a:ea typeface="Arial"/>
                <a:cs typeface="Arial"/>
              </a:defRPr>
            </a:lvl8pPr>
            <a:lvl9pPr algn="l">
              <a:buNone/>
              <a:defRPr sz="1425" b="0">
                <a:solidFill>
                  <a:srgbClr val="156082"/>
                </a:solidFill>
                <a:latin typeface="Arial"/>
                <a:ea typeface="Arial"/>
                <a:cs typeface="Arial"/>
              </a:defRPr>
            </a:lvl9pPr>
          </a:lstStyle>
          <a:p>
            <a:pPr algn="l">
              <a:buNone/>
              <a:defRPr sz="1425" b="0">
                <a:solidFill>
                  <a:srgbClr val="156082"/>
                </a:solidFill>
                <a:latin typeface="Arial"/>
                <a:ea typeface="Arial"/>
                <a:cs typeface="Arial"/>
              </a:defRPr>
            </a:pPr>
            <a:r>
              <a:rPr sz="1425" b="0">
                <a:solidFill>
                  <a:srgbClr val="156082"/>
                </a:solidFill>
                <a:latin typeface="Arial"/>
                <a:ea typeface="Arial"/>
                <a:cs typeface="Arial"/>
              </a:rPr>
              <a:t>LLM / VLM methods</a:t>
            </a:r>
          </a:p>
        </p:txBody>
      </p:sp>
      <p:sp>
        <p:nvSpPr>
          <p:cNvPr id="13" name="v6-text-6111">
            <a:extLst>
              <a:ext uri="{FF2B5EF4-FFF2-40B4-BE49-F238E27FC236}">
                <a16:creationId xmlns:a16="http://schemas.microsoft.com/office/drawing/2014/main" id="{E15B4F7E-01B9-432B-9FDA-CBA71A2AD02E}"/>
              </a:ext>
            </a:extLst>
          </p:cNvPr>
          <p:cNvSpPr>
            <a:spLocks noGrp="1"/>
          </p:cNvSpPr>
          <p:nvPr/>
        </p:nvSpPr>
        <p:spPr>
          <a:xfrm>
            <a:off x="10172700" y="6076950"/>
            <a:ext cx="952500" cy="276225"/>
          </a:xfrm>
          <a:prstGeom prst="rect">
            <a:avLst/>
          </a:prstGeom>
          <a:noFill/>
          <a:ln w="0">
            <a:noFill/>
            <a:prstDash val="solid"/>
          </a:ln>
        </p:spPr>
        <p:txBody>
          <a:bodyPr wrap="square" lIns="0" tIns="0" rIns="0" bIns="0" anchor="ctr">
            <a:noAutofit/>
          </a:bodyPr>
          <a:lstStyle>
            <a:defPPr algn="l">
              <a:defRPr sz="1425" b="1">
                <a:solidFill>
                  <a:srgbClr val="CF5B1B"/>
                </a:solidFill>
                <a:latin typeface="Arial"/>
                <a:ea typeface="Arial"/>
                <a:cs typeface="Arial"/>
              </a:defRPr>
            </a:defPPr>
            <a:lvl1pPr algn="l">
              <a:buNone/>
              <a:defRPr sz="1425" b="1">
                <a:solidFill>
                  <a:srgbClr val="CF5B1B"/>
                </a:solidFill>
                <a:latin typeface="Arial"/>
                <a:ea typeface="Arial"/>
                <a:cs typeface="Arial"/>
              </a:defRPr>
            </a:lvl1pPr>
            <a:lvl2pPr algn="l">
              <a:buNone/>
              <a:defRPr sz="1425" b="1">
                <a:solidFill>
                  <a:srgbClr val="CF5B1B"/>
                </a:solidFill>
                <a:latin typeface="Arial"/>
                <a:ea typeface="Arial"/>
                <a:cs typeface="Arial"/>
              </a:defRPr>
            </a:lvl2pPr>
            <a:lvl3pPr algn="l">
              <a:buNone/>
              <a:defRPr sz="1425" b="1">
                <a:solidFill>
                  <a:srgbClr val="CF5B1B"/>
                </a:solidFill>
                <a:latin typeface="Arial"/>
                <a:ea typeface="Arial"/>
                <a:cs typeface="Arial"/>
              </a:defRPr>
            </a:lvl3pPr>
            <a:lvl4pPr algn="l">
              <a:buNone/>
              <a:defRPr sz="1425" b="1">
                <a:solidFill>
                  <a:srgbClr val="CF5B1B"/>
                </a:solidFill>
                <a:latin typeface="Arial"/>
                <a:ea typeface="Arial"/>
                <a:cs typeface="Arial"/>
              </a:defRPr>
            </a:lvl4pPr>
            <a:lvl5pPr algn="l">
              <a:buNone/>
              <a:defRPr sz="1425" b="1">
                <a:solidFill>
                  <a:srgbClr val="CF5B1B"/>
                </a:solidFill>
                <a:latin typeface="Arial"/>
                <a:ea typeface="Arial"/>
                <a:cs typeface="Arial"/>
              </a:defRPr>
            </a:lvl5pPr>
            <a:lvl6pPr algn="l">
              <a:buNone/>
              <a:defRPr sz="1425" b="1">
                <a:solidFill>
                  <a:srgbClr val="CF5B1B"/>
                </a:solidFill>
                <a:latin typeface="Arial"/>
                <a:ea typeface="Arial"/>
                <a:cs typeface="Arial"/>
              </a:defRPr>
            </a:lvl6pPr>
            <a:lvl7pPr algn="l">
              <a:buNone/>
              <a:defRPr sz="1425" b="1">
                <a:solidFill>
                  <a:srgbClr val="CF5B1B"/>
                </a:solidFill>
                <a:latin typeface="Arial"/>
                <a:ea typeface="Arial"/>
                <a:cs typeface="Arial"/>
              </a:defRPr>
            </a:lvl7pPr>
            <a:lvl8pPr algn="l">
              <a:buNone/>
              <a:defRPr sz="1425" b="1">
                <a:solidFill>
                  <a:srgbClr val="CF5B1B"/>
                </a:solidFill>
                <a:latin typeface="Arial"/>
                <a:ea typeface="Arial"/>
                <a:cs typeface="Arial"/>
              </a:defRPr>
            </a:lvl8pPr>
            <a:lvl9pPr algn="l">
              <a:buNone/>
              <a:defRPr sz="1425" b="1">
                <a:solidFill>
                  <a:srgbClr val="CF5B1B"/>
                </a:solidFill>
                <a:latin typeface="Arial"/>
                <a:ea typeface="Arial"/>
                <a:cs typeface="Arial"/>
              </a:defRPr>
            </a:lvl9pPr>
          </a:lstStyle>
          <a:p>
            <a:pPr algn="l">
              <a:buNone/>
              <a:defRPr sz="1425" b="1">
                <a:solidFill>
                  <a:srgbClr val="CF5B1B"/>
                </a:solidFill>
                <a:latin typeface="Arial"/>
                <a:ea typeface="Arial"/>
                <a:cs typeface="Arial"/>
              </a:defRPr>
            </a:pPr>
            <a:r>
              <a:rPr sz="1425" b="1">
                <a:solidFill>
                  <a:srgbClr val="CF5B1B"/>
                </a:solidFill>
                <a:latin typeface="Arial"/>
                <a:ea typeface="Arial"/>
                <a:cs typeface="Arial"/>
              </a:rPr>
              <a:t>SELA</a:t>
            </a:r>
          </a:p>
        </p:txBody>
      </p:sp>
      <p:sp>
        <p:nvSpPr>
          <p:cNvPr id="14" name="v6-text-6112">
            <a:extLst>
              <a:ext uri="{FF2B5EF4-FFF2-40B4-BE49-F238E27FC236}">
                <a16:creationId xmlns:a16="http://schemas.microsoft.com/office/drawing/2014/main" id="{DD730034-B25E-4F7D-913C-F712838695FD}"/>
              </a:ext>
            </a:extLst>
          </p:cNvPr>
          <p:cNvSpPr>
            <a:spLocks noGrp="1"/>
          </p:cNvSpPr>
          <p:nvPr/>
        </p:nvSpPr>
        <p:spPr>
          <a:xfrm>
            <a:off x="914400" y="6419850"/>
            <a:ext cx="10572750" cy="238125"/>
          </a:xfrm>
          <a:prstGeom prst="rect">
            <a:avLst/>
          </a:prstGeom>
          <a:noFill/>
          <a:ln w="0">
            <a:noFill/>
            <a:prstDash val="solid"/>
          </a:ln>
        </p:spPr>
        <p:txBody>
          <a:bodyPr wrap="square" lIns="0" tIns="0" rIns="0" bIns="0" anchor="ctr">
            <a:noAutofit/>
          </a:bodyPr>
          <a:lstStyle>
            <a:defPPr algn="l">
              <a:defRPr sz="1275" b="0">
                <a:solidFill>
                  <a:srgbClr val="777777"/>
                </a:solidFill>
                <a:latin typeface="Arial"/>
                <a:ea typeface="Arial"/>
                <a:cs typeface="Arial"/>
              </a:defRPr>
            </a:defPPr>
            <a:lvl1pPr algn="l">
              <a:buNone/>
              <a:defRPr sz="1275" b="0">
                <a:solidFill>
                  <a:srgbClr val="777777"/>
                </a:solidFill>
                <a:latin typeface="Arial"/>
                <a:ea typeface="Arial"/>
                <a:cs typeface="Arial"/>
              </a:defRPr>
            </a:lvl1pPr>
            <a:lvl2pPr algn="l">
              <a:buNone/>
              <a:defRPr sz="1275" b="0">
                <a:solidFill>
                  <a:srgbClr val="777777"/>
                </a:solidFill>
                <a:latin typeface="Arial"/>
                <a:ea typeface="Arial"/>
                <a:cs typeface="Arial"/>
              </a:defRPr>
            </a:lvl2pPr>
            <a:lvl3pPr algn="l">
              <a:buNone/>
              <a:defRPr sz="1275" b="0">
                <a:solidFill>
                  <a:srgbClr val="777777"/>
                </a:solidFill>
                <a:latin typeface="Arial"/>
                <a:ea typeface="Arial"/>
                <a:cs typeface="Arial"/>
              </a:defRPr>
            </a:lvl3pPr>
            <a:lvl4pPr algn="l">
              <a:buNone/>
              <a:defRPr sz="1275" b="0">
                <a:solidFill>
                  <a:srgbClr val="777777"/>
                </a:solidFill>
                <a:latin typeface="Arial"/>
                <a:ea typeface="Arial"/>
                <a:cs typeface="Arial"/>
              </a:defRPr>
            </a:lvl4pPr>
            <a:lvl5pPr algn="l">
              <a:buNone/>
              <a:defRPr sz="1275" b="0">
                <a:solidFill>
                  <a:srgbClr val="777777"/>
                </a:solidFill>
                <a:latin typeface="Arial"/>
                <a:ea typeface="Arial"/>
                <a:cs typeface="Arial"/>
              </a:defRPr>
            </a:lvl5pPr>
            <a:lvl6pPr algn="l">
              <a:buNone/>
              <a:defRPr sz="1275" b="0">
                <a:solidFill>
                  <a:srgbClr val="777777"/>
                </a:solidFill>
                <a:latin typeface="Arial"/>
                <a:ea typeface="Arial"/>
                <a:cs typeface="Arial"/>
              </a:defRPr>
            </a:lvl6pPr>
            <a:lvl7pPr algn="l">
              <a:buNone/>
              <a:defRPr sz="1275" b="0">
                <a:solidFill>
                  <a:srgbClr val="777777"/>
                </a:solidFill>
                <a:latin typeface="Arial"/>
                <a:ea typeface="Arial"/>
                <a:cs typeface="Arial"/>
              </a:defRPr>
            </a:lvl7pPr>
            <a:lvl8pPr algn="l">
              <a:buNone/>
              <a:defRPr sz="1275" b="0">
                <a:solidFill>
                  <a:srgbClr val="777777"/>
                </a:solidFill>
                <a:latin typeface="Arial"/>
                <a:ea typeface="Arial"/>
                <a:cs typeface="Arial"/>
              </a:defRPr>
            </a:lvl8pPr>
            <a:lvl9pPr algn="l">
              <a:buNone/>
              <a:defRPr sz="1275" b="0">
                <a:solidFill>
                  <a:srgbClr val="777777"/>
                </a:solidFill>
                <a:latin typeface="Arial"/>
                <a:ea typeface="Arial"/>
                <a:cs typeface="Arial"/>
              </a:defRPr>
            </a:lvl9pPr>
          </a:lstStyle>
          <a:p>
            <a:pPr algn="l">
              <a:buNone/>
              <a:defRPr sz="1275" b="0">
                <a:solidFill>
                  <a:srgbClr val="777777"/>
                </a:solidFill>
                <a:latin typeface="Arial"/>
                <a:ea typeface="Arial"/>
                <a:cs typeface="Arial"/>
              </a:defRPr>
            </a:pPr>
            <a:r>
              <a:rPr sz="1275" b="0">
                <a:solidFill>
                  <a:srgbClr val="777777"/>
                </a:solidFill>
                <a:latin typeface="Arial"/>
                <a:ea typeface="Arial"/>
                <a:cs typeface="Arial"/>
              </a:rPr>
              <a:t>Labels: F1 / F0.5. First six: supervised. GPT-5: FS = few-shot, ZS = zero-shot.</a:t>
            </a:r>
          </a:p>
        </p:txBody>
      </p:sp>
      <p:sp>
        <p:nvSpPr>
          <p:cNvPr id="15" name="v6-text-6113">
            <a:extLst>
              <a:ext uri="{FF2B5EF4-FFF2-40B4-BE49-F238E27FC236}">
                <a16:creationId xmlns:a16="http://schemas.microsoft.com/office/drawing/2014/main" id="{E6F5AA8A-FF78-4BB1-B6CD-A408070CA8C9}"/>
              </a:ext>
            </a:extLst>
          </p:cNvPr>
          <p:cNvSpPr>
            <a:spLocks noGrp="1"/>
          </p:cNvSpPr>
          <p:nvPr/>
        </p:nvSpPr>
        <p:spPr>
          <a:xfrm>
            <a:off x="11572875" y="6429375"/>
            <a:ext cx="304800" cy="238125"/>
          </a:xfrm>
          <a:prstGeom prst="rect">
            <a:avLst/>
          </a:prstGeom>
          <a:noFill/>
          <a:ln w="0">
            <a:noFill/>
            <a:prstDash val="solid"/>
          </a:ln>
        </p:spPr>
        <p:txBody>
          <a:bodyPr wrap="square" lIns="0" tIns="0" rIns="0" bIns="0" anchor="ctr">
            <a:noAutofit/>
          </a:bodyPr>
          <a:lstStyle>
            <a:defPPr algn="r">
              <a:defRPr sz="1275" b="0">
                <a:solidFill>
                  <a:srgbClr val="999999"/>
                </a:solidFill>
                <a:latin typeface="Arial"/>
                <a:ea typeface="Arial"/>
                <a:cs typeface="Arial"/>
              </a:defRPr>
            </a:defPPr>
            <a:lvl1pPr algn="r">
              <a:buNone/>
              <a:defRPr sz="1275" b="0">
                <a:solidFill>
                  <a:srgbClr val="999999"/>
                </a:solidFill>
                <a:latin typeface="Arial"/>
                <a:ea typeface="Arial"/>
                <a:cs typeface="Arial"/>
              </a:defRPr>
            </a:lvl1pPr>
            <a:lvl2pPr algn="r">
              <a:buNone/>
              <a:defRPr sz="1275" b="0">
                <a:solidFill>
                  <a:srgbClr val="999999"/>
                </a:solidFill>
                <a:latin typeface="Arial"/>
                <a:ea typeface="Arial"/>
                <a:cs typeface="Arial"/>
              </a:defRPr>
            </a:lvl2pPr>
            <a:lvl3pPr algn="r">
              <a:buNone/>
              <a:defRPr sz="1275" b="0">
                <a:solidFill>
                  <a:srgbClr val="999999"/>
                </a:solidFill>
                <a:latin typeface="Arial"/>
                <a:ea typeface="Arial"/>
                <a:cs typeface="Arial"/>
              </a:defRPr>
            </a:lvl3pPr>
            <a:lvl4pPr algn="r">
              <a:buNone/>
              <a:defRPr sz="1275" b="0">
                <a:solidFill>
                  <a:srgbClr val="999999"/>
                </a:solidFill>
                <a:latin typeface="Arial"/>
                <a:ea typeface="Arial"/>
                <a:cs typeface="Arial"/>
              </a:defRPr>
            </a:lvl4pPr>
            <a:lvl5pPr algn="r">
              <a:buNone/>
              <a:defRPr sz="1275" b="0">
                <a:solidFill>
                  <a:srgbClr val="999999"/>
                </a:solidFill>
                <a:latin typeface="Arial"/>
                <a:ea typeface="Arial"/>
                <a:cs typeface="Arial"/>
              </a:defRPr>
            </a:lvl5pPr>
            <a:lvl6pPr algn="r">
              <a:buNone/>
              <a:defRPr sz="1275" b="0">
                <a:solidFill>
                  <a:srgbClr val="999999"/>
                </a:solidFill>
                <a:latin typeface="Arial"/>
                <a:ea typeface="Arial"/>
                <a:cs typeface="Arial"/>
              </a:defRPr>
            </a:lvl6pPr>
            <a:lvl7pPr algn="r">
              <a:buNone/>
              <a:defRPr sz="1275" b="0">
                <a:solidFill>
                  <a:srgbClr val="999999"/>
                </a:solidFill>
                <a:latin typeface="Arial"/>
                <a:ea typeface="Arial"/>
                <a:cs typeface="Arial"/>
              </a:defRPr>
            </a:lvl7pPr>
            <a:lvl8pPr algn="r">
              <a:buNone/>
              <a:defRPr sz="1275" b="0">
                <a:solidFill>
                  <a:srgbClr val="999999"/>
                </a:solidFill>
                <a:latin typeface="Arial"/>
                <a:ea typeface="Arial"/>
                <a:cs typeface="Arial"/>
              </a:defRPr>
            </a:lvl8pPr>
            <a:lvl9pPr algn="r">
              <a:buNone/>
              <a:defRPr sz="1275" b="0">
                <a:solidFill>
                  <a:srgbClr val="999999"/>
                </a:solidFill>
                <a:latin typeface="Arial"/>
                <a:ea typeface="Arial"/>
                <a:cs typeface="Arial"/>
              </a:defRPr>
            </a:lvl9pPr>
          </a:lstStyle>
          <a:p>
            <a:pPr algn="r">
              <a:buNone/>
              <a:defRPr sz="1275" b="0">
                <a:solidFill>
                  <a:srgbClr val="999999"/>
                </a:solidFill>
                <a:latin typeface="Arial"/>
                <a:ea typeface="Arial"/>
                <a:cs typeface="Arial"/>
              </a:defRPr>
            </a:pPr>
            <a:r>
              <a:rPr sz="1275" b="0">
                <a:solidFill>
                  <a:srgbClr val="999999"/>
                </a:solidFill>
                <a:latin typeface="Arial"/>
                <a:ea typeface="Arial"/>
                <a:cs typeface="Arial"/>
              </a:rPr>
              <a:t>11</a:t>
            </a:r>
          </a:p>
        </p:txBody>
      </p:sp>
    </p:spTree>
    <p:extLst>
      <p:ext uri="{BB962C8B-B14F-4D97-AF65-F5344CB8AC3E}">
        <p14:creationId xmlns:p14="http://schemas.microsoft.com/office/powerpoint/2010/main" val="19675354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3101ED9E-02DE-4B51-B54A-DC6AB07C27FF}"/>
              </a:ext>
            </a:extLst>
          </p:cNvPr>
          <p:cNvPicPr>
            <a:picLocks noChangeAspect="1"/>
          </p:cNvPicPr>
          <p:nvPr/>
        </p:nvPicPr>
        <p:blipFill>
          <a:blip r:embed="rId3"/>
          <a:stretch/>
        </p:blipFill>
        <p:spPr>
          <a:xfrm>
            <a:off x="76200" y="77337"/>
            <a:ext cx="2390775" cy="378725"/>
          </a:xfrm>
          <a:prstGeom prst="rect">
            <a:avLst/>
          </a:prstGeom>
        </p:spPr>
      </p:pic>
      <p:sp>
        <p:nvSpPr>
          <p:cNvPr id="2" name="text-76">
            <a:extLst>
              <a:ext uri="{FF2B5EF4-FFF2-40B4-BE49-F238E27FC236}">
                <a16:creationId xmlns:a16="http://schemas.microsoft.com/office/drawing/2014/main" id="{620FE0E3-2E5C-4A16-BDE2-2C663B4AFD25}"/>
              </a:ext>
            </a:extLst>
          </p:cNvPr>
          <p:cNvSpPr>
            <a:spLocks noGrp="1"/>
          </p:cNvSpPr>
          <p:nvPr/>
        </p:nvSpPr>
        <p:spPr>
          <a:xfrm>
            <a:off x="914400" y="876300"/>
            <a:ext cx="10477500" cy="647700"/>
          </a:xfrm>
          <a:prstGeom prst="rect">
            <a:avLst/>
          </a:prstGeom>
          <a:noFill/>
          <a:ln w="0">
            <a:noFill/>
            <a:prstDash val="solid"/>
          </a:ln>
        </p:spPr>
        <p:txBody>
          <a:bodyPr wrap="square" lIns="0" tIns="0" rIns="0" bIns="0" anchor="ctr">
            <a:noAutofit/>
          </a:bodyPr>
          <a:lstStyle>
            <a:defPPr algn="l">
              <a:defRPr sz="3600" b="0" i="0">
                <a:solidFill>
                  <a:srgbClr val="111111"/>
                </a:solidFill>
                <a:latin typeface="Arial"/>
                <a:ea typeface="Arial"/>
                <a:cs typeface="Arial"/>
              </a:defRPr>
            </a:defPPr>
            <a:lvl1pPr algn="l">
              <a:buNone/>
              <a:defRPr sz="3600" b="0" i="0">
                <a:solidFill>
                  <a:srgbClr val="111111"/>
                </a:solidFill>
                <a:latin typeface="Arial"/>
                <a:ea typeface="Arial"/>
                <a:cs typeface="Arial"/>
              </a:defRPr>
            </a:lvl1pPr>
            <a:lvl2pPr algn="l">
              <a:buNone/>
              <a:defRPr sz="3600" b="0" i="0">
                <a:solidFill>
                  <a:srgbClr val="111111"/>
                </a:solidFill>
                <a:latin typeface="Arial"/>
                <a:ea typeface="Arial"/>
                <a:cs typeface="Arial"/>
              </a:defRPr>
            </a:lvl2pPr>
            <a:lvl3pPr algn="l">
              <a:buNone/>
              <a:defRPr sz="3600" b="0" i="0">
                <a:solidFill>
                  <a:srgbClr val="111111"/>
                </a:solidFill>
                <a:latin typeface="Arial"/>
                <a:ea typeface="Arial"/>
                <a:cs typeface="Arial"/>
              </a:defRPr>
            </a:lvl3pPr>
            <a:lvl4pPr algn="l">
              <a:buNone/>
              <a:defRPr sz="3600" b="0" i="0">
                <a:solidFill>
                  <a:srgbClr val="111111"/>
                </a:solidFill>
                <a:latin typeface="Arial"/>
                <a:ea typeface="Arial"/>
                <a:cs typeface="Arial"/>
              </a:defRPr>
            </a:lvl4pPr>
            <a:lvl5pPr algn="l">
              <a:buNone/>
              <a:defRPr sz="3600" b="0" i="0">
                <a:solidFill>
                  <a:srgbClr val="111111"/>
                </a:solidFill>
                <a:latin typeface="Arial"/>
                <a:ea typeface="Arial"/>
                <a:cs typeface="Arial"/>
              </a:defRPr>
            </a:lvl5pPr>
            <a:lvl6pPr algn="l">
              <a:buNone/>
              <a:defRPr sz="3600" b="0" i="0">
                <a:solidFill>
                  <a:srgbClr val="111111"/>
                </a:solidFill>
                <a:latin typeface="Arial"/>
                <a:ea typeface="Arial"/>
                <a:cs typeface="Arial"/>
              </a:defRPr>
            </a:lvl6pPr>
            <a:lvl7pPr algn="l">
              <a:buNone/>
              <a:defRPr sz="3600" b="0" i="0">
                <a:solidFill>
                  <a:srgbClr val="111111"/>
                </a:solidFill>
                <a:latin typeface="Arial"/>
                <a:ea typeface="Arial"/>
                <a:cs typeface="Arial"/>
              </a:defRPr>
            </a:lvl7pPr>
            <a:lvl8pPr algn="l">
              <a:buNone/>
              <a:defRPr sz="3600" b="0" i="0">
                <a:solidFill>
                  <a:srgbClr val="111111"/>
                </a:solidFill>
                <a:latin typeface="Arial"/>
                <a:ea typeface="Arial"/>
                <a:cs typeface="Arial"/>
              </a:defRPr>
            </a:lvl8pPr>
            <a:lvl9pPr algn="l">
              <a:buNone/>
              <a:defRPr sz="3600" b="0" i="0">
                <a:solidFill>
                  <a:srgbClr val="111111"/>
                </a:solidFill>
                <a:latin typeface="Arial"/>
                <a:ea typeface="Arial"/>
                <a:cs typeface="Arial"/>
              </a:defRPr>
            </a:lvl9pPr>
          </a:lstStyle>
          <a:p>
            <a:pPr algn="l">
              <a:buNone/>
              <a:defRPr sz="3600" b="0" i="0">
                <a:solidFill>
                  <a:srgbClr val="111111"/>
                </a:solidFill>
                <a:latin typeface="Arial"/>
                <a:ea typeface="Arial"/>
                <a:cs typeface="Arial"/>
              </a:defRPr>
            </a:pPr>
            <a:r>
              <a:rPr sz="3600" b="0" i="0">
                <a:solidFill>
                  <a:srgbClr val="111111"/>
                </a:solidFill>
                <a:latin typeface="Arial"/>
                <a:ea typeface="Arial"/>
                <a:cs typeface="Arial"/>
              </a:rPr>
              <a:t>Event logic drives the gains</a:t>
            </a:r>
          </a:p>
        </p:txBody>
      </p:sp>
      <p:sp>
        <p:nvSpPr>
          <p:cNvPr id="3" name="text-77">
            <a:extLst>
              <a:ext uri="{FF2B5EF4-FFF2-40B4-BE49-F238E27FC236}">
                <a16:creationId xmlns:a16="http://schemas.microsoft.com/office/drawing/2014/main" id="{FE57216B-B465-4099-8E63-29A8B46EAE76}"/>
              </a:ext>
            </a:extLst>
          </p:cNvPr>
          <p:cNvSpPr>
            <a:spLocks noGrp="1"/>
          </p:cNvSpPr>
          <p:nvPr/>
        </p:nvSpPr>
        <p:spPr>
          <a:xfrm>
            <a:off x="11572875" y="6429375"/>
            <a:ext cx="304800" cy="238125"/>
          </a:xfrm>
          <a:prstGeom prst="rect">
            <a:avLst/>
          </a:prstGeom>
          <a:noFill/>
          <a:ln w="0">
            <a:noFill/>
            <a:prstDash val="solid"/>
          </a:ln>
        </p:spPr>
        <p:txBody>
          <a:bodyPr wrap="square" lIns="0" tIns="0" rIns="0" bIns="0" anchor="ctr">
            <a:noAutofit/>
          </a:bodyPr>
          <a:lstStyle>
            <a:defPPr algn="r">
              <a:defRPr sz="1275" b="0" i="0">
                <a:solidFill>
                  <a:srgbClr val="999999"/>
                </a:solidFill>
                <a:latin typeface="Arial"/>
                <a:ea typeface="Arial"/>
                <a:cs typeface="Arial"/>
              </a:defRPr>
            </a:defPPr>
            <a:lvl1pPr algn="r">
              <a:buNone/>
              <a:defRPr sz="1275" b="0" i="0">
                <a:solidFill>
                  <a:srgbClr val="999999"/>
                </a:solidFill>
                <a:latin typeface="Arial"/>
                <a:ea typeface="Arial"/>
                <a:cs typeface="Arial"/>
              </a:defRPr>
            </a:lvl1pPr>
            <a:lvl2pPr algn="r">
              <a:buNone/>
              <a:defRPr sz="1275" b="0" i="0">
                <a:solidFill>
                  <a:srgbClr val="999999"/>
                </a:solidFill>
                <a:latin typeface="Arial"/>
                <a:ea typeface="Arial"/>
                <a:cs typeface="Arial"/>
              </a:defRPr>
            </a:lvl2pPr>
            <a:lvl3pPr algn="r">
              <a:buNone/>
              <a:defRPr sz="1275" b="0" i="0">
                <a:solidFill>
                  <a:srgbClr val="999999"/>
                </a:solidFill>
                <a:latin typeface="Arial"/>
                <a:ea typeface="Arial"/>
                <a:cs typeface="Arial"/>
              </a:defRPr>
            </a:lvl3pPr>
            <a:lvl4pPr algn="r">
              <a:buNone/>
              <a:defRPr sz="1275" b="0" i="0">
                <a:solidFill>
                  <a:srgbClr val="999999"/>
                </a:solidFill>
                <a:latin typeface="Arial"/>
                <a:ea typeface="Arial"/>
                <a:cs typeface="Arial"/>
              </a:defRPr>
            </a:lvl4pPr>
            <a:lvl5pPr algn="r">
              <a:buNone/>
              <a:defRPr sz="1275" b="0" i="0">
                <a:solidFill>
                  <a:srgbClr val="999999"/>
                </a:solidFill>
                <a:latin typeface="Arial"/>
                <a:ea typeface="Arial"/>
                <a:cs typeface="Arial"/>
              </a:defRPr>
            </a:lvl5pPr>
            <a:lvl6pPr algn="r">
              <a:buNone/>
              <a:defRPr sz="1275" b="0" i="0">
                <a:solidFill>
                  <a:srgbClr val="999999"/>
                </a:solidFill>
                <a:latin typeface="Arial"/>
                <a:ea typeface="Arial"/>
                <a:cs typeface="Arial"/>
              </a:defRPr>
            </a:lvl6pPr>
            <a:lvl7pPr algn="r">
              <a:buNone/>
              <a:defRPr sz="1275" b="0" i="0">
                <a:solidFill>
                  <a:srgbClr val="999999"/>
                </a:solidFill>
                <a:latin typeface="Arial"/>
                <a:ea typeface="Arial"/>
                <a:cs typeface="Arial"/>
              </a:defRPr>
            </a:lvl7pPr>
            <a:lvl8pPr algn="r">
              <a:buNone/>
              <a:defRPr sz="1275" b="0" i="0">
                <a:solidFill>
                  <a:srgbClr val="999999"/>
                </a:solidFill>
                <a:latin typeface="Arial"/>
                <a:ea typeface="Arial"/>
                <a:cs typeface="Arial"/>
              </a:defRPr>
            </a:lvl8pPr>
            <a:lvl9pPr algn="r">
              <a:buNone/>
              <a:defRPr sz="1275" b="0" i="0">
                <a:solidFill>
                  <a:srgbClr val="999999"/>
                </a:solidFill>
                <a:latin typeface="Arial"/>
                <a:ea typeface="Arial"/>
                <a:cs typeface="Arial"/>
              </a:defRPr>
            </a:lvl9pPr>
          </a:lstStyle>
          <a:p>
            <a:pPr algn="r">
              <a:buNone/>
              <a:defRPr sz="1275" b="0" i="0">
                <a:solidFill>
                  <a:srgbClr val="999999"/>
                </a:solidFill>
                <a:latin typeface="Arial"/>
                <a:ea typeface="Arial"/>
                <a:cs typeface="Arial"/>
              </a:defRPr>
            </a:pPr>
            <a:r>
              <a:rPr sz="1275" b="0" i="0">
                <a:solidFill>
                  <a:srgbClr val="999999"/>
                </a:solidFill>
                <a:latin typeface="Arial"/>
                <a:ea typeface="Arial"/>
                <a:cs typeface="Arial"/>
              </a:rPr>
              <a:t>12</a:t>
            </a:r>
          </a:p>
        </p:txBody>
      </p:sp>
      <p:sp>
        <p:nvSpPr>
          <p:cNvPr id="4" name="text-78">
            <a:extLst>
              <a:ext uri="{FF2B5EF4-FFF2-40B4-BE49-F238E27FC236}">
                <a16:creationId xmlns:a16="http://schemas.microsoft.com/office/drawing/2014/main" id="{703A5152-B143-4AFE-BA0B-D84320D78508}"/>
              </a:ext>
            </a:extLst>
          </p:cNvPr>
          <p:cNvSpPr>
            <a:spLocks noGrp="1"/>
          </p:cNvSpPr>
          <p:nvPr/>
        </p:nvSpPr>
        <p:spPr>
          <a:xfrm>
            <a:off x="914400" y="1638300"/>
            <a:ext cx="10477500" cy="438150"/>
          </a:xfrm>
          <a:prstGeom prst="rect">
            <a:avLst/>
          </a:prstGeom>
          <a:noFill/>
          <a:ln w="0">
            <a:noFill/>
            <a:prstDash val="solid"/>
          </a:ln>
        </p:spPr>
        <p:txBody>
          <a:bodyPr wrap="square" lIns="0" tIns="0" rIns="0" bIns="0" anchor="ctr">
            <a:noAutofit/>
          </a:bodyPr>
          <a:lstStyle>
            <a:defPPr algn="l">
              <a:defRPr sz="2250" b="0" i="0">
                <a:solidFill>
                  <a:srgbClr val="111111"/>
                </a:solidFill>
                <a:latin typeface="Arial"/>
                <a:ea typeface="Arial"/>
                <a:cs typeface="Arial"/>
              </a:defRPr>
            </a:defPPr>
            <a:lvl1pPr algn="l">
              <a:buNone/>
              <a:defRPr sz="2250" b="0" i="0">
                <a:solidFill>
                  <a:srgbClr val="111111"/>
                </a:solidFill>
                <a:latin typeface="Arial"/>
                <a:ea typeface="Arial"/>
                <a:cs typeface="Arial"/>
              </a:defRPr>
            </a:lvl1pPr>
            <a:lvl2pPr algn="l">
              <a:buNone/>
              <a:defRPr sz="2250" b="0" i="0">
                <a:solidFill>
                  <a:srgbClr val="111111"/>
                </a:solidFill>
                <a:latin typeface="Arial"/>
                <a:ea typeface="Arial"/>
                <a:cs typeface="Arial"/>
              </a:defRPr>
            </a:lvl2pPr>
            <a:lvl3pPr algn="l">
              <a:buNone/>
              <a:defRPr sz="2250" b="0" i="0">
                <a:solidFill>
                  <a:srgbClr val="111111"/>
                </a:solidFill>
                <a:latin typeface="Arial"/>
                <a:ea typeface="Arial"/>
                <a:cs typeface="Arial"/>
              </a:defRPr>
            </a:lvl3pPr>
            <a:lvl4pPr algn="l">
              <a:buNone/>
              <a:defRPr sz="2250" b="0" i="0">
                <a:solidFill>
                  <a:srgbClr val="111111"/>
                </a:solidFill>
                <a:latin typeface="Arial"/>
                <a:ea typeface="Arial"/>
                <a:cs typeface="Arial"/>
              </a:defRPr>
            </a:lvl4pPr>
            <a:lvl5pPr algn="l">
              <a:buNone/>
              <a:defRPr sz="2250" b="0" i="0">
                <a:solidFill>
                  <a:srgbClr val="111111"/>
                </a:solidFill>
                <a:latin typeface="Arial"/>
                <a:ea typeface="Arial"/>
                <a:cs typeface="Arial"/>
              </a:defRPr>
            </a:lvl5pPr>
            <a:lvl6pPr algn="l">
              <a:buNone/>
              <a:defRPr sz="2250" b="0" i="0">
                <a:solidFill>
                  <a:srgbClr val="111111"/>
                </a:solidFill>
                <a:latin typeface="Arial"/>
                <a:ea typeface="Arial"/>
                <a:cs typeface="Arial"/>
              </a:defRPr>
            </a:lvl6pPr>
            <a:lvl7pPr algn="l">
              <a:buNone/>
              <a:defRPr sz="2250" b="0" i="0">
                <a:solidFill>
                  <a:srgbClr val="111111"/>
                </a:solidFill>
                <a:latin typeface="Arial"/>
                <a:ea typeface="Arial"/>
                <a:cs typeface="Arial"/>
              </a:defRPr>
            </a:lvl7pPr>
            <a:lvl8pPr algn="l">
              <a:buNone/>
              <a:defRPr sz="2250" b="0" i="0">
                <a:solidFill>
                  <a:srgbClr val="111111"/>
                </a:solidFill>
                <a:latin typeface="Arial"/>
                <a:ea typeface="Arial"/>
                <a:cs typeface="Arial"/>
              </a:defRPr>
            </a:lvl8pPr>
            <a:lvl9pPr algn="l">
              <a:buNone/>
              <a:defRPr sz="2250" b="0" i="0">
                <a:solidFill>
                  <a:srgbClr val="111111"/>
                </a:solidFill>
                <a:latin typeface="Arial"/>
                <a:ea typeface="Arial"/>
                <a:cs typeface="Arial"/>
              </a:defRPr>
            </a:lvl9pPr>
          </a:lstStyle>
          <a:p>
            <a:pPr algn="l">
              <a:buNone/>
              <a:defRPr sz="2250" b="0" i="0">
                <a:solidFill>
                  <a:srgbClr val="111111"/>
                </a:solidFill>
                <a:latin typeface="Arial"/>
                <a:ea typeface="Arial"/>
                <a:cs typeface="Arial"/>
              </a:defRPr>
            </a:pPr>
            <a:r>
              <a:rPr sz="2250" b="0" i="0">
                <a:solidFill>
                  <a:srgbClr val="111111"/>
                </a:solidFill>
                <a:latin typeface="Arial"/>
                <a:ea typeface="Arial"/>
                <a:cs typeface="Arial"/>
              </a:rPr>
              <a:t>Flat confidence aggregation loses the event structure</a:t>
            </a:r>
          </a:p>
        </p:txBody>
      </p:sp>
      <p:graphicFrame>
        <p:nvGraphicFramePr>
          <p:cNvPr id="5" name="Chart">
            <a:extLst>
              <a:ext uri="{FF2B5EF4-FFF2-40B4-BE49-F238E27FC236}">
                <a16:creationId xmlns:a16="http://schemas.microsoft.com/office/drawing/2014/main" id="{B47C6673-665D-4252-B448-1FD74A446EB6}"/>
              </a:ext>
            </a:extLst>
          </p:cNvPr>
          <p:cNvGraphicFramePr/>
          <p:nvPr/>
        </p:nvGraphicFramePr>
        <p:xfrm>
          <a:off x="952500" y="2533650"/>
          <a:ext cx="7429500" cy="3352800"/>
        </p:xfrm>
        <a:graphic>
          <a:graphicData uri="http://schemas.openxmlformats.org/drawingml/2006/chart">
            <c:chart xmlns:c="http://schemas.openxmlformats.org/drawingml/2006/chart" xmlns:r="http://schemas.openxmlformats.org/officeDocument/2006/relationships" r:id="rId4"/>
          </a:graphicData>
        </a:graphic>
      </p:graphicFrame>
      <p:sp>
        <p:nvSpPr>
          <p:cNvPr id="6" name="text-79">
            <a:extLst>
              <a:ext uri="{FF2B5EF4-FFF2-40B4-BE49-F238E27FC236}">
                <a16:creationId xmlns:a16="http://schemas.microsoft.com/office/drawing/2014/main" id="{9B1C4E5F-D418-4A70-902C-8B5A75123CF6}"/>
              </a:ext>
            </a:extLst>
          </p:cNvPr>
          <p:cNvSpPr>
            <a:spLocks noGrp="1"/>
          </p:cNvSpPr>
          <p:nvPr/>
        </p:nvSpPr>
        <p:spPr>
          <a:xfrm>
            <a:off x="8867775" y="2924175"/>
            <a:ext cx="2381250" cy="628650"/>
          </a:xfrm>
          <a:prstGeom prst="rect">
            <a:avLst/>
          </a:prstGeom>
          <a:noFill/>
          <a:ln w="0">
            <a:noFill/>
            <a:prstDash val="solid"/>
          </a:ln>
        </p:spPr>
        <p:txBody>
          <a:bodyPr wrap="square" lIns="0" tIns="0" rIns="0" bIns="0" anchor="ctr">
            <a:noAutofit/>
          </a:bodyPr>
          <a:lstStyle>
            <a:defPPr algn="l">
              <a:defRPr sz="3600" b="0" i="0">
                <a:solidFill>
                  <a:srgbClr val="E97132"/>
                </a:solidFill>
                <a:latin typeface="Arial"/>
                <a:ea typeface="Arial"/>
                <a:cs typeface="Arial"/>
              </a:defRPr>
            </a:defPPr>
            <a:lvl1pPr algn="l">
              <a:buNone/>
              <a:defRPr sz="3600" b="0" i="0">
                <a:solidFill>
                  <a:srgbClr val="E97132"/>
                </a:solidFill>
                <a:latin typeface="Arial"/>
                <a:ea typeface="Arial"/>
                <a:cs typeface="Arial"/>
              </a:defRPr>
            </a:lvl1pPr>
            <a:lvl2pPr algn="l">
              <a:buNone/>
              <a:defRPr sz="3600" b="0" i="0">
                <a:solidFill>
                  <a:srgbClr val="E97132"/>
                </a:solidFill>
                <a:latin typeface="Arial"/>
                <a:ea typeface="Arial"/>
                <a:cs typeface="Arial"/>
              </a:defRPr>
            </a:lvl2pPr>
            <a:lvl3pPr algn="l">
              <a:buNone/>
              <a:defRPr sz="3600" b="0" i="0">
                <a:solidFill>
                  <a:srgbClr val="E97132"/>
                </a:solidFill>
                <a:latin typeface="Arial"/>
                <a:ea typeface="Arial"/>
                <a:cs typeface="Arial"/>
              </a:defRPr>
            </a:lvl3pPr>
            <a:lvl4pPr algn="l">
              <a:buNone/>
              <a:defRPr sz="3600" b="0" i="0">
                <a:solidFill>
                  <a:srgbClr val="E97132"/>
                </a:solidFill>
                <a:latin typeface="Arial"/>
                <a:ea typeface="Arial"/>
                <a:cs typeface="Arial"/>
              </a:defRPr>
            </a:lvl4pPr>
            <a:lvl5pPr algn="l">
              <a:buNone/>
              <a:defRPr sz="3600" b="0" i="0">
                <a:solidFill>
                  <a:srgbClr val="E97132"/>
                </a:solidFill>
                <a:latin typeface="Arial"/>
                <a:ea typeface="Arial"/>
                <a:cs typeface="Arial"/>
              </a:defRPr>
            </a:lvl5pPr>
            <a:lvl6pPr algn="l">
              <a:buNone/>
              <a:defRPr sz="3600" b="0" i="0">
                <a:solidFill>
                  <a:srgbClr val="E97132"/>
                </a:solidFill>
                <a:latin typeface="Arial"/>
                <a:ea typeface="Arial"/>
                <a:cs typeface="Arial"/>
              </a:defRPr>
            </a:lvl6pPr>
            <a:lvl7pPr algn="l">
              <a:buNone/>
              <a:defRPr sz="3600" b="0" i="0">
                <a:solidFill>
                  <a:srgbClr val="E97132"/>
                </a:solidFill>
                <a:latin typeface="Arial"/>
                <a:ea typeface="Arial"/>
                <a:cs typeface="Arial"/>
              </a:defRPr>
            </a:lvl7pPr>
            <a:lvl8pPr algn="l">
              <a:buNone/>
              <a:defRPr sz="3600" b="0" i="0">
                <a:solidFill>
                  <a:srgbClr val="E97132"/>
                </a:solidFill>
                <a:latin typeface="Arial"/>
                <a:ea typeface="Arial"/>
                <a:cs typeface="Arial"/>
              </a:defRPr>
            </a:lvl8pPr>
            <a:lvl9pPr algn="l">
              <a:buNone/>
              <a:defRPr sz="3600" b="0" i="0">
                <a:solidFill>
                  <a:srgbClr val="E97132"/>
                </a:solidFill>
                <a:latin typeface="Arial"/>
                <a:ea typeface="Arial"/>
                <a:cs typeface="Arial"/>
              </a:defRPr>
            </a:lvl9pPr>
          </a:lstStyle>
          <a:p>
            <a:pPr algn="l">
              <a:buNone/>
              <a:defRPr sz="3600" b="0" i="0">
                <a:solidFill>
                  <a:srgbClr val="E97132"/>
                </a:solidFill>
                <a:latin typeface="Arial"/>
                <a:ea typeface="Arial"/>
                <a:cs typeface="Arial"/>
              </a:defRPr>
            </a:pPr>
            <a:r>
              <a:rPr sz="3600" b="0" i="0">
                <a:solidFill>
                  <a:srgbClr val="E97132"/>
                </a:solidFill>
                <a:latin typeface="Arial"/>
                <a:ea typeface="Arial"/>
                <a:cs typeface="Arial"/>
              </a:rPr>
              <a:t>−20.9</a:t>
            </a:r>
          </a:p>
        </p:txBody>
      </p:sp>
      <p:sp>
        <p:nvSpPr>
          <p:cNvPr id="7" name="text-80">
            <a:extLst>
              <a:ext uri="{FF2B5EF4-FFF2-40B4-BE49-F238E27FC236}">
                <a16:creationId xmlns:a16="http://schemas.microsoft.com/office/drawing/2014/main" id="{E8E8EF6C-E974-4ABA-8789-8219D7F146CB}"/>
              </a:ext>
            </a:extLst>
          </p:cNvPr>
          <p:cNvSpPr>
            <a:spLocks noGrp="1"/>
          </p:cNvSpPr>
          <p:nvPr/>
        </p:nvSpPr>
        <p:spPr>
          <a:xfrm>
            <a:off x="8896350" y="3600450"/>
            <a:ext cx="2381250" cy="762000"/>
          </a:xfrm>
          <a:prstGeom prst="rect">
            <a:avLst/>
          </a:prstGeom>
          <a:noFill/>
          <a:ln w="0">
            <a:noFill/>
            <a:prstDash val="solid"/>
          </a:ln>
        </p:spPr>
        <p:txBody>
          <a:bodyPr wrap="square" lIns="0" tIns="0" rIns="0" bIns="0" anchor="ctr">
            <a:noAutofit/>
          </a:bodyPr>
          <a:lstStyle>
            <a:defPPr algn="l">
              <a:defRPr sz="2100" b="0" i="0">
                <a:solidFill>
                  <a:srgbClr val="111111"/>
                </a:solidFill>
                <a:latin typeface="Arial"/>
                <a:ea typeface="Arial"/>
                <a:cs typeface="Arial"/>
              </a:defRPr>
            </a:defPPr>
            <a:lvl1pPr algn="l">
              <a:buNone/>
              <a:defRPr sz="2100" b="0" i="0">
                <a:solidFill>
                  <a:srgbClr val="111111"/>
                </a:solidFill>
                <a:latin typeface="Arial"/>
                <a:ea typeface="Arial"/>
                <a:cs typeface="Arial"/>
              </a:defRPr>
            </a:lvl1pPr>
            <a:lvl2pPr algn="l">
              <a:buNone/>
              <a:defRPr sz="2100" b="0" i="0">
                <a:solidFill>
                  <a:srgbClr val="111111"/>
                </a:solidFill>
                <a:latin typeface="Arial"/>
                <a:ea typeface="Arial"/>
                <a:cs typeface="Arial"/>
              </a:defRPr>
            </a:lvl2pPr>
            <a:lvl3pPr algn="l">
              <a:buNone/>
              <a:defRPr sz="2100" b="0" i="0">
                <a:solidFill>
                  <a:srgbClr val="111111"/>
                </a:solidFill>
                <a:latin typeface="Arial"/>
                <a:ea typeface="Arial"/>
                <a:cs typeface="Arial"/>
              </a:defRPr>
            </a:lvl3pPr>
            <a:lvl4pPr algn="l">
              <a:buNone/>
              <a:defRPr sz="2100" b="0" i="0">
                <a:solidFill>
                  <a:srgbClr val="111111"/>
                </a:solidFill>
                <a:latin typeface="Arial"/>
                <a:ea typeface="Arial"/>
                <a:cs typeface="Arial"/>
              </a:defRPr>
            </a:lvl4pPr>
            <a:lvl5pPr algn="l">
              <a:buNone/>
              <a:defRPr sz="2100" b="0" i="0">
                <a:solidFill>
                  <a:srgbClr val="111111"/>
                </a:solidFill>
                <a:latin typeface="Arial"/>
                <a:ea typeface="Arial"/>
                <a:cs typeface="Arial"/>
              </a:defRPr>
            </a:lvl5pPr>
            <a:lvl6pPr algn="l">
              <a:buNone/>
              <a:defRPr sz="2100" b="0" i="0">
                <a:solidFill>
                  <a:srgbClr val="111111"/>
                </a:solidFill>
                <a:latin typeface="Arial"/>
                <a:ea typeface="Arial"/>
                <a:cs typeface="Arial"/>
              </a:defRPr>
            </a:lvl6pPr>
            <a:lvl7pPr algn="l">
              <a:buNone/>
              <a:defRPr sz="2100" b="0" i="0">
                <a:solidFill>
                  <a:srgbClr val="111111"/>
                </a:solidFill>
                <a:latin typeface="Arial"/>
                <a:ea typeface="Arial"/>
                <a:cs typeface="Arial"/>
              </a:defRPr>
            </a:lvl7pPr>
            <a:lvl8pPr algn="l">
              <a:buNone/>
              <a:defRPr sz="2100" b="0" i="0">
                <a:solidFill>
                  <a:srgbClr val="111111"/>
                </a:solidFill>
                <a:latin typeface="Arial"/>
                <a:ea typeface="Arial"/>
                <a:cs typeface="Arial"/>
              </a:defRPr>
            </a:lvl8pPr>
            <a:lvl9pPr algn="l">
              <a:buNone/>
              <a:defRPr sz="2100" b="0" i="0">
                <a:solidFill>
                  <a:srgbClr val="111111"/>
                </a:solidFill>
                <a:latin typeface="Arial"/>
                <a:ea typeface="Arial"/>
                <a:cs typeface="Arial"/>
              </a:defRPr>
            </a:lvl9pPr>
          </a:lstStyle>
          <a:p>
            <a:pPr algn="l">
              <a:buNone/>
              <a:defRPr sz="2100" b="0" i="0">
                <a:solidFill>
                  <a:srgbClr val="111111"/>
                </a:solidFill>
                <a:latin typeface="Arial"/>
                <a:ea typeface="Arial"/>
                <a:cs typeface="Arial"/>
              </a:defRPr>
            </a:pPr>
            <a:r>
              <a:rPr sz="2100" b="0" i="0">
                <a:solidFill>
                  <a:srgbClr val="111111"/>
                </a:solidFill>
                <a:latin typeface="Arial"/>
                <a:ea typeface="Arial"/>
                <a:cs typeface="Arial"/>
              </a:rPr>
              <a:t>points on</a:t>
            </a:r>
          </a:p>
          <a:p>
            <a:pPr algn="l">
              <a:buNone/>
              <a:defRPr sz="2100" b="0" i="0">
                <a:solidFill>
                  <a:srgbClr val="111111"/>
                </a:solidFill>
                <a:latin typeface="Arial"/>
                <a:ea typeface="Arial"/>
                <a:cs typeface="Arial"/>
              </a:defRPr>
            </a:pPr>
            <a:r>
              <a:rPr sz="2100" b="0" i="0">
                <a:solidFill>
                  <a:srgbClr val="111111"/>
                </a:solidFill>
                <a:latin typeface="Arial"/>
                <a:ea typeface="Arial"/>
                <a:cs typeface="Arial"/>
              </a:rPr>
              <a:t>strict localization</a:t>
            </a:r>
          </a:p>
        </p:txBody>
      </p:sp>
      <p:sp>
        <p:nvSpPr>
          <p:cNvPr id="8" name="text-81">
            <a:extLst>
              <a:ext uri="{FF2B5EF4-FFF2-40B4-BE49-F238E27FC236}">
                <a16:creationId xmlns:a16="http://schemas.microsoft.com/office/drawing/2014/main" id="{9D171A08-7288-41B0-A4BE-DC058463F39C}"/>
              </a:ext>
            </a:extLst>
          </p:cNvPr>
          <p:cNvSpPr>
            <a:spLocks noGrp="1"/>
          </p:cNvSpPr>
          <p:nvPr/>
        </p:nvSpPr>
        <p:spPr>
          <a:xfrm>
            <a:off x="914400" y="6105525"/>
            <a:ext cx="10572750" cy="285750"/>
          </a:xfrm>
          <a:prstGeom prst="rect">
            <a:avLst/>
          </a:prstGeom>
          <a:noFill/>
          <a:ln w="0">
            <a:noFill/>
            <a:prstDash val="solid"/>
          </a:ln>
        </p:spPr>
        <p:txBody>
          <a:bodyPr wrap="square" lIns="0" tIns="0" rIns="0" bIns="0" anchor="ctr">
            <a:noAutofit/>
          </a:bodyPr>
          <a:lstStyle>
            <a:defPPr algn="l">
              <a:defRPr sz="1500" b="0" i="0">
                <a:solidFill>
                  <a:srgbClr val="777777"/>
                </a:solidFill>
                <a:latin typeface="Arial"/>
                <a:ea typeface="Arial"/>
                <a:cs typeface="Arial"/>
              </a:defRPr>
            </a:defPPr>
            <a:lvl1pPr algn="l">
              <a:buNone/>
              <a:defRPr sz="1500" b="0" i="0">
                <a:solidFill>
                  <a:srgbClr val="777777"/>
                </a:solidFill>
                <a:latin typeface="Arial"/>
                <a:ea typeface="Arial"/>
                <a:cs typeface="Arial"/>
              </a:defRPr>
            </a:lvl1pPr>
            <a:lvl2pPr algn="l">
              <a:buNone/>
              <a:defRPr sz="1500" b="0" i="0">
                <a:solidFill>
                  <a:srgbClr val="777777"/>
                </a:solidFill>
                <a:latin typeface="Arial"/>
                <a:ea typeface="Arial"/>
                <a:cs typeface="Arial"/>
              </a:defRPr>
            </a:lvl2pPr>
            <a:lvl3pPr algn="l">
              <a:buNone/>
              <a:defRPr sz="1500" b="0" i="0">
                <a:solidFill>
                  <a:srgbClr val="777777"/>
                </a:solidFill>
                <a:latin typeface="Arial"/>
                <a:ea typeface="Arial"/>
                <a:cs typeface="Arial"/>
              </a:defRPr>
            </a:lvl3pPr>
            <a:lvl4pPr algn="l">
              <a:buNone/>
              <a:defRPr sz="1500" b="0" i="0">
                <a:solidFill>
                  <a:srgbClr val="777777"/>
                </a:solidFill>
                <a:latin typeface="Arial"/>
                <a:ea typeface="Arial"/>
                <a:cs typeface="Arial"/>
              </a:defRPr>
            </a:lvl4pPr>
            <a:lvl5pPr algn="l">
              <a:buNone/>
              <a:defRPr sz="1500" b="0" i="0">
                <a:solidFill>
                  <a:srgbClr val="777777"/>
                </a:solidFill>
                <a:latin typeface="Arial"/>
                <a:ea typeface="Arial"/>
                <a:cs typeface="Arial"/>
              </a:defRPr>
            </a:lvl5pPr>
            <a:lvl6pPr algn="l">
              <a:buNone/>
              <a:defRPr sz="1500" b="0" i="0">
                <a:solidFill>
                  <a:srgbClr val="777777"/>
                </a:solidFill>
                <a:latin typeface="Arial"/>
                <a:ea typeface="Arial"/>
                <a:cs typeface="Arial"/>
              </a:defRPr>
            </a:lvl6pPr>
            <a:lvl7pPr algn="l">
              <a:buNone/>
              <a:defRPr sz="1500" b="0" i="0">
                <a:solidFill>
                  <a:srgbClr val="777777"/>
                </a:solidFill>
                <a:latin typeface="Arial"/>
                <a:ea typeface="Arial"/>
                <a:cs typeface="Arial"/>
              </a:defRPr>
            </a:lvl7pPr>
            <a:lvl8pPr algn="l">
              <a:buNone/>
              <a:defRPr sz="1500" b="0" i="0">
                <a:solidFill>
                  <a:srgbClr val="777777"/>
                </a:solidFill>
                <a:latin typeface="Arial"/>
                <a:ea typeface="Arial"/>
                <a:cs typeface="Arial"/>
              </a:defRPr>
            </a:lvl8pPr>
            <a:lvl9pPr algn="l">
              <a:buNone/>
              <a:defRPr sz="1500" b="0" i="0">
                <a:solidFill>
                  <a:srgbClr val="777777"/>
                </a:solidFill>
                <a:latin typeface="Arial"/>
                <a:ea typeface="Arial"/>
                <a:cs typeface="Arial"/>
              </a:defRPr>
            </a:lvl9pPr>
          </a:lstStyle>
          <a:p>
            <a:pPr algn="l">
              <a:buNone/>
              <a:defRPr sz="1500" b="0" i="0">
                <a:solidFill>
                  <a:srgbClr val="777777"/>
                </a:solidFill>
                <a:latin typeface="Arial"/>
                <a:ea typeface="Arial"/>
                <a:cs typeface="Arial"/>
              </a:defRPr>
            </a:pPr>
            <a:r>
              <a:rPr sz="1500" b="0" i="0">
                <a:solidFill>
                  <a:srgbClr val="777777"/>
                </a:solidFill>
                <a:latin typeface="Arial"/>
                <a:ea typeface="Arial"/>
                <a:cs typeface="Arial"/>
              </a:rPr>
              <a:t>GPT-5. Pressure Test: macro F1@0.9. Climate Hazard: macro coverage F0.5.</a:t>
            </a:r>
          </a:p>
        </p:txBody>
      </p:sp>
      <p:sp>
        <p:nvSpPr>
          <p:cNvPr id="11" name="v3-text-3095">
            <a:extLst>
              <a:ext uri="{FF2B5EF4-FFF2-40B4-BE49-F238E27FC236}">
                <a16:creationId xmlns:a16="http://schemas.microsoft.com/office/drawing/2014/main" id="{AE5011B2-70DE-40F8-8C54-64FD521B931C}"/>
              </a:ext>
            </a:extLst>
          </p:cNvPr>
          <p:cNvSpPr>
            <a:spLocks noGrp="1"/>
          </p:cNvSpPr>
          <p:nvPr/>
        </p:nvSpPr>
        <p:spPr>
          <a:xfrm>
            <a:off x="8867775" y="4581525"/>
            <a:ext cx="2381250" cy="619125"/>
          </a:xfrm>
          <a:prstGeom prst="rect">
            <a:avLst/>
          </a:prstGeom>
          <a:noFill/>
          <a:ln w="0">
            <a:noFill/>
            <a:prstDash val="solid"/>
          </a:ln>
        </p:spPr>
        <p:txBody>
          <a:bodyPr wrap="square" lIns="0" tIns="0" rIns="0" bIns="0" anchor="ctr">
            <a:noAutofit/>
          </a:bodyPr>
          <a:lstStyle>
            <a:defPPr algn="l">
              <a:defRPr sz="3600" b="0">
                <a:solidFill>
                  <a:srgbClr val="E97132"/>
                </a:solidFill>
                <a:latin typeface="Arial"/>
                <a:ea typeface="Arial"/>
                <a:cs typeface="Arial"/>
              </a:defRPr>
            </a:defPPr>
            <a:lvl1pPr algn="l">
              <a:buNone/>
              <a:defRPr sz="3600" b="0">
                <a:solidFill>
                  <a:srgbClr val="E97132"/>
                </a:solidFill>
                <a:latin typeface="Arial"/>
                <a:ea typeface="Arial"/>
                <a:cs typeface="Arial"/>
              </a:defRPr>
            </a:lvl1pPr>
            <a:lvl2pPr algn="l">
              <a:buNone/>
              <a:defRPr sz="3600" b="0">
                <a:solidFill>
                  <a:srgbClr val="E97132"/>
                </a:solidFill>
                <a:latin typeface="Arial"/>
                <a:ea typeface="Arial"/>
                <a:cs typeface="Arial"/>
              </a:defRPr>
            </a:lvl2pPr>
            <a:lvl3pPr algn="l">
              <a:buNone/>
              <a:defRPr sz="3600" b="0">
                <a:solidFill>
                  <a:srgbClr val="E97132"/>
                </a:solidFill>
                <a:latin typeface="Arial"/>
                <a:ea typeface="Arial"/>
                <a:cs typeface="Arial"/>
              </a:defRPr>
            </a:lvl3pPr>
            <a:lvl4pPr algn="l">
              <a:buNone/>
              <a:defRPr sz="3600" b="0">
                <a:solidFill>
                  <a:srgbClr val="E97132"/>
                </a:solidFill>
                <a:latin typeface="Arial"/>
                <a:ea typeface="Arial"/>
                <a:cs typeface="Arial"/>
              </a:defRPr>
            </a:lvl4pPr>
            <a:lvl5pPr algn="l">
              <a:buNone/>
              <a:defRPr sz="3600" b="0">
                <a:solidFill>
                  <a:srgbClr val="E97132"/>
                </a:solidFill>
                <a:latin typeface="Arial"/>
                <a:ea typeface="Arial"/>
                <a:cs typeface="Arial"/>
              </a:defRPr>
            </a:lvl5pPr>
            <a:lvl6pPr algn="l">
              <a:buNone/>
              <a:defRPr sz="3600" b="0">
                <a:solidFill>
                  <a:srgbClr val="E97132"/>
                </a:solidFill>
                <a:latin typeface="Arial"/>
                <a:ea typeface="Arial"/>
                <a:cs typeface="Arial"/>
              </a:defRPr>
            </a:lvl6pPr>
            <a:lvl7pPr algn="l">
              <a:buNone/>
              <a:defRPr sz="3600" b="0">
                <a:solidFill>
                  <a:srgbClr val="E97132"/>
                </a:solidFill>
                <a:latin typeface="Arial"/>
                <a:ea typeface="Arial"/>
                <a:cs typeface="Arial"/>
              </a:defRPr>
            </a:lvl7pPr>
            <a:lvl8pPr algn="l">
              <a:buNone/>
              <a:defRPr sz="3600" b="0">
                <a:solidFill>
                  <a:srgbClr val="E97132"/>
                </a:solidFill>
                <a:latin typeface="Arial"/>
                <a:ea typeface="Arial"/>
                <a:cs typeface="Arial"/>
              </a:defRPr>
            </a:lvl8pPr>
            <a:lvl9pPr algn="l">
              <a:buNone/>
              <a:defRPr sz="3600" b="0">
                <a:solidFill>
                  <a:srgbClr val="E97132"/>
                </a:solidFill>
                <a:latin typeface="Arial"/>
                <a:ea typeface="Arial"/>
                <a:cs typeface="Arial"/>
              </a:defRPr>
            </a:lvl9pPr>
          </a:lstStyle>
          <a:p>
            <a:pPr algn="l">
              <a:buNone/>
              <a:defRPr sz="3600" b="0">
                <a:solidFill>
                  <a:srgbClr val="E97132"/>
                </a:solidFill>
                <a:latin typeface="Arial"/>
                <a:ea typeface="Arial"/>
                <a:cs typeface="Arial"/>
              </a:defRPr>
            </a:pPr>
            <a:r>
              <a:rPr sz="3600" b="0">
                <a:solidFill>
                  <a:srgbClr val="E97132"/>
                </a:solidFill>
                <a:latin typeface="Arial"/>
                <a:ea typeface="Arial"/>
                <a:cs typeface="Arial"/>
              </a:rPr>
              <a:t>−22.6</a:t>
            </a:r>
          </a:p>
        </p:txBody>
      </p:sp>
      <p:sp>
        <p:nvSpPr>
          <p:cNvPr id="12" name="v3-text-3096">
            <a:extLst>
              <a:ext uri="{FF2B5EF4-FFF2-40B4-BE49-F238E27FC236}">
                <a16:creationId xmlns:a16="http://schemas.microsoft.com/office/drawing/2014/main" id="{C7EF34B5-6558-4E0A-8052-7926E79F7572}"/>
              </a:ext>
            </a:extLst>
          </p:cNvPr>
          <p:cNvSpPr>
            <a:spLocks noGrp="1"/>
          </p:cNvSpPr>
          <p:nvPr/>
        </p:nvSpPr>
        <p:spPr>
          <a:xfrm>
            <a:off x="8896350" y="5229225"/>
            <a:ext cx="2381250" cy="714375"/>
          </a:xfrm>
          <a:prstGeom prst="rect">
            <a:avLst/>
          </a:prstGeom>
          <a:noFill/>
          <a:ln w="0">
            <a:noFill/>
            <a:prstDash val="solid"/>
          </a:ln>
        </p:spPr>
        <p:txBody>
          <a:bodyPr wrap="square" lIns="0" tIns="0" rIns="0" bIns="0" anchor="ctr">
            <a:noAutofit/>
          </a:bodyPr>
          <a:lstStyle>
            <a:defPPr algn="l">
              <a:defRPr sz="2025" b="0">
                <a:solidFill>
                  <a:srgbClr val="111111"/>
                </a:solidFill>
                <a:latin typeface="Arial"/>
                <a:ea typeface="Arial"/>
                <a:cs typeface="Arial"/>
              </a:defRPr>
            </a:defPPr>
            <a:lvl1pPr algn="l">
              <a:buNone/>
              <a:defRPr sz="2025" b="0">
                <a:solidFill>
                  <a:srgbClr val="111111"/>
                </a:solidFill>
                <a:latin typeface="Arial"/>
                <a:ea typeface="Arial"/>
                <a:cs typeface="Arial"/>
              </a:defRPr>
            </a:lvl1pPr>
            <a:lvl2pPr algn="l">
              <a:buNone/>
              <a:defRPr sz="2025" b="0">
                <a:solidFill>
                  <a:srgbClr val="111111"/>
                </a:solidFill>
                <a:latin typeface="Arial"/>
                <a:ea typeface="Arial"/>
                <a:cs typeface="Arial"/>
              </a:defRPr>
            </a:lvl2pPr>
            <a:lvl3pPr algn="l">
              <a:buNone/>
              <a:defRPr sz="2025" b="0">
                <a:solidFill>
                  <a:srgbClr val="111111"/>
                </a:solidFill>
                <a:latin typeface="Arial"/>
                <a:ea typeface="Arial"/>
                <a:cs typeface="Arial"/>
              </a:defRPr>
            </a:lvl3pPr>
            <a:lvl4pPr algn="l">
              <a:buNone/>
              <a:defRPr sz="2025" b="0">
                <a:solidFill>
                  <a:srgbClr val="111111"/>
                </a:solidFill>
                <a:latin typeface="Arial"/>
                <a:ea typeface="Arial"/>
                <a:cs typeface="Arial"/>
              </a:defRPr>
            </a:lvl4pPr>
            <a:lvl5pPr algn="l">
              <a:buNone/>
              <a:defRPr sz="2025" b="0">
                <a:solidFill>
                  <a:srgbClr val="111111"/>
                </a:solidFill>
                <a:latin typeface="Arial"/>
                <a:ea typeface="Arial"/>
                <a:cs typeface="Arial"/>
              </a:defRPr>
            </a:lvl5pPr>
            <a:lvl6pPr algn="l">
              <a:buNone/>
              <a:defRPr sz="2025" b="0">
                <a:solidFill>
                  <a:srgbClr val="111111"/>
                </a:solidFill>
                <a:latin typeface="Arial"/>
                <a:ea typeface="Arial"/>
                <a:cs typeface="Arial"/>
              </a:defRPr>
            </a:lvl6pPr>
            <a:lvl7pPr algn="l">
              <a:buNone/>
              <a:defRPr sz="2025" b="0">
                <a:solidFill>
                  <a:srgbClr val="111111"/>
                </a:solidFill>
                <a:latin typeface="Arial"/>
                <a:ea typeface="Arial"/>
                <a:cs typeface="Arial"/>
              </a:defRPr>
            </a:lvl7pPr>
            <a:lvl8pPr algn="l">
              <a:buNone/>
              <a:defRPr sz="2025" b="0">
                <a:solidFill>
                  <a:srgbClr val="111111"/>
                </a:solidFill>
                <a:latin typeface="Arial"/>
                <a:ea typeface="Arial"/>
                <a:cs typeface="Arial"/>
              </a:defRPr>
            </a:lvl8pPr>
            <a:lvl9pPr algn="l">
              <a:buNone/>
              <a:defRPr sz="2025" b="0">
                <a:solidFill>
                  <a:srgbClr val="111111"/>
                </a:solidFill>
                <a:latin typeface="Arial"/>
                <a:ea typeface="Arial"/>
                <a:cs typeface="Arial"/>
              </a:defRPr>
            </a:lvl9pPr>
          </a:lstStyle>
          <a:p>
            <a:pPr algn="l">
              <a:buNone/>
              <a:defRPr sz="2025" b="0">
                <a:solidFill>
                  <a:srgbClr val="111111"/>
                </a:solidFill>
                <a:latin typeface="Arial"/>
                <a:ea typeface="Arial"/>
                <a:cs typeface="Arial"/>
              </a:defRPr>
            </a:pPr>
            <a:r>
              <a:rPr sz="2025" b="0">
                <a:solidFill>
                  <a:srgbClr val="111111"/>
                </a:solidFill>
                <a:latin typeface="Arial"/>
                <a:ea typeface="Arial"/>
                <a:cs typeface="Arial"/>
              </a:rPr>
              <a:t>points on</a:t>
            </a:r>
          </a:p>
          <a:p>
            <a:pPr algn="l">
              <a:buNone/>
              <a:defRPr sz="2025" b="0">
                <a:solidFill>
                  <a:srgbClr val="111111"/>
                </a:solidFill>
                <a:latin typeface="Arial"/>
                <a:ea typeface="Arial"/>
                <a:cs typeface="Arial"/>
              </a:defRPr>
            </a:pPr>
            <a:r>
              <a:rPr sz="2025" b="0">
                <a:solidFill>
                  <a:srgbClr val="111111"/>
                </a:solidFill>
                <a:latin typeface="Arial"/>
                <a:ea typeface="Arial"/>
                <a:cs typeface="Arial"/>
              </a:rPr>
              <a:t>Climate Hazard</a:t>
            </a:r>
          </a:p>
        </p:txBody>
      </p:sp>
    </p:spTree>
    <p:extLst>
      <p:ext uri="{BB962C8B-B14F-4D97-AF65-F5344CB8AC3E}">
        <p14:creationId xmlns:p14="http://schemas.microsoft.com/office/powerpoint/2010/main" val="12945432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7745E4BA-447A-C1ED-037A-F9AF35CA41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419475"/>
            <a:ext cx="12192000" cy="3429000"/>
          </a:xfrm>
          <a:prstGeom prst="rect">
            <a:avLst/>
          </a:prstGeom>
        </p:spPr>
      </p:pic>
      <p:pic>
        <p:nvPicPr>
          <p:cNvPr id="9" name="图片 8">
            <a:extLst>
              <a:ext uri="{FF2B5EF4-FFF2-40B4-BE49-F238E27FC236}">
                <a16:creationId xmlns:a16="http://schemas.microsoft.com/office/drawing/2014/main" id="{691EED12-BFE7-403C-D963-CBBD73D40AA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9525"/>
            <a:ext cx="12192000" cy="3429000"/>
          </a:xfrm>
          <a:prstGeom prst="rect">
            <a:avLst/>
          </a:prstGeom>
        </p:spPr>
      </p:pic>
    </p:spTree>
    <p:extLst>
      <p:ext uri="{BB962C8B-B14F-4D97-AF65-F5344CB8AC3E}">
        <p14:creationId xmlns:p14="http://schemas.microsoft.com/office/powerpoint/2010/main" val="1225316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2" name="图片 11">
            <a:extLst>
              <a:ext uri="{FF2B5EF4-FFF2-40B4-BE49-F238E27FC236}">
                <a16:creationId xmlns:a16="http://schemas.microsoft.com/office/drawing/2014/main" id="{FE406EC1-C168-4351-8631-2D883CB4E38E}"/>
              </a:ext>
            </a:extLst>
          </p:cNvPr>
          <p:cNvPicPr>
            <a:picLocks noChangeAspect="1"/>
          </p:cNvPicPr>
          <p:nvPr/>
        </p:nvPicPr>
        <p:blipFill>
          <a:blip r:embed="rId3"/>
          <a:stretch/>
        </p:blipFill>
        <p:spPr>
          <a:xfrm>
            <a:off x="76200" y="77337"/>
            <a:ext cx="2390775" cy="378725"/>
          </a:xfrm>
          <a:prstGeom prst="rect">
            <a:avLst/>
          </a:prstGeom>
        </p:spPr>
      </p:pic>
      <p:sp>
        <p:nvSpPr>
          <p:cNvPr id="2" name="text-85">
            <a:extLst>
              <a:ext uri="{FF2B5EF4-FFF2-40B4-BE49-F238E27FC236}">
                <a16:creationId xmlns:a16="http://schemas.microsoft.com/office/drawing/2014/main" id="{203CCC7D-1A62-4047-84ED-EA6BF0F276A9}"/>
              </a:ext>
            </a:extLst>
          </p:cNvPr>
          <p:cNvSpPr>
            <a:spLocks noGrp="1"/>
          </p:cNvSpPr>
          <p:nvPr/>
        </p:nvSpPr>
        <p:spPr>
          <a:xfrm>
            <a:off x="914400" y="876300"/>
            <a:ext cx="10477500" cy="647700"/>
          </a:xfrm>
          <a:prstGeom prst="rect">
            <a:avLst/>
          </a:prstGeom>
          <a:noFill/>
          <a:ln w="0">
            <a:noFill/>
            <a:prstDash val="solid"/>
          </a:ln>
        </p:spPr>
        <p:txBody>
          <a:bodyPr wrap="square" lIns="0" tIns="0" rIns="0" bIns="0" anchor="ctr">
            <a:noAutofit/>
          </a:bodyPr>
          <a:lstStyle>
            <a:defPPr algn="l">
              <a:defRPr sz="3600" b="0" i="0">
                <a:solidFill>
                  <a:srgbClr val="111111"/>
                </a:solidFill>
                <a:latin typeface="Arial"/>
                <a:ea typeface="Arial"/>
                <a:cs typeface="Arial"/>
              </a:defRPr>
            </a:defPPr>
            <a:lvl1pPr algn="l">
              <a:buNone/>
              <a:defRPr sz="3600" b="0" i="0">
                <a:solidFill>
                  <a:srgbClr val="111111"/>
                </a:solidFill>
                <a:latin typeface="Arial"/>
                <a:ea typeface="Arial"/>
                <a:cs typeface="Arial"/>
              </a:defRPr>
            </a:lvl1pPr>
            <a:lvl2pPr algn="l">
              <a:buNone/>
              <a:defRPr sz="3600" b="0" i="0">
                <a:solidFill>
                  <a:srgbClr val="111111"/>
                </a:solidFill>
                <a:latin typeface="Arial"/>
                <a:ea typeface="Arial"/>
                <a:cs typeface="Arial"/>
              </a:defRPr>
            </a:lvl2pPr>
            <a:lvl3pPr algn="l">
              <a:buNone/>
              <a:defRPr sz="3600" b="0" i="0">
                <a:solidFill>
                  <a:srgbClr val="111111"/>
                </a:solidFill>
                <a:latin typeface="Arial"/>
                <a:ea typeface="Arial"/>
                <a:cs typeface="Arial"/>
              </a:defRPr>
            </a:lvl3pPr>
            <a:lvl4pPr algn="l">
              <a:buNone/>
              <a:defRPr sz="3600" b="0" i="0">
                <a:solidFill>
                  <a:srgbClr val="111111"/>
                </a:solidFill>
                <a:latin typeface="Arial"/>
                <a:ea typeface="Arial"/>
                <a:cs typeface="Arial"/>
              </a:defRPr>
            </a:lvl4pPr>
            <a:lvl5pPr algn="l">
              <a:buNone/>
              <a:defRPr sz="3600" b="0" i="0">
                <a:solidFill>
                  <a:srgbClr val="111111"/>
                </a:solidFill>
                <a:latin typeface="Arial"/>
                <a:ea typeface="Arial"/>
                <a:cs typeface="Arial"/>
              </a:defRPr>
            </a:lvl5pPr>
            <a:lvl6pPr algn="l">
              <a:buNone/>
              <a:defRPr sz="3600" b="0" i="0">
                <a:solidFill>
                  <a:srgbClr val="111111"/>
                </a:solidFill>
                <a:latin typeface="Arial"/>
                <a:ea typeface="Arial"/>
                <a:cs typeface="Arial"/>
              </a:defRPr>
            </a:lvl6pPr>
            <a:lvl7pPr algn="l">
              <a:buNone/>
              <a:defRPr sz="3600" b="0" i="0">
                <a:solidFill>
                  <a:srgbClr val="111111"/>
                </a:solidFill>
                <a:latin typeface="Arial"/>
                <a:ea typeface="Arial"/>
                <a:cs typeface="Arial"/>
              </a:defRPr>
            </a:lvl7pPr>
            <a:lvl8pPr algn="l">
              <a:buNone/>
              <a:defRPr sz="3600" b="0" i="0">
                <a:solidFill>
                  <a:srgbClr val="111111"/>
                </a:solidFill>
                <a:latin typeface="Arial"/>
                <a:ea typeface="Arial"/>
                <a:cs typeface="Arial"/>
              </a:defRPr>
            </a:lvl8pPr>
            <a:lvl9pPr algn="l">
              <a:buNone/>
              <a:defRPr sz="3600" b="0" i="0">
                <a:solidFill>
                  <a:srgbClr val="111111"/>
                </a:solidFill>
                <a:latin typeface="Arial"/>
                <a:ea typeface="Arial"/>
                <a:cs typeface="Arial"/>
              </a:defRPr>
            </a:lvl9pPr>
          </a:lstStyle>
          <a:p>
            <a:pPr algn="l">
              <a:buNone/>
              <a:defRPr sz="3600" b="0" i="0">
                <a:solidFill>
                  <a:srgbClr val="111111"/>
                </a:solidFill>
                <a:latin typeface="Arial"/>
                <a:ea typeface="Arial"/>
                <a:cs typeface="Arial"/>
              </a:defRPr>
            </a:pPr>
            <a:r>
              <a:rPr sz="3600" b="0" i="0">
                <a:solidFill>
                  <a:srgbClr val="111111"/>
                </a:solidFill>
                <a:latin typeface="Arial"/>
                <a:ea typeface="Arial"/>
                <a:cs typeface="Arial"/>
              </a:rPr>
              <a:t>Takeaways</a:t>
            </a:r>
          </a:p>
        </p:txBody>
      </p:sp>
      <p:sp>
        <p:nvSpPr>
          <p:cNvPr id="3" name="text-86">
            <a:extLst>
              <a:ext uri="{FF2B5EF4-FFF2-40B4-BE49-F238E27FC236}">
                <a16:creationId xmlns:a16="http://schemas.microsoft.com/office/drawing/2014/main" id="{D344CEEC-3D95-4382-B11E-A0E8887E197C}"/>
              </a:ext>
            </a:extLst>
          </p:cNvPr>
          <p:cNvSpPr>
            <a:spLocks noGrp="1"/>
          </p:cNvSpPr>
          <p:nvPr/>
        </p:nvSpPr>
        <p:spPr>
          <a:xfrm>
            <a:off x="11572875" y="6429375"/>
            <a:ext cx="304800" cy="238125"/>
          </a:xfrm>
          <a:prstGeom prst="rect">
            <a:avLst/>
          </a:prstGeom>
          <a:noFill/>
          <a:ln w="0">
            <a:noFill/>
            <a:prstDash val="solid"/>
          </a:ln>
        </p:spPr>
        <p:txBody>
          <a:bodyPr wrap="square" lIns="0" tIns="0" rIns="0" bIns="0" anchor="ctr">
            <a:noAutofit/>
          </a:bodyPr>
          <a:lstStyle>
            <a:defPPr algn="r">
              <a:defRPr sz="1275" b="0" i="0">
                <a:solidFill>
                  <a:srgbClr val="999999"/>
                </a:solidFill>
                <a:latin typeface="Arial"/>
                <a:ea typeface="Arial"/>
                <a:cs typeface="Arial"/>
              </a:defRPr>
            </a:defPPr>
            <a:lvl1pPr algn="r">
              <a:buNone/>
              <a:defRPr sz="1275" b="0" i="0">
                <a:solidFill>
                  <a:srgbClr val="999999"/>
                </a:solidFill>
                <a:latin typeface="Arial"/>
                <a:ea typeface="Arial"/>
                <a:cs typeface="Arial"/>
              </a:defRPr>
            </a:lvl1pPr>
            <a:lvl2pPr algn="r">
              <a:buNone/>
              <a:defRPr sz="1275" b="0" i="0">
                <a:solidFill>
                  <a:srgbClr val="999999"/>
                </a:solidFill>
                <a:latin typeface="Arial"/>
                <a:ea typeface="Arial"/>
                <a:cs typeface="Arial"/>
              </a:defRPr>
            </a:lvl2pPr>
            <a:lvl3pPr algn="r">
              <a:buNone/>
              <a:defRPr sz="1275" b="0" i="0">
                <a:solidFill>
                  <a:srgbClr val="999999"/>
                </a:solidFill>
                <a:latin typeface="Arial"/>
                <a:ea typeface="Arial"/>
                <a:cs typeface="Arial"/>
              </a:defRPr>
            </a:lvl3pPr>
            <a:lvl4pPr algn="r">
              <a:buNone/>
              <a:defRPr sz="1275" b="0" i="0">
                <a:solidFill>
                  <a:srgbClr val="999999"/>
                </a:solidFill>
                <a:latin typeface="Arial"/>
                <a:ea typeface="Arial"/>
                <a:cs typeface="Arial"/>
              </a:defRPr>
            </a:lvl4pPr>
            <a:lvl5pPr algn="r">
              <a:buNone/>
              <a:defRPr sz="1275" b="0" i="0">
                <a:solidFill>
                  <a:srgbClr val="999999"/>
                </a:solidFill>
                <a:latin typeface="Arial"/>
                <a:ea typeface="Arial"/>
                <a:cs typeface="Arial"/>
              </a:defRPr>
            </a:lvl5pPr>
            <a:lvl6pPr algn="r">
              <a:buNone/>
              <a:defRPr sz="1275" b="0" i="0">
                <a:solidFill>
                  <a:srgbClr val="999999"/>
                </a:solidFill>
                <a:latin typeface="Arial"/>
                <a:ea typeface="Arial"/>
                <a:cs typeface="Arial"/>
              </a:defRPr>
            </a:lvl6pPr>
            <a:lvl7pPr algn="r">
              <a:buNone/>
              <a:defRPr sz="1275" b="0" i="0">
                <a:solidFill>
                  <a:srgbClr val="999999"/>
                </a:solidFill>
                <a:latin typeface="Arial"/>
                <a:ea typeface="Arial"/>
                <a:cs typeface="Arial"/>
              </a:defRPr>
            </a:lvl7pPr>
            <a:lvl8pPr algn="r">
              <a:buNone/>
              <a:defRPr sz="1275" b="0" i="0">
                <a:solidFill>
                  <a:srgbClr val="999999"/>
                </a:solidFill>
                <a:latin typeface="Arial"/>
                <a:ea typeface="Arial"/>
                <a:cs typeface="Arial"/>
              </a:defRPr>
            </a:lvl8pPr>
            <a:lvl9pPr algn="r">
              <a:buNone/>
              <a:defRPr sz="1275" b="0" i="0">
                <a:solidFill>
                  <a:srgbClr val="999999"/>
                </a:solidFill>
                <a:latin typeface="Arial"/>
                <a:ea typeface="Arial"/>
                <a:cs typeface="Arial"/>
              </a:defRPr>
            </a:lvl9pPr>
          </a:lstStyle>
          <a:p>
            <a:pPr algn="r">
              <a:buNone/>
              <a:defRPr sz="1275" b="0" i="0">
                <a:solidFill>
                  <a:srgbClr val="999999"/>
                </a:solidFill>
                <a:latin typeface="Arial"/>
                <a:ea typeface="Arial"/>
                <a:cs typeface="Arial"/>
              </a:defRPr>
            </a:pPr>
            <a:r>
              <a:rPr sz="1275" b="0" i="0">
                <a:solidFill>
                  <a:srgbClr val="999999"/>
                </a:solidFill>
                <a:latin typeface="Arial"/>
                <a:ea typeface="Arial"/>
                <a:cs typeface="Arial"/>
              </a:rPr>
              <a:t>14</a:t>
            </a:r>
          </a:p>
        </p:txBody>
      </p:sp>
      <p:pic>
        <p:nvPicPr>
          <p:cNvPr id="6" name="图片 5">
            <a:extLst>
              <a:ext uri="{FF2B5EF4-FFF2-40B4-BE49-F238E27FC236}">
                <a16:creationId xmlns:a16="http://schemas.microsoft.com/office/drawing/2014/main" id="{9779AE80-66D6-4226-ABCC-D14CCC254D8A}"/>
              </a:ext>
            </a:extLst>
          </p:cNvPr>
          <p:cNvPicPr>
            <a:picLocks noChangeAspect="1"/>
          </p:cNvPicPr>
          <p:nvPr/>
        </p:nvPicPr>
        <p:blipFill>
          <a:blip r:embed="rId4"/>
          <a:stretch/>
        </p:blipFill>
        <p:spPr>
          <a:xfrm>
            <a:off x="7762875" y="4391025"/>
            <a:ext cx="1695450" cy="1695450"/>
          </a:xfrm>
          <a:prstGeom prst="rect">
            <a:avLst/>
          </a:prstGeom>
        </p:spPr>
      </p:pic>
      <p:pic>
        <p:nvPicPr>
          <p:cNvPr id="7" name="图片 6">
            <a:extLst>
              <a:ext uri="{FF2B5EF4-FFF2-40B4-BE49-F238E27FC236}">
                <a16:creationId xmlns:a16="http://schemas.microsoft.com/office/drawing/2014/main" id="{F23C5C73-8081-4269-93AF-696D17B047FF}"/>
              </a:ext>
            </a:extLst>
          </p:cNvPr>
          <p:cNvPicPr>
            <a:picLocks noChangeAspect="1"/>
          </p:cNvPicPr>
          <p:nvPr/>
        </p:nvPicPr>
        <p:blipFill>
          <a:blip r:embed="rId5"/>
          <a:stretch/>
        </p:blipFill>
        <p:spPr>
          <a:xfrm>
            <a:off x="9810750" y="4391025"/>
            <a:ext cx="1695450" cy="1695450"/>
          </a:xfrm>
          <a:prstGeom prst="rect">
            <a:avLst/>
          </a:prstGeom>
        </p:spPr>
      </p:pic>
      <p:sp>
        <p:nvSpPr>
          <p:cNvPr id="8" name="text-89">
            <a:extLst>
              <a:ext uri="{FF2B5EF4-FFF2-40B4-BE49-F238E27FC236}">
                <a16:creationId xmlns:a16="http://schemas.microsoft.com/office/drawing/2014/main" id="{2C2AF639-A3F6-43E3-83E0-630C9DE0B794}"/>
              </a:ext>
            </a:extLst>
          </p:cNvPr>
          <p:cNvSpPr>
            <a:spLocks noGrp="1"/>
          </p:cNvSpPr>
          <p:nvPr/>
        </p:nvSpPr>
        <p:spPr>
          <a:xfrm>
            <a:off x="7762875" y="6124575"/>
            <a:ext cx="1695450" cy="285750"/>
          </a:xfrm>
          <a:prstGeom prst="rect">
            <a:avLst/>
          </a:prstGeom>
          <a:noFill/>
          <a:ln w="0">
            <a:noFill/>
            <a:prstDash val="solid"/>
          </a:ln>
        </p:spPr>
        <p:txBody>
          <a:bodyPr wrap="square" lIns="0" tIns="0" rIns="0" bIns="0" anchor="ctr">
            <a:noAutofit/>
          </a:bodyPr>
          <a:lstStyle>
            <a:defPPr algn="ctr">
              <a:defRPr sz="1875" b="0" i="0">
                <a:solidFill>
                  <a:srgbClr val="111111"/>
                </a:solidFill>
                <a:latin typeface="Arial"/>
                <a:ea typeface="Arial"/>
                <a:cs typeface="Arial"/>
              </a:defRPr>
            </a:defPPr>
            <a:lvl1pPr algn="ctr">
              <a:buNone/>
              <a:defRPr sz="1875" b="0" i="0">
                <a:solidFill>
                  <a:srgbClr val="111111"/>
                </a:solidFill>
                <a:latin typeface="Arial"/>
                <a:ea typeface="Arial"/>
                <a:cs typeface="Arial"/>
              </a:defRPr>
            </a:lvl1pPr>
            <a:lvl2pPr algn="ctr">
              <a:buNone/>
              <a:defRPr sz="1875" b="0" i="0">
                <a:solidFill>
                  <a:srgbClr val="111111"/>
                </a:solidFill>
                <a:latin typeface="Arial"/>
                <a:ea typeface="Arial"/>
                <a:cs typeface="Arial"/>
              </a:defRPr>
            </a:lvl2pPr>
            <a:lvl3pPr algn="ctr">
              <a:buNone/>
              <a:defRPr sz="1875" b="0" i="0">
                <a:solidFill>
                  <a:srgbClr val="111111"/>
                </a:solidFill>
                <a:latin typeface="Arial"/>
                <a:ea typeface="Arial"/>
                <a:cs typeface="Arial"/>
              </a:defRPr>
            </a:lvl3pPr>
            <a:lvl4pPr algn="ctr">
              <a:buNone/>
              <a:defRPr sz="1875" b="0" i="0">
                <a:solidFill>
                  <a:srgbClr val="111111"/>
                </a:solidFill>
                <a:latin typeface="Arial"/>
                <a:ea typeface="Arial"/>
                <a:cs typeface="Arial"/>
              </a:defRPr>
            </a:lvl4pPr>
            <a:lvl5pPr algn="ctr">
              <a:buNone/>
              <a:defRPr sz="1875" b="0" i="0">
                <a:solidFill>
                  <a:srgbClr val="111111"/>
                </a:solidFill>
                <a:latin typeface="Arial"/>
                <a:ea typeface="Arial"/>
                <a:cs typeface="Arial"/>
              </a:defRPr>
            </a:lvl5pPr>
            <a:lvl6pPr algn="ctr">
              <a:buNone/>
              <a:defRPr sz="1875" b="0" i="0">
                <a:solidFill>
                  <a:srgbClr val="111111"/>
                </a:solidFill>
                <a:latin typeface="Arial"/>
                <a:ea typeface="Arial"/>
                <a:cs typeface="Arial"/>
              </a:defRPr>
            </a:lvl6pPr>
            <a:lvl7pPr algn="ctr">
              <a:buNone/>
              <a:defRPr sz="1875" b="0" i="0">
                <a:solidFill>
                  <a:srgbClr val="111111"/>
                </a:solidFill>
                <a:latin typeface="Arial"/>
                <a:ea typeface="Arial"/>
                <a:cs typeface="Arial"/>
              </a:defRPr>
            </a:lvl7pPr>
            <a:lvl8pPr algn="ctr">
              <a:buNone/>
              <a:defRPr sz="1875" b="0" i="0">
                <a:solidFill>
                  <a:srgbClr val="111111"/>
                </a:solidFill>
                <a:latin typeface="Arial"/>
                <a:ea typeface="Arial"/>
                <a:cs typeface="Arial"/>
              </a:defRPr>
            </a:lvl8pPr>
            <a:lvl9pPr algn="ctr">
              <a:buNone/>
              <a:defRPr sz="1875" b="0" i="0">
                <a:solidFill>
                  <a:srgbClr val="111111"/>
                </a:solidFill>
                <a:latin typeface="Arial"/>
                <a:ea typeface="Arial"/>
                <a:cs typeface="Arial"/>
              </a:defRPr>
            </a:lvl9pPr>
          </a:lstStyle>
          <a:p>
            <a:pPr algn="ctr">
              <a:buNone/>
              <a:defRPr sz="1875" b="0" i="0">
                <a:solidFill>
                  <a:srgbClr val="111111"/>
                </a:solidFill>
                <a:latin typeface="Arial"/>
                <a:ea typeface="Arial"/>
                <a:cs typeface="Arial"/>
              </a:defRPr>
            </a:pPr>
            <a:r>
              <a:rPr sz="1875" b="0" i="0">
                <a:solidFill>
                  <a:srgbClr val="111111"/>
                </a:solidFill>
                <a:latin typeface="Arial"/>
                <a:ea typeface="Arial"/>
                <a:cs typeface="Arial"/>
              </a:rPr>
              <a:t>Paper</a:t>
            </a:r>
          </a:p>
        </p:txBody>
      </p:sp>
      <p:sp>
        <p:nvSpPr>
          <p:cNvPr id="9" name="text-90">
            <a:extLst>
              <a:ext uri="{FF2B5EF4-FFF2-40B4-BE49-F238E27FC236}">
                <a16:creationId xmlns:a16="http://schemas.microsoft.com/office/drawing/2014/main" id="{2AE55F95-452B-466E-8336-2CDCCABED2C6}"/>
              </a:ext>
            </a:extLst>
          </p:cNvPr>
          <p:cNvSpPr>
            <a:spLocks noGrp="1"/>
          </p:cNvSpPr>
          <p:nvPr/>
        </p:nvSpPr>
        <p:spPr>
          <a:xfrm>
            <a:off x="9572625" y="6124575"/>
            <a:ext cx="2143125" cy="285750"/>
          </a:xfrm>
          <a:prstGeom prst="rect">
            <a:avLst/>
          </a:prstGeom>
          <a:noFill/>
          <a:ln w="0">
            <a:noFill/>
            <a:prstDash val="solid"/>
          </a:ln>
        </p:spPr>
        <p:txBody>
          <a:bodyPr wrap="square" lIns="0" tIns="0" rIns="0" bIns="0" anchor="ctr">
            <a:noAutofit/>
          </a:bodyPr>
          <a:lstStyle>
            <a:defPPr algn="ctr">
              <a:defRPr sz="1875" b="0" i="0">
                <a:solidFill>
                  <a:srgbClr val="111111"/>
                </a:solidFill>
                <a:latin typeface="Arial"/>
                <a:ea typeface="Arial"/>
                <a:cs typeface="Arial"/>
              </a:defRPr>
            </a:defPPr>
            <a:lvl1pPr algn="ctr">
              <a:buNone/>
              <a:defRPr sz="1875" b="0" i="0">
                <a:solidFill>
                  <a:srgbClr val="111111"/>
                </a:solidFill>
                <a:latin typeface="Arial"/>
                <a:ea typeface="Arial"/>
                <a:cs typeface="Arial"/>
              </a:defRPr>
            </a:lvl1pPr>
            <a:lvl2pPr algn="ctr">
              <a:buNone/>
              <a:defRPr sz="1875" b="0" i="0">
                <a:solidFill>
                  <a:srgbClr val="111111"/>
                </a:solidFill>
                <a:latin typeface="Arial"/>
                <a:ea typeface="Arial"/>
                <a:cs typeface="Arial"/>
              </a:defRPr>
            </a:lvl2pPr>
            <a:lvl3pPr algn="ctr">
              <a:buNone/>
              <a:defRPr sz="1875" b="0" i="0">
                <a:solidFill>
                  <a:srgbClr val="111111"/>
                </a:solidFill>
                <a:latin typeface="Arial"/>
                <a:ea typeface="Arial"/>
                <a:cs typeface="Arial"/>
              </a:defRPr>
            </a:lvl3pPr>
            <a:lvl4pPr algn="ctr">
              <a:buNone/>
              <a:defRPr sz="1875" b="0" i="0">
                <a:solidFill>
                  <a:srgbClr val="111111"/>
                </a:solidFill>
                <a:latin typeface="Arial"/>
                <a:ea typeface="Arial"/>
                <a:cs typeface="Arial"/>
              </a:defRPr>
            </a:lvl4pPr>
            <a:lvl5pPr algn="ctr">
              <a:buNone/>
              <a:defRPr sz="1875" b="0" i="0">
                <a:solidFill>
                  <a:srgbClr val="111111"/>
                </a:solidFill>
                <a:latin typeface="Arial"/>
                <a:ea typeface="Arial"/>
                <a:cs typeface="Arial"/>
              </a:defRPr>
            </a:lvl5pPr>
            <a:lvl6pPr algn="ctr">
              <a:buNone/>
              <a:defRPr sz="1875" b="0" i="0">
                <a:solidFill>
                  <a:srgbClr val="111111"/>
                </a:solidFill>
                <a:latin typeface="Arial"/>
                <a:ea typeface="Arial"/>
                <a:cs typeface="Arial"/>
              </a:defRPr>
            </a:lvl6pPr>
            <a:lvl7pPr algn="ctr">
              <a:buNone/>
              <a:defRPr sz="1875" b="0" i="0">
                <a:solidFill>
                  <a:srgbClr val="111111"/>
                </a:solidFill>
                <a:latin typeface="Arial"/>
                <a:ea typeface="Arial"/>
                <a:cs typeface="Arial"/>
              </a:defRPr>
            </a:lvl7pPr>
            <a:lvl8pPr algn="ctr">
              <a:buNone/>
              <a:defRPr sz="1875" b="0" i="0">
                <a:solidFill>
                  <a:srgbClr val="111111"/>
                </a:solidFill>
                <a:latin typeface="Arial"/>
                <a:ea typeface="Arial"/>
                <a:cs typeface="Arial"/>
              </a:defRPr>
            </a:lvl8pPr>
            <a:lvl9pPr algn="ctr">
              <a:buNone/>
              <a:defRPr sz="1875" b="0" i="0">
                <a:solidFill>
                  <a:srgbClr val="111111"/>
                </a:solidFill>
                <a:latin typeface="Arial"/>
                <a:ea typeface="Arial"/>
                <a:cs typeface="Arial"/>
              </a:defRPr>
            </a:lvl9pPr>
          </a:lstStyle>
          <a:p>
            <a:pPr algn="ctr">
              <a:buNone/>
              <a:defRPr sz="1875" b="0" i="0">
                <a:solidFill>
                  <a:srgbClr val="111111"/>
                </a:solidFill>
                <a:latin typeface="Arial"/>
                <a:ea typeface="Arial"/>
                <a:cs typeface="Arial"/>
              </a:defRPr>
            </a:pPr>
            <a:r>
              <a:rPr sz="1875" b="0" i="0">
                <a:solidFill>
                  <a:srgbClr val="111111"/>
                </a:solidFill>
                <a:latin typeface="Arial"/>
                <a:ea typeface="Arial"/>
                <a:cs typeface="Arial"/>
              </a:rPr>
              <a:t>Code &amp; Data</a:t>
            </a:r>
          </a:p>
        </p:txBody>
      </p:sp>
      <p:sp>
        <p:nvSpPr>
          <p:cNvPr id="13" name="v5-text-5027">
            <a:extLst>
              <a:ext uri="{FF2B5EF4-FFF2-40B4-BE49-F238E27FC236}">
                <a16:creationId xmlns:a16="http://schemas.microsoft.com/office/drawing/2014/main" id="{7CE32904-7A83-4F00-9C29-595ACECF1C6A}"/>
              </a:ext>
            </a:extLst>
          </p:cNvPr>
          <p:cNvSpPr>
            <a:spLocks noGrp="1"/>
          </p:cNvSpPr>
          <p:nvPr/>
        </p:nvSpPr>
        <p:spPr>
          <a:xfrm>
            <a:off x="914400" y="2028825"/>
            <a:ext cx="10477500" cy="409575"/>
          </a:xfrm>
          <a:prstGeom prst="rect">
            <a:avLst/>
          </a:prstGeom>
          <a:noFill/>
          <a:ln w="0">
            <a:noFill/>
          </a:ln>
        </p:spPr>
        <p:txBody>
          <a:bodyPr wrap="square" lIns="0" tIns="0" rIns="0" bIns="0" anchor="ctr">
            <a:noAutofit/>
          </a:bodyPr>
          <a:lstStyle>
            <a:defPPr algn="l">
              <a:defRPr sz="2400" b="0" i="0">
                <a:solidFill>
                  <a:srgbClr val="156082"/>
                </a:solidFill>
                <a:latin typeface="Arial"/>
                <a:ea typeface="Arial"/>
                <a:cs typeface="Arial"/>
              </a:defRPr>
            </a:defPPr>
            <a:lvl1pPr algn="l">
              <a:buNone/>
              <a:defRPr sz="2400" b="0" i="0">
                <a:solidFill>
                  <a:srgbClr val="156082"/>
                </a:solidFill>
                <a:latin typeface="Arial"/>
                <a:ea typeface="Arial"/>
                <a:cs typeface="Arial"/>
              </a:defRPr>
            </a:lvl1pPr>
            <a:lvl2pPr algn="l">
              <a:buNone/>
              <a:defRPr sz="2400" b="0" i="0">
                <a:solidFill>
                  <a:srgbClr val="156082"/>
                </a:solidFill>
                <a:latin typeface="Arial"/>
                <a:ea typeface="Arial"/>
                <a:cs typeface="Arial"/>
              </a:defRPr>
            </a:lvl2pPr>
            <a:lvl3pPr algn="l">
              <a:buNone/>
              <a:defRPr sz="2400" b="0" i="0">
                <a:solidFill>
                  <a:srgbClr val="156082"/>
                </a:solidFill>
                <a:latin typeface="Arial"/>
                <a:ea typeface="Arial"/>
                <a:cs typeface="Arial"/>
              </a:defRPr>
            </a:lvl3pPr>
            <a:lvl4pPr algn="l">
              <a:buNone/>
              <a:defRPr sz="2400" b="0" i="0">
                <a:solidFill>
                  <a:srgbClr val="156082"/>
                </a:solidFill>
                <a:latin typeface="Arial"/>
                <a:ea typeface="Arial"/>
                <a:cs typeface="Arial"/>
              </a:defRPr>
            </a:lvl4pPr>
            <a:lvl5pPr algn="l">
              <a:buNone/>
              <a:defRPr sz="2400" b="0" i="0">
                <a:solidFill>
                  <a:srgbClr val="156082"/>
                </a:solidFill>
                <a:latin typeface="Arial"/>
                <a:ea typeface="Arial"/>
                <a:cs typeface="Arial"/>
              </a:defRPr>
            </a:lvl5pPr>
            <a:lvl6pPr algn="l">
              <a:buNone/>
              <a:defRPr sz="2400" b="0" i="0">
                <a:solidFill>
                  <a:srgbClr val="156082"/>
                </a:solidFill>
                <a:latin typeface="Arial"/>
                <a:ea typeface="Arial"/>
                <a:cs typeface="Arial"/>
              </a:defRPr>
            </a:lvl6pPr>
            <a:lvl7pPr algn="l">
              <a:buNone/>
              <a:defRPr sz="2400" b="0" i="0">
                <a:solidFill>
                  <a:srgbClr val="156082"/>
                </a:solidFill>
                <a:latin typeface="Arial"/>
                <a:ea typeface="Arial"/>
                <a:cs typeface="Arial"/>
              </a:defRPr>
            </a:lvl7pPr>
            <a:lvl8pPr algn="l">
              <a:buNone/>
              <a:defRPr sz="2400" b="0" i="0">
                <a:solidFill>
                  <a:srgbClr val="156082"/>
                </a:solidFill>
                <a:latin typeface="Arial"/>
                <a:ea typeface="Arial"/>
                <a:cs typeface="Arial"/>
              </a:defRPr>
            </a:lvl8pPr>
            <a:lvl9pPr algn="l">
              <a:buNone/>
              <a:defRPr sz="2400" b="0" i="0">
                <a:solidFill>
                  <a:srgbClr val="156082"/>
                </a:solidFill>
                <a:latin typeface="Arial"/>
                <a:ea typeface="Arial"/>
                <a:cs typeface="Arial"/>
              </a:defRPr>
            </a:lvl9pPr>
          </a:lstStyle>
          <a:p>
            <a:pPr algn="l">
              <a:buNone/>
              <a:defRPr sz="2400" b="0" i="0">
                <a:solidFill>
                  <a:srgbClr val="156082"/>
                </a:solidFill>
                <a:latin typeface="Arial"/>
                <a:ea typeface="Arial"/>
                <a:cs typeface="Arial"/>
              </a:defRPr>
            </a:pPr>
            <a:r>
              <a:rPr sz="2400" b="0" i="0">
                <a:solidFill>
                  <a:srgbClr val="156082"/>
                </a:solidFill>
                <a:latin typeface="Arial"/>
                <a:ea typeface="Arial"/>
                <a:cs typeface="Arial"/>
              </a:rPr>
              <a:t>Expert descriptions can guide zero-shot detection.</a:t>
            </a:r>
          </a:p>
        </p:txBody>
      </p:sp>
      <p:sp>
        <p:nvSpPr>
          <p:cNvPr id="14" name="v5-text-5028">
            <a:extLst>
              <a:ext uri="{FF2B5EF4-FFF2-40B4-BE49-F238E27FC236}">
                <a16:creationId xmlns:a16="http://schemas.microsoft.com/office/drawing/2014/main" id="{DE97267F-C129-4275-A05C-2CCF7E334927}"/>
              </a:ext>
            </a:extLst>
          </p:cNvPr>
          <p:cNvSpPr>
            <a:spLocks noGrp="1"/>
          </p:cNvSpPr>
          <p:nvPr/>
        </p:nvSpPr>
        <p:spPr>
          <a:xfrm>
            <a:off x="914400" y="2457450"/>
            <a:ext cx="10382250" cy="371475"/>
          </a:xfrm>
          <a:prstGeom prst="rect">
            <a:avLst/>
          </a:prstGeom>
          <a:noFill/>
          <a:ln w="0">
            <a:noFill/>
          </a:ln>
        </p:spPr>
        <p:txBody>
          <a:bodyPr wrap="square" lIns="0" tIns="0" rIns="0" bIns="0" anchor="ctr">
            <a:noAutofit/>
          </a:bodyPr>
          <a:lstStyle>
            <a:defPPr algn="l">
              <a:defRPr sz="1950" b="0" i="0">
                <a:solidFill>
                  <a:srgbClr val="111111"/>
                </a:solidFill>
                <a:latin typeface="Arial"/>
                <a:ea typeface="Arial"/>
                <a:cs typeface="Arial"/>
              </a:defRPr>
            </a:defPPr>
            <a:lvl1pPr algn="l">
              <a:buNone/>
              <a:defRPr sz="1950" b="0" i="0">
                <a:solidFill>
                  <a:srgbClr val="111111"/>
                </a:solidFill>
                <a:latin typeface="Arial"/>
                <a:ea typeface="Arial"/>
                <a:cs typeface="Arial"/>
              </a:defRPr>
            </a:lvl1pPr>
            <a:lvl2pPr algn="l">
              <a:buNone/>
              <a:defRPr sz="1950" b="0" i="0">
                <a:solidFill>
                  <a:srgbClr val="111111"/>
                </a:solidFill>
                <a:latin typeface="Arial"/>
                <a:ea typeface="Arial"/>
                <a:cs typeface="Arial"/>
              </a:defRPr>
            </a:lvl2pPr>
            <a:lvl3pPr algn="l">
              <a:buNone/>
              <a:defRPr sz="1950" b="0" i="0">
                <a:solidFill>
                  <a:srgbClr val="111111"/>
                </a:solidFill>
                <a:latin typeface="Arial"/>
                <a:ea typeface="Arial"/>
                <a:cs typeface="Arial"/>
              </a:defRPr>
            </a:lvl3pPr>
            <a:lvl4pPr algn="l">
              <a:buNone/>
              <a:defRPr sz="1950" b="0" i="0">
                <a:solidFill>
                  <a:srgbClr val="111111"/>
                </a:solidFill>
                <a:latin typeface="Arial"/>
                <a:ea typeface="Arial"/>
                <a:cs typeface="Arial"/>
              </a:defRPr>
            </a:lvl4pPr>
            <a:lvl5pPr algn="l">
              <a:buNone/>
              <a:defRPr sz="1950" b="0" i="0">
                <a:solidFill>
                  <a:srgbClr val="111111"/>
                </a:solidFill>
                <a:latin typeface="Arial"/>
                <a:ea typeface="Arial"/>
                <a:cs typeface="Arial"/>
              </a:defRPr>
            </a:lvl5pPr>
            <a:lvl6pPr algn="l">
              <a:buNone/>
              <a:defRPr sz="1950" b="0" i="0">
                <a:solidFill>
                  <a:srgbClr val="111111"/>
                </a:solidFill>
                <a:latin typeface="Arial"/>
                <a:ea typeface="Arial"/>
                <a:cs typeface="Arial"/>
              </a:defRPr>
            </a:lvl6pPr>
            <a:lvl7pPr algn="l">
              <a:buNone/>
              <a:defRPr sz="1950" b="0" i="0">
                <a:solidFill>
                  <a:srgbClr val="111111"/>
                </a:solidFill>
                <a:latin typeface="Arial"/>
                <a:ea typeface="Arial"/>
                <a:cs typeface="Arial"/>
              </a:defRPr>
            </a:lvl7pPr>
            <a:lvl8pPr algn="l">
              <a:buNone/>
              <a:defRPr sz="1950" b="0" i="0">
                <a:solidFill>
                  <a:srgbClr val="111111"/>
                </a:solidFill>
                <a:latin typeface="Arial"/>
                <a:ea typeface="Arial"/>
                <a:cs typeface="Arial"/>
              </a:defRPr>
            </a:lvl8pPr>
            <a:lvl9pPr algn="l">
              <a:buNone/>
              <a:defRPr sz="1950" b="0" i="0">
                <a:solidFill>
                  <a:srgbClr val="111111"/>
                </a:solidFill>
                <a:latin typeface="Arial"/>
                <a:ea typeface="Arial"/>
                <a:cs typeface="Arial"/>
              </a:defRPr>
            </a:lvl9pPr>
          </a:lstStyle>
          <a:p>
            <a:pPr algn="l">
              <a:buNone/>
              <a:defRPr sz="1950" b="0" i="0">
                <a:solidFill>
                  <a:srgbClr val="111111"/>
                </a:solidFill>
                <a:latin typeface="Arial"/>
                <a:ea typeface="Arial"/>
                <a:cs typeface="Arial"/>
              </a:defRPr>
            </a:pPr>
            <a:r>
              <a:rPr sz="1950" b="0" i="0">
                <a:solidFill>
                  <a:srgbClr val="111111"/>
                </a:solidFill>
                <a:latin typeface="Arial"/>
                <a:ea typeface="Arial"/>
                <a:cs typeface="Arial"/>
              </a:rPr>
              <a:t>ELT turns domain knowledge into reusable constraints for signal grounding.</a:t>
            </a:r>
          </a:p>
        </p:txBody>
      </p:sp>
      <p:sp>
        <p:nvSpPr>
          <p:cNvPr id="15" name="v5-text-5029">
            <a:extLst>
              <a:ext uri="{FF2B5EF4-FFF2-40B4-BE49-F238E27FC236}">
                <a16:creationId xmlns:a16="http://schemas.microsoft.com/office/drawing/2014/main" id="{10BBFD39-51A2-4AF4-95AD-BAFFF845AE5A}"/>
              </a:ext>
            </a:extLst>
          </p:cNvPr>
          <p:cNvSpPr>
            <a:spLocks noGrp="1"/>
          </p:cNvSpPr>
          <p:nvPr/>
        </p:nvSpPr>
        <p:spPr>
          <a:xfrm>
            <a:off x="914400" y="3095625"/>
            <a:ext cx="10477500" cy="409575"/>
          </a:xfrm>
          <a:prstGeom prst="rect">
            <a:avLst/>
          </a:prstGeom>
          <a:noFill/>
          <a:ln w="0">
            <a:noFill/>
          </a:ln>
        </p:spPr>
        <p:txBody>
          <a:bodyPr wrap="square" lIns="0" tIns="0" rIns="0" bIns="0" anchor="ctr">
            <a:noAutofit/>
          </a:bodyPr>
          <a:lstStyle>
            <a:defPPr algn="l">
              <a:defRPr sz="2400" b="0" i="0">
                <a:solidFill>
                  <a:srgbClr val="156082"/>
                </a:solidFill>
                <a:latin typeface="Arial"/>
                <a:ea typeface="Arial"/>
                <a:cs typeface="Arial"/>
              </a:defRPr>
            </a:defPPr>
            <a:lvl1pPr algn="l">
              <a:buNone/>
              <a:defRPr sz="2400" b="0" i="0">
                <a:solidFill>
                  <a:srgbClr val="156082"/>
                </a:solidFill>
                <a:latin typeface="Arial"/>
                <a:ea typeface="Arial"/>
                <a:cs typeface="Arial"/>
              </a:defRPr>
            </a:lvl1pPr>
            <a:lvl2pPr algn="l">
              <a:buNone/>
              <a:defRPr sz="2400" b="0" i="0">
                <a:solidFill>
                  <a:srgbClr val="156082"/>
                </a:solidFill>
                <a:latin typeface="Arial"/>
                <a:ea typeface="Arial"/>
                <a:cs typeface="Arial"/>
              </a:defRPr>
            </a:lvl2pPr>
            <a:lvl3pPr algn="l">
              <a:buNone/>
              <a:defRPr sz="2400" b="0" i="0">
                <a:solidFill>
                  <a:srgbClr val="156082"/>
                </a:solidFill>
                <a:latin typeface="Arial"/>
                <a:ea typeface="Arial"/>
                <a:cs typeface="Arial"/>
              </a:defRPr>
            </a:lvl3pPr>
            <a:lvl4pPr algn="l">
              <a:buNone/>
              <a:defRPr sz="2400" b="0" i="0">
                <a:solidFill>
                  <a:srgbClr val="156082"/>
                </a:solidFill>
                <a:latin typeface="Arial"/>
                <a:ea typeface="Arial"/>
                <a:cs typeface="Arial"/>
              </a:defRPr>
            </a:lvl4pPr>
            <a:lvl5pPr algn="l">
              <a:buNone/>
              <a:defRPr sz="2400" b="0" i="0">
                <a:solidFill>
                  <a:srgbClr val="156082"/>
                </a:solidFill>
                <a:latin typeface="Arial"/>
                <a:ea typeface="Arial"/>
                <a:cs typeface="Arial"/>
              </a:defRPr>
            </a:lvl5pPr>
            <a:lvl6pPr algn="l">
              <a:buNone/>
              <a:defRPr sz="2400" b="0" i="0">
                <a:solidFill>
                  <a:srgbClr val="156082"/>
                </a:solidFill>
                <a:latin typeface="Arial"/>
                <a:ea typeface="Arial"/>
                <a:cs typeface="Arial"/>
              </a:defRPr>
            </a:lvl6pPr>
            <a:lvl7pPr algn="l">
              <a:buNone/>
              <a:defRPr sz="2400" b="0" i="0">
                <a:solidFill>
                  <a:srgbClr val="156082"/>
                </a:solidFill>
                <a:latin typeface="Arial"/>
                <a:ea typeface="Arial"/>
                <a:cs typeface="Arial"/>
              </a:defRPr>
            </a:lvl7pPr>
            <a:lvl8pPr algn="l">
              <a:buNone/>
              <a:defRPr sz="2400" b="0" i="0">
                <a:solidFill>
                  <a:srgbClr val="156082"/>
                </a:solidFill>
                <a:latin typeface="Arial"/>
                <a:ea typeface="Arial"/>
                <a:cs typeface="Arial"/>
              </a:defRPr>
            </a:lvl8pPr>
            <a:lvl9pPr algn="l">
              <a:buNone/>
              <a:defRPr sz="2400" b="0" i="0">
                <a:solidFill>
                  <a:srgbClr val="156082"/>
                </a:solidFill>
                <a:latin typeface="Arial"/>
                <a:ea typeface="Arial"/>
                <a:cs typeface="Arial"/>
              </a:defRPr>
            </a:lvl9pPr>
          </a:lstStyle>
          <a:p>
            <a:pPr algn="l">
              <a:buNone/>
              <a:defRPr sz="2400" b="0" i="0">
                <a:solidFill>
                  <a:srgbClr val="156082"/>
                </a:solidFill>
                <a:latin typeface="Arial"/>
                <a:ea typeface="Arial"/>
                <a:cs typeface="Arial"/>
              </a:defRPr>
            </a:pPr>
            <a:r>
              <a:rPr sz="2400" b="0" i="0">
                <a:solidFill>
                  <a:srgbClr val="156082"/>
                </a:solidFill>
                <a:latin typeface="Arial"/>
                <a:ea typeface="Arial"/>
                <a:cs typeface="Arial"/>
              </a:rPr>
              <a:t>Temporal structure matters for precise localization.</a:t>
            </a:r>
          </a:p>
        </p:txBody>
      </p:sp>
      <p:sp>
        <p:nvSpPr>
          <p:cNvPr id="16" name="v5-text-5030">
            <a:extLst>
              <a:ext uri="{FF2B5EF4-FFF2-40B4-BE49-F238E27FC236}">
                <a16:creationId xmlns:a16="http://schemas.microsoft.com/office/drawing/2014/main" id="{29AF6DFC-0F83-4B3A-9744-B43B2FB4FFBC}"/>
              </a:ext>
            </a:extLst>
          </p:cNvPr>
          <p:cNvSpPr>
            <a:spLocks noGrp="1"/>
          </p:cNvSpPr>
          <p:nvPr/>
        </p:nvSpPr>
        <p:spPr>
          <a:xfrm>
            <a:off x="914400" y="3524250"/>
            <a:ext cx="10477500" cy="371475"/>
          </a:xfrm>
          <a:prstGeom prst="rect">
            <a:avLst/>
          </a:prstGeom>
          <a:noFill/>
          <a:ln w="0">
            <a:noFill/>
          </a:ln>
        </p:spPr>
        <p:txBody>
          <a:bodyPr wrap="square" lIns="0" tIns="0" rIns="0" bIns="0" anchor="ctr">
            <a:noAutofit/>
          </a:bodyPr>
          <a:lstStyle>
            <a:defPPr algn="l">
              <a:defRPr sz="1950" b="0" i="0">
                <a:solidFill>
                  <a:srgbClr val="111111"/>
                </a:solidFill>
                <a:latin typeface="Arial"/>
                <a:ea typeface="Arial"/>
                <a:cs typeface="Arial"/>
              </a:defRPr>
            </a:defPPr>
            <a:lvl1pPr algn="l">
              <a:buNone/>
              <a:defRPr sz="1950" b="0" i="0">
                <a:solidFill>
                  <a:srgbClr val="111111"/>
                </a:solidFill>
                <a:latin typeface="Arial"/>
                <a:ea typeface="Arial"/>
                <a:cs typeface="Arial"/>
              </a:defRPr>
            </a:lvl1pPr>
            <a:lvl2pPr algn="l">
              <a:buNone/>
              <a:defRPr sz="1950" b="0" i="0">
                <a:solidFill>
                  <a:srgbClr val="111111"/>
                </a:solidFill>
                <a:latin typeface="Arial"/>
                <a:ea typeface="Arial"/>
                <a:cs typeface="Arial"/>
              </a:defRPr>
            </a:lvl2pPr>
            <a:lvl3pPr algn="l">
              <a:buNone/>
              <a:defRPr sz="1950" b="0" i="0">
                <a:solidFill>
                  <a:srgbClr val="111111"/>
                </a:solidFill>
                <a:latin typeface="Arial"/>
                <a:ea typeface="Arial"/>
                <a:cs typeface="Arial"/>
              </a:defRPr>
            </a:lvl3pPr>
            <a:lvl4pPr algn="l">
              <a:buNone/>
              <a:defRPr sz="1950" b="0" i="0">
                <a:solidFill>
                  <a:srgbClr val="111111"/>
                </a:solidFill>
                <a:latin typeface="Arial"/>
                <a:ea typeface="Arial"/>
                <a:cs typeface="Arial"/>
              </a:defRPr>
            </a:lvl4pPr>
            <a:lvl5pPr algn="l">
              <a:buNone/>
              <a:defRPr sz="1950" b="0" i="0">
                <a:solidFill>
                  <a:srgbClr val="111111"/>
                </a:solidFill>
                <a:latin typeface="Arial"/>
                <a:ea typeface="Arial"/>
                <a:cs typeface="Arial"/>
              </a:defRPr>
            </a:lvl5pPr>
            <a:lvl6pPr algn="l">
              <a:buNone/>
              <a:defRPr sz="1950" b="0" i="0">
                <a:solidFill>
                  <a:srgbClr val="111111"/>
                </a:solidFill>
                <a:latin typeface="Arial"/>
                <a:ea typeface="Arial"/>
                <a:cs typeface="Arial"/>
              </a:defRPr>
            </a:lvl6pPr>
            <a:lvl7pPr algn="l">
              <a:buNone/>
              <a:defRPr sz="1950" b="0" i="0">
                <a:solidFill>
                  <a:srgbClr val="111111"/>
                </a:solidFill>
                <a:latin typeface="Arial"/>
                <a:ea typeface="Arial"/>
                <a:cs typeface="Arial"/>
              </a:defRPr>
            </a:lvl7pPr>
            <a:lvl8pPr algn="l">
              <a:buNone/>
              <a:defRPr sz="1950" b="0" i="0">
                <a:solidFill>
                  <a:srgbClr val="111111"/>
                </a:solidFill>
                <a:latin typeface="Arial"/>
                <a:ea typeface="Arial"/>
                <a:cs typeface="Arial"/>
              </a:defRPr>
            </a:lvl8pPr>
            <a:lvl9pPr algn="l">
              <a:buNone/>
              <a:defRPr sz="1950" b="0" i="0">
                <a:solidFill>
                  <a:srgbClr val="111111"/>
                </a:solidFill>
                <a:latin typeface="Arial"/>
                <a:ea typeface="Arial"/>
                <a:cs typeface="Arial"/>
              </a:defRPr>
            </a:lvl9pPr>
          </a:lstStyle>
          <a:p>
            <a:pPr algn="l">
              <a:buNone/>
              <a:defRPr sz="1950" b="0" i="0">
                <a:solidFill>
                  <a:srgbClr val="111111"/>
                </a:solidFill>
                <a:latin typeface="Arial"/>
                <a:ea typeface="Arial"/>
                <a:cs typeface="Arial"/>
              </a:defRPr>
            </a:pPr>
            <a:r>
              <a:rPr sz="1950" b="0" i="0">
                <a:solidFill>
                  <a:srgbClr val="111111"/>
                </a:solidFill>
                <a:latin typeface="Arial"/>
                <a:ea typeface="Arial"/>
                <a:cs typeface="Arial"/>
              </a:rPr>
              <a:t>Removing ELT costs 20.9 points on Pressure Test F1@0.9 (GPT-5).</a:t>
            </a:r>
          </a:p>
        </p:txBody>
      </p:sp>
      <p:sp>
        <p:nvSpPr>
          <p:cNvPr id="17" name="v5-text-5031">
            <a:extLst>
              <a:ext uri="{FF2B5EF4-FFF2-40B4-BE49-F238E27FC236}">
                <a16:creationId xmlns:a16="http://schemas.microsoft.com/office/drawing/2014/main" id="{FC8AFE59-40BB-4FA9-A00E-54FF2842A7D1}"/>
              </a:ext>
            </a:extLst>
          </p:cNvPr>
          <p:cNvSpPr>
            <a:spLocks noGrp="1"/>
          </p:cNvSpPr>
          <p:nvPr/>
        </p:nvSpPr>
        <p:spPr>
          <a:xfrm>
            <a:off x="914400" y="4162425"/>
            <a:ext cx="10477500" cy="409575"/>
          </a:xfrm>
          <a:prstGeom prst="rect">
            <a:avLst/>
          </a:prstGeom>
          <a:noFill/>
          <a:ln w="0">
            <a:noFill/>
          </a:ln>
        </p:spPr>
        <p:txBody>
          <a:bodyPr wrap="square" lIns="0" tIns="0" rIns="0" bIns="0" anchor="ctr">
            <a:noAutofit/>
          </a:bodyPr>
          <a:lstStyle>
            <a:defPPr algn="l">
              <a:defRPr sz="2400" b="0" i="0">
                <a:solidFill>
                  <a:srgbClr val="156082"/>
                </a:solidFill>
                <a:latin typeface="Arial"/>
                <a:ea typeface="Arial"/>
                <a:cs typeface="Arial"/>
              </a:defRPr>
            </a:defPPr>
            <a:lvl1pPr algn="l">
              <a:buNone/>
              <a:defRPr sz="2400" b="0" i="0">
                <a:solidFill>
                  <a:srgbClr val="156082"/>
                </a:solidFill>
                <a:latin typeface="Arial"/>
                <a:ea typeface="Arial"/>
                <a:cs typeface="Arial"/>
              </a:defRPr>
            </a:lvl1pPr>
            <a:lvl2pPr algn="l">
              <a:buNone/>
              <a:defRPr sz="2400" b="0" i="0">
                <a:solidFill>
                  <a:srgbClr val="156082"/>
                </a:solidFill>
                <a:latin typeface="Arial"/>
                <a:ea typeface="Arial"/>
                <a:cs typeface="Arial"/>
              </a:defRPr>
            </a:lvl2pPr>
            <a:lvl3pPr algn="l">
              <a:buNone/>
              <a:defRPr sz="2400" b="0" i="0">
                <a:solidFill>
                  <a:srgbClr val="156082"/>
                </a:solidFill>
                <a:latin typeface="Arial"/>
                <a:ea typeface="Arial"/>
                <a:cs typeface="Arial"/>
              </a:defRPr>
            </a:lvl3pPr>
            <a:lvl4pPr algn="l">
              <a:buNone/>
              <a:defRPr sz="2400" b="0" i="0">
                <a:solidFill>
                  <a:srgbClr val="156082"/>
                </a:solidFill>
                <a:latin typeface="Arial"/>
                <a:ea typeface="Arial"/>
                <a:cs typeface="Arial"/>
              </a:defRPr>
            </a:lvl4pPr>
            <a:lvl5pPr algn="l">
              <a:buNone/>
              <a:defRPr sz="2400" b="0" i="0">
                <a:solidFill>
                  <a:srgbClr val="156082"/>
                </a:solidFill>
                <a:latin typeface="Arial"/>
                <a:ea typeface="Arial"/>
                <a:cs typeface="Arial"/>
              </a:defRPr>
            </a:lvl5pPr>
            <a:lvl6pPr algn="l">
              <a:buNone/>
              <a:defRPr sz="2400" b="0" i="0">
                <a:solidFill>
                  <a:srgbClr val="156082"/>
                </a:solidFill>
                <a:latin typeface="Arial"/>
                <a:ea typeface="Arial"/>
                <a:cs typeface="Arial"/>
              </a:defRPr>
            </a:lvl6pPr>
            <a:lvl7pPr algn="l">
              <a:buNone/>
              <a:defRPr sz="2400" b="0" i="0">
                <a:solidFill>
                  <a:srgbClr val="156082"/>
                </a:solidFill>
                <a:latin typeface="Arial"/>
                <a:ea typeface="Arial"/>
                <a:cs typeface="Arial"/>
              </a:defRPr>
            </a:lvl7pPr>
            <a:lvl8pPr algn="l">
              <a:buNone/>
              <a:defRPr sz="2400" b="0" i="0">
                <a:solidFill>
                  <a:srgbClr val="156082"/>
                </a:solidFill>
                <a:latin typeface="Arial"/>
                <a:ea typeface="Arial"/>
                <a:cs typeface="Arial"/>
              </a:defRPr>
            </a:lvl8pPr>
            <a:lvl9pPr algn="l">
              <a:buNone/>
              <a:defRPr sz="2400" b="0" i="0">
                <a:solidFill>
                  <a:srgbClr val="156082"/>
                </a:solidFill>
                <a:latin typeface="Arial"/>
                <a:ea typeface="Arial"/>
                <a:cs typeface="Arial"/>
              </a:defRPr>
            </a:lvl9pPr>
          </a:lstStyle>
          <a:p>
            <a:pPr algn="l">
              <a:buNone/>
              <a:defRPr sz="2400" b="0" i="0">
                <a:solidFill>
                  <a:srgbClr val="156082"/>
                </a:solidFill>
                <a:latin typeface="Arial"/>
                <a:ea typeface="Arial"/>
                <a:cs typeface="Arial"/>
              </a:defRPr>
            </a:pPr>
            <a:r>
              <a:rPr sz="2400" b="0" i="0">
                <a:solidFill>
                  <a:srgbClr val="156082"/>
                </a:solidFill>
                <a:latin typeface="Arial"/>
                <a:ea typeface="Arial"/>
                <a:cs typeface="Arial"/>
              </a:rPr>
              <a:t>Explanations should expose testable evidence.</a:t>
            </a:r>
          </a:p>
        </p:txBody>
      </p:sp>
      <p:sp>
        <p:nvSpPr>
          <p:cNvPr id="18" name="v5-text-5032">
            <a:extLst>
              <a:ext uri="{FF2B5EF4-FFF2-40B4-BE49-F238E27FC236}">
                <a16:creationId xmlns:a16="http://schemas.microsoft.com/office/drawing/2014/main" id="{641EAD47-3DDA-4558-9D7C-9E9EDDB65426}"/>
              </a:ext>
            </a:extLst>
          </p:cNvPr>
          <p:cNvSpPr>
            <a:spLocks noGrp="1"/>
          </p:cNvSpPr>
          <p:nvPr/>
        </p:nvSpPr>
        <p:spPr>
          <a:xfrm>
            <a:off x="914400" y="4619625"/>
            <a:ext cx="6762750" cy="952500"/>
          </a:xfrm>
          <a:prstGeom prst="rect">
            <a:avLst/>
          </a:prstGeom>
          <a:noFill/>
          <a:ln w="0">
            <a:noFill/>
          </a:ln>
        </p:spPr>
        <p:txBody>
          <a:bodyPr wrap="square" lIns="0" tIns="0" rIns="0" bIns="0" anchor="ctr">
            <a:noAutofit/>
          </a:bodyPr>
          <a:lstStyle>
            <a:defPPr algn="l">
              <a:defRPr sz="1875" b="0" i="0">
                <a:solidFill>
                  <a:srgbClr val="111111"/>
                </a:solidFill>
                <a:latin typeface="Arial"/>
                <a:ea typeface="Arial"/>
                <a:cs typeface="Arial"/>
              </a:defRPr>
            </a:defPPr>
            <a:lvl1pPr algn="l">
              <a:buNone/>
              <a:defRPr sz="1875" b="0" i="0">
                <a:solidFill>
                  <a:srgbClr val="111111"/>
                </a:solidFill>
                <a:latin typeface="Arial"/>
                <a:ea typeface="Arial"/>
                <a:cs typeface="Arial"/>
              </a:defRPr>
            </a:lvl1pPr>
            <a:lvl2pPr algn="l">
              <a:buNone/>
              <a:defRPr sz="1875" b="0" i="0">
                <a:solidFill>
                  <a:srgbClr val="111111"/>
                </a:solidFill>
                <a:latin typeface="Arial"/>
                <a:ea typeface="Arial"/>
                <a:cs typeface="Arial"/>
              </a:defRPr>
            </a:lvl2pPr>
            <a:lvl3pPr algn="l">
              <a:buNone/>
              <a:defRPr sz="1875" b="0" i="0">
                <a:solidFill>
                  <a:srgbClr val="111111"/>
                </a:solidFill>
                <a:latin typeface="Arial"/>
                <a:ea typeface="Arial"/>
                <a:cs typeface="Arial"/>
              </a:defRPr>
            </a:lvl3pPr>
            <a:lvl4pPr algn="l">
              <a:buNone/>
              <a:defRPr sz="1875" b="0" i="0">
                <a:solidFill>
                  <a:srgbClr val="111111"/>
                </a:solidFill>
                <a:latin typeface="Arial"/>
                <a:ea typeface="Arial"/>
                <a:cs typeface="Arial"/>
              </a:defRPr>
            </a:lvl4pPr>
            <a:lvl5pPr algn="l">
              <a:buNone/>
              <a:defRPr sz="1875" b="0" i="0">
                <a:solidFill>
                  <a:srgbClr val="111111"/>
                </a:solidFill>
                <a:latin typeface="Arial"/>
                <a:ea typeface="Arial"/>
                <a:cs typeface="Arial"/>
              </a:defRPr>
            </a:lvl5pPr>
            <a:lvl6pPr algn="l">
              <a:buNone/>
              <a:defRPr sz="1875" b="0" i="0">
                <a:solidFill>
                  <a:srgbClr val="111111"/>
                </a:solidFill>
                <a:latin typeface="Arial"/>
                <a:ea typeface="Arial"/>
                <a:cs typeface="Arial"/>
              </a:defRPr>
            </a:lvl6pPr>
            <a:lvl7pPr algn="l">
              <a:buNone/>
              <a:defRPr sz="1875" b="0" i="0">
                <a:solidFill>
                  <a:srgbClr val="111111"/>
                </a:solidFill>
                <a:latin typeface="Arial"/>
                <a:ea typeface="Arial"/>
                <a:cs typeface="Arial"/>
              </a:defRPr>
            </a:lvl7pPr>
            <a:lvl8pPr algn="l">
              <a:buNone/>
              <a:defRPr sz="1875" b="0" i="0">
                <a:solidFill>
                  <a:srgbClr val="111111"/>
                </a:solidFill>
                <a:latin typeface="Arial"/>
                <a:ea typeface="Arial"/>
                <a:cs typeface="Arial"/>
              </a:defRPr>
            </a:lvl8pPr>
            <a:lvl9pPr algn="l">
              <a:buNone/>
              <a:defRPr sz="1875" b="0" i="0">
                <a:solidFill>
                  <a:srgbClr val="111111"/>
                </a:solidFill>
                <a:latin typeface="Arial"/>
                <a:ea typeface="Arial"/>
                <a:cs typeface="Arial"/>
              </a:defRPr>
            </a:lvl9pPr>
          </a:lstStyle>
          <a:p>
            <a:pPr algn="l">
              <a:buNone/>
              <a:defRPr sz="1875" b="0" i="0">
                <a:solidFill>
                  <a:srgbClr val="111111"/>
                </a:solidFill>
                <a:latin typeface="Arial"/>
                <a:ea typeface="Arial"/>
                <a:cs typeface="Arial"/>
              </a:defRPr>
            </a:pPr>
            <a:r>
              <a:rPr sz="1875" b="0" i="0">
                <a:solidFill>
                  <a:srgbClr val="111111"/>
                </a:solidFill>
                <a:latin typeface="Arial"/>
                <a:ea typeface="Arial"/>
                <a:cs typeface="Arial"/>
              </a:rPr>
              <a:t>ELT exposes primitive evidence</a:t>
            </a:r>
          </a:p>
          <a:p>
            <a:pPr algn="l">
              <a:buNone/>
              <a:defRPr sz="1875" b="0" i="0">
                <a:solidFill>
                  <a:srgbClr val="111111"/>
                </a:solidFill>
                <a:latin typeface="Arial"/>
                <a:ea typeface="Arial"/>
                <a:cs typeface="Arial"/>
              </a:defRPr>
            </a:pPr>
            <a:r>
              <a:rPr sz="1875" b="0" i="0">
                <a:solidFill>
                  <a:srgbClr val="111111"/>
                </a:solidFill>
                <a:latin typeface="Arial"/>
                <a:ea typeface="Arial"/>
                <a:cs typeface="Arial"/>
              </a:rPr>
              <a:t>for expert review. Primitive-level alignment</a:t>
            </a:r>
          </a:p>
          <a:p>
            <a:pPr algn="l">
              <a:buNone/>
              <a:defRPr sz="1875" b="0" i="0">
                <a:solidFill>
                  <a:srgbClr val="111111"/>
                </a:solidFill>
                <a:latin typeface="Arial"/>
                <a:ea typeface="Arial"/>
                <a:cs typeface="Arial"/>
              </a:defRPr>
            </a:pPr>
            <a:r>
              <a:rPr sz="1875" b="0" i="0">
                <a:solidFill>
                  <a:srgbClr val="111111"/>
                </a:solidFill>
                <a:latin typeface="Arial"/>
                <a:ea typeface="Arial"/>
                <a:cs typeface="Arial"/>
              </a:rPr>
              <a:t>still needs objective validation.</a:t>
            </a:r>
          </a:p>
        </p:txBody>
      </p:sp>
    </p:spTree>
    <p:extLst>
      <p:ext uri="{BB962C8B-B14F-4D97-AF65-F5344CB8AC3E}">
        <p14:creationId xmlns:p14="http://schemas.microsoft.com/office/powerpoint/2010/main" val="144029036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73</TotalTime>
  <Words>4201</Words>
  <Application>Microsoft Office PowerPoint</Application>
  <DocSecurity>0</DocSecurity>
  <PresentationFormat>宽屏</PresentationFormat>
  <Paragraphs>329</Paragraphs>
  <Slides>15</Slides>
  <Notes>15</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15</vt:i4>
      </vt:variant>
    </vt:vector>
  </HeadingPairs>
  <TitlesOfParts>
    <vt:vector size="20" baseType="lpstr">
      <vt:lpstr>Liberation Serif</vt:lpstr>
      <vt:lpstr>Aptos</vt:lpstr>
      <vt:lpstr>Arial</vt:lpstr>
      <vt:lpstr>Cascadia Code</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Chenwei Wan</cp:lastModifiedBy>
  <cp:revision>10</cp:revision>
  <dcterms:created xsi:type="dcterms:W3CDTF">2026-10-20T20:30:48Z</dcterms:created>
  <dcterms:modified xsi:type="dcterms:W3CDTF">2026-10-20T21:49:25Z</dcterms:modified>
</cp:coreProperties>
</file>